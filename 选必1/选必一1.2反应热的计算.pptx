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heme/theme3.xml" ContentType="application/vnd.openxmlformats-officedocument.theme+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notesSlides/notesSlide1.xml" ContentType="application/vnd.openxmlformats-officedocument.presentationml.notesSlide+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2.xml" ContentType="application/vnd.openxmlformats-officedocument.presentationml.notesSlide+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notesSlides/notesSlide3.xml" ContentType="application/vnd.openxmlformats-officedocument.presentationml.notesSlide+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notesSlides/notesSlide4.xml" ContentType="application/vnd.openxmlformats-officedocument.presentationml.notesSlide+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tags/tag261.xml" ContentType="application/vnd.openxmlformats-officedocument.presentationml.tags+xml"/>
  <Override PartName="/ppt/tags/tag475.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2" r:id="rId5"/>
  </p:sldMasterIdLst>
  <p:notesMasterIdLst>
    <p:notesMasterId r:id="rId32"/>
  </p:notesMasterIdLst>
  <p:sldIdLst>
    <p:sldId id="2965" r:id="rId6"/>
    <p:sldId id="483" r:id="rId7"/>
    <p:sldId id="329" r:id="rId8"/>
    <p:sldId id="342" r:id="rId9"/>
    <p:sldId id="484" r:id="rId10"/>
    <p:sldId id="333" r:id="rId11"/>
    <p:sldId id="488" r:id="rId12"/>
    <p:sldId id="331" r:id="rId13"/>
    <p:sldId id="491" r:id="rId14"/>
    <p:sldId id="481" r:id="rId15"/>
    <p:sldId id="494" r:id="rId16"/>
    <p:sldId id="492" r:id="rId17"/>
    <p:sldId id="3038" r:id="rId18"/>
    <p:sldId id="440" r:id="rId19"/>
    <p:sldId id="442" r:id="rId20"/>
    <p:sldId id="443" r:id="rId21"/>
    <p:sldId id="3044" r:id="rId22"/>
    <p:sldId id="448" r:id="rId23"/>
    <p:sldId id="3042" r:id="rId24"/>
    <p:sldId id="452" r:id="rId25"/>
    <p:sldId id="3043" r:id="rId26"/>
    <p:sldId id="3017" r:id="rId27"/>
    <p:sldId id="466" r:id="rId28"/>
    <p:sldId id="465" r:id="rId29"/>
    <p:sldId id="463" r:id="rId30"/>
    <p:sldId id="3008" r:id="rId31"/>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65" userDrawn="1">
          <p15:clr>
            <a:srgbClr val="A4A3A4"/>
          </p15:clr>
        </p15:guide>
        <p15:guide id="3" orient="horz" pos="540" userDrawn="1">
          <p15:clr>
            <a:srgbClr val="F26B43"/>
          </p15:clr>
        </p15:guide>
        <p15:guide id="4" pos="211" userDrawn="1">
          <p15:clr>
            <a:srgbClr val="F26B43"/>
          </p15:clr>
        </p15:guide>
        <p15:guide id="5" pos="7469" userDrawn="1">
          <p15:clr>
            <a:srgbClr val="F26B43"/>
          </p15:clr>
        </p15:guide>
        <p15:guide id="6" orient="horz" pos="4114" userDrawn="1">
          <p15:clr>
            <a:srgbClr val="F26B43"/>
          </p15:clr>
        </p15:guide>
        <p15:guide id="7" orient="horz" pos="982" userDrawn="1">
          <p15:clr>
            <a:srgbClr val="A4A3A4"/>
          </p15:clr>
        </p15:guide>
        <p15:guide id="8" pos="406" userDrawn="1">
          <p15:clr>
            <a:srgbClr val="F26B43"/>
          </p15:clr>
        </p15:guide>
        <p15:guide id="9" pos="7332" userDrawn="1">
          <p15:clr>
            <a:srgbClr val="F26B43"/>
          </p15:clr>
        </p15:guide>
        <p15:guide id="11" pos="3840" userDrawn="1">
          <p15:clr>
            <a:srgbClr val="F26B43"/>
          </p15:clr>
        </p15:guide>
        <p15:guide id="12" pos="2209" userDrawn="1">
          <p15:clr>
            <a:srgbClr val="F26B43"/>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912" autoAdjust="0"/>
    <p:restoredTop sz="96261" autoAdjust="0"/>
  </p:normalViewPr>
  <p:slideViewPr>
    <p:cSldViewPr snapToGrid="0" showGuides="1">
      <p:cViewPr varScale="1">
        <p:scale>
          <a:sx n="113" d="100"/>
          <a:sy n="113" d="100"/>
        </p:scale>
        <p:origin x="332" y="56"/>
      </p:cViewPr>
      <p:guideLst>
        <p:guide orient="horz" pos="2265"/>
        <p:guide orient="horz" pos="540"/>
        <p:guide pos="211"/>
        <p:guide pos="7469"/>
        <p:guide orient="horz" pos="4114"/>
        <p:guide orient="horz" pos="982"/>
        <p:guide pos="406"/>
        <p:guide pos="7332"/>
        <p:guide pos="3840"/>
        <p:guide pos="2209"/>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3" Type="http://schemas.openxmlformats.org/officeDocument/2006/relationships/tags" Target="../tags/tag175.xml"/><Relationship Id="rId7" Type="http://schemas.openxmlformats.org/officeDocument/2006/relationships/tags" Target="../tags/tag179.xml"/><Relationship Id="rId2" Type="http://schemas.openxmlformats.org/officeDocument/2006/relationships/tags" Target="../tags/tag174.xml"/><Relationship Id="rId1" Type="http://schemas.openxmlformats.org/officeDocument/2006/relationships/theme" Target="../theme/theme3.xml"/><Relationship Id="rId6" Type="http://schemas.openxmlformats.org/officeDocument/2006/relationships/tags" Target="../tags/tag178.xml"/><Relationship Id="rId5" Type="http://schemas.openxmlformats.org/officeDocument/2006/relationships/tags" Target="../tags/tag177.xml"/><Relationship Id="rId4" Type="http://schemas.openxmlformats.org/officeDocument/2006/relationships/tags" Target="../tags/tag17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custDataLst>
              <p:tags r:id="rId2"/>
            </p:custDataLst>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custDataLst>
              <p:tags r:id="rId3"/>
            </p:custDataLst>
          </p:nvPr>
        </p:nvSpPr>
        <p:spPr>
          <a:xfrm>
            <a:off x="3884613" y="0"/>
            <a:ext cx="2971800" cy="458788"/>
          </a:xfrm>
          <a:prstGeom prst="rect">
            <a:avLst/>
          </a:prstGeom>
        </p:spPr>
        <p:txBody>
          <a:bodyPr vert="horz" lIns="91440" tIns="45720" rIns="91440" bIns="45720" rtlCol="0"/>
          <a:lstStyle>
            <a:lvl1pPr algn="r">
              <a:defRPr sz="1200"/>
            </a:lvl1pPr>
          </a:lstStyle>
          <a:p>
            <a:fld id="{71DF0E34-7F11-4AB8-A156-74B35367FEBC}" type="datetimeFigureOut">
              <a:rPr lang="zh-CN" altLang="en-US" smtClean="0"/>
              <a:t>2026/9/2</a:t>
            </a:fld>
            <a:endParaRPr lang="zh-CN" altLang="en-US"/>
          </a:p>
        </p:txBody>
      </p:sp>
      <p:sp>
        <p:nvSpPr>
          <p:cNvPr id="4" name="幻灯片图像占位符 3"/>
          <p:cNvSpPr>
            <a:spLocks noGrp="1" noRot="1" noChangeAspect="1"/>
          </p:cNvSpPr>
          <p:nvPr>
            <p:ph type="sldImg" idx="2"/>
            <p:custDataLst>
              <p:tags r:id="rId4"/>
            </p:custDataLst>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custDataLst>
              <p:tags r:id="rId5"/>
            </p:custDataLst>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custDataLst>
              <p:tags r:id="rId6"/>
            </p:custDataLst>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custDataLst>
              <p:tags r:id="rId7"/>
            </p:custDataLst>
          </p:nvPr>
        </p:nvSpPr>
        <p:spPr>
          <a:xfrm>
            <a:off x="3884613" y="8685213"/>
            <a:ext cx="2971800" cy="458787"/>
          </a:xfrm>
          <a:prstGeom prst="rect">
            <a:avLst/>
          </a:prstGeom>
        </p:spPr>
        <p:txBody>
          <a:bodyPr vert="horz" lIns="91440" tIns="45720" rIns="91440" bIns="45720" rtlCol="0" anchor="b"/>
          <a:lstStyle>
            <a:lvl1pPr algn="r">
              <a:defRPr sz="1200"/>
            </a:lvl1pPr>
          </a:lstStyle>
          <a:p>
            <a:fld id="{C022E501-3064-45F3-9E67-46F5577270D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tags" Target="../tags/tag206.xml"/><Relationship Id="rId2" Type="http://schemas.openxmlformats.org/officeDocument/2006/relationships/tags" Target="../tags/tag205.xml"/><Relationship Id="rId1" Type="http://schemas.openxmlformats.org/officeDocument/2006/relationships/tags" Target="../tags/tag204.xml"/><Relationship Id="rId5" Type="http://schemas.openxmlformats.org/officeDocument/2006/relationships/slide" Target="../slides/slide3.xml"/><Relationship Id="rId4"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tags" Target="../tags/tag236.xml"/><Relationship Id="rId2" Type="http://schemas.openxmlformats.org/officeDocument/2006/relationships/tags" Target="../tags/tag235.xml"/><Relationship Id="rId1" Type="http://schemas.openxmlformats.org/officeDocument/2006/relationships/tags" Target="../tags/tag234.xml"/><Relationship Id="rId5" Type="http://schemas.openxmlformats.org/officeDocument/2006/relationships/slide" Target="../slides/slide4.xml"/><Relationship Id="rId4"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tags" Target="../tags/tag271.xml"/><Relationship Id="rId2" Type="http://schemas.openxmlformats.org/officeDocument/2006/relationships/tags" Target="../tags/tag270.xml"/><Relationship Id="rId1" Type="http://schemas.openxmlformats.org/officeDocument/2006/relationships/tags" Target="../tags/tag269.xml"/><Relationship Id="rId5" Type="http://schemas.openxmlformats.org/officeDocument/2006/relationships/slide" Target="../slides/slide6.xml"/><Relationship Id="rId4"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tags" Target="../tags/tag302.xml"/><Relationship Id="rId2" Type="http://schemas.openxmlformats.org/officeDocument/2006/relationships/tags" Target="../tags/tag301.xml"/><Relationship Id="rId1" Type="http://schemas.openxmlformats.org/officeDocument/2006/relationships/tags" Target="../tags/tag300.xml"/><Relationship Id="rId5" Type="http://schemas.openxmlformats.org/officeDocument/2006/relationships/slide" Target="../slides/slide8.xml"/><Relationship Id="rId4"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1"/>
            </p:custDataLst>
          </p:nvPr>
        </p:nvSpPr>
        <p:spPr/>
      </p:sp>
      <p:sp>
        <p:nvSpPr>
          <p:cNvPr id="3" name="备注占位符 2"/>
          <p:cNvSpPr txBox="1">
            <a:spLocks noGrp="1"/>
          </p:cNvSpPr>
          <p:nvPr>
            <p:ph type="body" idx="1"/>
            <p:custDataLst>
              <p:tags r:id="rId2"/>
            </p:custDataLst>
          </p:nvPr>
        </p:nvSpPr>
        <p:spPr/>
        <p:txBody>
          <a:bodyPr/>
          <a:lstStyle/>
          <a:p>
            <a:endParaRPr lang="zh-CN" altLang="en-US"/>
          </a:p>
        </p:txBody>
      </p:sp>
      <p:sp>
        <p:nvSpPr>
          <p:cNvPr id="4" name="灯片编号占位符 3"/>
          <p:cNvSpPr>
            <a:spLocks noGrp="1"/>
          </p:cNvSpPr>
          <p:nvPr>
            <p:ph type="sldNum" sz="quarter" idx="5"/>
            <p:custDataLst>
              <p:tags r:id="rId3"/>
            </p:custDataLst>
          </p:nvPr>
        </p:nvSpPr>
        <p:spPr/>
        <p:txBody>
          <a:bodyPr/>
          <a:lstStyle/>
          <a:p>
            <a:fld id="{EA540E3B-F9C0-48B6-A129-4D327DD30658}" type="slidenum">
              <a:rPr lang="zh-CN" altLang="en-US" smtClean="0"/>
              <a:t>3</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1"/>
            </p:custDataLst>
          </p:nvPr>
        </p:nvSpPr>
        <p:spPr/>
      </p:sp>
      <p:sp>
        <p:nvSpPr>
          <p:cNvPr id="3" name="备注占位符 2"/>
          <p:cNvSpPr txBox="1">
            <a:spLocks noGrp="1"/>
          </p:cNvSpPr>
          <p:nvPr>
            <p:ph type="body" idx="1"/>
            <p:custDataLst>
              <p:tags r:id="rId2"/>
            </p:custDataLst>
          </p:nvPr>
        </p:nvSpPr>
        <p:spPr/>
        <p:txBody>
          <a:bodyPr/>
          <a:lstStyle/>
          <a:p>
            <a:endParaRPr lang="zh-CN" altLang="en-US"/>
          </a:p>
        </p:txBody>
      </p:sp>
      <p:sp>
        <p:nvSpPr>
          <p:cNvPr id="4" name="灯片编号占位符 3"/>
          <p:cNvSpPr>
            <a:spLocks noGrp="1"/>
          </p:cNvSpPr>
          <p:nvPr>
            <p:ph type="sldNum" sz="quarter" idx="5"/>
            <p:custDataLst>
              <p:tags r:id="rId3"/>
            </p:custDataLst>
          </p:nvPr>
        </p:nvSpPr>
        <p:spPr/>
        <p:txBody>
          <a:bodyPr/>
          <a:lstStyle/>
          <a:p>
            <a:fld id="{EA540E3B-F9C0-48B6-A129-4D327DD30658}" type="slidenum">
              <a:rPr lang="zh-CN" altLang="en-US" smtClean="0"/>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1"/>
            </p:custDataLst>
          </p:nvPr>
        </p:nvSpPr>
        <p:spPr/>
      </p:sp>
      <p:sp>
        <p:nvSpPr>
          <p:cNvPr id="3" name="备注占位符 2"/>
          <p:cNvSpPr txBox="1">
            <a:spLocks noGrp="1"/>
          </p:cNvSpPr>
          <p:nvPr>
            <p:ph type="body" idx="1"/>
            <p:custDataLst>
              <p:tags r:id="rId2"/>
            </p:custDataLst>
          </p:nvPr>
        </p:nvSpPr>
        <p:spPr/>
        <p:txBody>
          <a:bodyPr/>
          <a:lstStyle/>
          <a:p>
            <a:endParaRPr lang="zh-CN" altLang="en-US"/>
          </a:p>
        </p:txBody>
      </p:sp>
      <p:sp>
        <p:nvSpPr>
          <p:cNvPr id="4" name="灯片编号占位符 3"/>
          <p:cNvSpPr>
            <a:spLocks noGrp="1"/>
          </p:cNvSpPr>
          <p:nvPr>
            <p:ph type="sldNum" sz="quarter" idx="5"/>
            <p:custDataLst>
              <p:tags r:id="rId3"/>
            </p:custDataLst>
          </p:nvPr>
        </p:nvSpPr>
        <p:spPr/>
        <p:txBody>
          <a:bodyPr/>
          <a:lstStyle/>
          <a:p>
            <a:fld id="{EA540E3B-F9C0-48B6-A129-4D327DD30658}" type="slidenum">
              <a:rPr lang="zh-CN" altLang="en-US" smtClean="0"/>
              <a:t>6</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custDataLst>
              <p:tags r:id="rId1"/>
            </p:custDataLst>
          </p:nvPr>
        </p:nvSpPr>
        <p:spPr/>
      </p:sp>
      <p:sp>
        <p:nvSpPr>
          <p:cNvPr id="3" name="备注占位符 2"/>
          <p:cNvSpPr txBox="1">
            <a:spLocks noGrp="1"/>
          </p:cNvSpPr>
          <p:nvPr>
            <p:ph type="body" idx="1"/>
            <p:custDataLst>
              <p:tags r:id="rId2"/>
            </p:custDataLst>
          </p:nvPr>
        </p:nvSpPr>
        <p:spPr/>
        <p:txBody>
          <a:bodyPr/>
          <a:lstStyle/>
          <a:p>
            <a:endParaRPr lang="zh-CN" altLang="en-US"/>
          </a:p>
        </p:txBody>
      </p:sp>
      <p:sp>
        <p:nvSpPr>
          <p:cNvPr id="4" name="灯片编号占位符 3"/>
          <p:cNvSpPr>
            <a:spLocks noGrp="1"/>
          </p:cNvSpPr>
          <p:nvPr>
            <p:ph type="sldNum" sz="quarter" idx="5"/>
            <p:custDataLst>
              <p:tags r:id="rId3"/>
            </p:custDataLst>
          </p:nvPr>
        </p:nvSpPr>
        <p:spPr/>
        <p:txBody>
          <a:bodyPr/>
          <a:lstStyle/>
          <a:p>
            <a:fld id="{EA540E3B-F9C0-48B6-A129-4D327DD30658}" type="slidenum">
              <a:rPr lang="zh-CN" altLang="en-US" smtClean="0"/>
              <a:t>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1.xml"/><Relationship Id="rId13" Type="http://schemas.openxmlformats.org/officeDocument/2006/relationships/tags" Target="../tags/tag16.xml"/><Relationship Id="rId18" Type="http://schemas.openxmlformats.org/officeDocument/2006/relationships/slideMaster" Target="../slideMasters/slideMaster1.xml"/><Relationship Id="rId3" Type="http://schemas.openxmlformats.org/officeDocument/2006/relationships/tags" Target="../tags/tag6.xml"/><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tags" Target="../tags/tag20.xml"/><Relationship Id="rId2" Type="http://schemas.openxmlformats.org/officeDocument/2006/relationships/tags" Target="../tags/tag5.xml"/><Relationship Id="rId16" Type="http://schemas.openxmlformats.org/officeDocument/2006/relationships/tags" Target="../tags/tag19.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5" Type="http://schemas.openxmlformats.org/officeDocument/2006/relationships/tags" Target="../tags/tag8.xml"/><Relationship Id="rId15" Type="http://schemas.openxmlformats.org/officeDocument/2006/relationships/tags" Target="../tags/tag18.xml"/><Relationship Id="rId10" Type="http://schemas.openxmlformats.org/officeDocument/2006/relationships/tags" Target="../tags/tag13.xml"/><Relationship Id="rId19" Type="http://schemas.openxmlformats.org/officeDocument/2006/relationships/image" Target="../media/image2.png"/><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3.xml"/><Relationship Id="rId7" Type="http://schemas.openxmlformats.org/officeDocument/2006/relationships/tags" Target="../tags/tag27.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9"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slideMaster" Target="../slideMasters/slideMaster1.xml"/><Relationship Id="rId4" Type="http://schemas.openxmlformats.org/officeDocument/2006/relationships/tags" Target="../tags/tag31.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slideMaster" Target="../slideMasters/slideMaster1.xml"/><Relationship Id="rId4" Type="http://schemas.openxmlformats.org/officeDocument/2006/relationships/tags" Target="../tags/tag35.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slideMaster" Target="../slideMasters/slideMaster1.xml"/><Relationship Id="rId4" Type="http://schemas.openxmlformats.org/officeDocument/2006/relationships/tags" Target="../tags/tag43.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slideMaster" Target="../slideMasters/slideMaster1.xml"/><Relationship Id="rId4" Type="http://schemas.openxmlformats.org/officeDocument/2006/relationships/tags" Target="../tags/tag47.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slideMaster" Target="../slideMasters/slideMaster1.xml"/><Relationship Id="rId4" Type="http://schemas.openxmlformats.org/officeDocument/2006/relationships/tags" Target="../tags/tag5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slideMaster" Target="../slideMasters/slideMaster1.xml"/><Relationship Id="rId4" Type="http://schemas.openxmlformats.org/officeDocument/2006/relationships/tags" Target="../tags/tag55.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74.xml"/><Relationship Id="rId13" Type="http://schemas.openxmlformats.org/officeDocument/2006/relationships/tags" Target="../tags/tag79.xml"/><Relationship Id="rId18" Type="http://schemas.openxmlformats.org/officeDocument/2006/relationships/image" Target="../media/image2.png"/><Relationship Id="rId3" Type="http://schemas.openxmlformats.org/officeDocument/2006/relationships/tags" Target="../tags/tag69.xml"/><Relationship Id="rId7" Type="http://schemas.openxmlformats.org/officeDocument/2006/relationships/tags" Target="../tags/tag73.xml"/><Relationship Id="rId12" Type="http://schemas.openxmlformats.org/officeDocument/2006/relationships/tags" Target="../tags/tag78.xml"/><Relationship Id="rId17" Type="http://schemas.openxmlformats.org/officeDocument/2006/relationships/slideMaster" Target="../slideMasters/slideMaster2.xml"/><Relationship Id="rId2" Type="http://schemas.openxmlformats.org/officeDocument/2006/relationships/tags" Target="../tags/tag68.xml"/><Relationship Id="rId16" Type="http://schemas.openxmlformats.org/officeDocument/2006/relationships/tags" Target="../tags/tag82.xml"/><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tags" Target="../tags/tag77.xml"/><Relationship Id="rId5" Type="http://schemas.openxmlformats.org/officeDocument/2006/relationships/tags" Target="../tags/tag71.xml"/><Relationship Id="rId15" Type="http://schemas.openxmlformats.org/officeDocument/2006/relationships/tags" Target="../tags/tag81.xml"/><Relationship Id="rId10" Type="http://schemas.openxmlformats.org/officeDocument/2006/relationships/tags" Target="../tags/tag76.xml"/><Relationship Id="rId4" Type="http://schemas.openxmlformats.org/officeDocument/2006/relationships/tags" Target="../tags/tag70.xml"/><Relationship Id="rId9" Type="http://schemas.openxmlformats.org/officeDocument/2006/relationships/tags" Target="../tags/tag75.xml"/><Relationship Id="rId14" Type="http://schemas.openxmlformats.org/officeDocument/2006/relationships/tags" Target="../tags/tag80.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 Id="rId5" Type="http://schemas.openxmlformats.org/officeDocument/2006/relationships/slideMaster" Target="../slideMasters/slideMaster2.xml"/><Relationship Id="rId4" Type="http://schemas.openxmlformats.org/officeDocument/2006/relationships/tags" Target="../tags/tag86.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tags" Target="../tags/tag99.xml"/><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tags" Target="../tags/tag98.xml"/><Relationship Id="rId17" Type="http://schemas.openxmlformats.org/officeDocument/2006/relationships/image" Target="../media/image3.png"/><Relationship Id="rId2" Type="http://schemas.openxmlformats.org/officeDocument/2006/relationships/tags" Target="../tags/tag88.xml"/><Relationship Id="rId16" Type="http://schemas.openxmlformats.org/officeDocument/2006/relationships/slideMaster" Target="../slideMasters/slideMaster2.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tags" Target="../tags/tag97.xml"/><Relationship Id="rId5" Type="http://schemas.openxmlformats.org/officeDocument/2006/relationships/tags" Target="../tags/tag91.xml"/><Relationship Id="rId15" Type="http://schemas.openxmlformats.org/officeDocument/2006/relationships/tags" Target="../tags/tag101.xml"/><Relationship Id="rId10" Type="http://schemas.openxmlformats.org/officeDocument/2006/relationships/tags" Target="../tags/tag96.xml"/><Relationship Id="rId4" Type="http://schemas.openxmlformats.org/officeDocument/2006/relationships/tags" Target="../tags/tag90.xml"/><Relationship Id="rId9" Type="http://schemas.openxmlformats.org/officeDocument/2006/relationships/tags" Target="../tags/tag95.xml"/><Relationship Id="rId14" Type="http://schemas.openxmlformats.org/officeDocument/2006/relationships/tags" Target="../tags/tag100.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09.xml"/><Relationship Id="rId13" Type="http://schemas.openxmlformats.org/officeDocument/2006/relationships/tags" Target="../tags/tag114.xml"/><Relationship Id="rId18" Type="http://schemas.openxmlformats.org/officeDocument/2006/relationships/image" Target="../media/image2.png"/><Relationship Id="rId3" Type="http://schemas.openxmlformats.org/officeDocument/2006/relationships/tags" Target="../tags/tag104.xml"/><Relationship Id="rId7" Type="http://schemas.openxmlformats.org/officeDocument/2006/relationships/tags" Target="../tags/tag108.xml"/><Relationship Id="rId12" Type="http://schemas.openxmlformats.org/officeDocument/2006/relationships/tags" Target="../tags/tag113.xml"/><Relationship Id="rId17" Type="http://schemas.openxmlformats.org/officeDocument/2006/relationships/slideMaster" Target="../slideMasters/slideMaster2.xml"/><Relationship Id="rId2" Type="http://schemas.openxmlformats.org/officeDocument/2006/relationships/tags" Target="../tags/tag103.xml"/><Relationship Id="rId16" Type="http://schemas.openxmlformats.org/officeDocument/2006/relationships/tags" Target="../tags/tag117.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tags" Target="../tags/tag112.xml"/><Relationship Id="rId5" Type="http://schemas.openxmlformats.org/officeDocument/2006/relationships/tags" Target="../tags/tag106.xml"/><Relationship Id="rId15" Type="http://schemas.openxmlformats.org/officeDocument/2006/relationships/tags" Target="../tags/tag116.xml"/><Relationship Id="rId10" Type="http://schemas.openxmlformats.org/officeDocument/2006/relationships/tags" Target="../tags/tag111.xml"/><Relationship Id="rId19" Type="http://schemas.openxmlformats.org/officeDocument/2006/relationships/image" Target="../media/image3.png"/><Relationship Id="rId4" Type="http://schemas.openxmlformats.org/officeDocument/2006/relationships/tags" Target="../tags/tag105.xml"/><Relationship Id="rId9" Type="http://schemas.openxmlformats.org/officeDocument/2006/relationships/tags" Target="../tags/tag110.xml"/><Relationship Id="rId14" Type="http://schemas.openxmlformats.org/officeDocument/2006/relationships/tags" Target="../tags/tag115.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slideMaster" Target="../slideMasters/slideMaster2.xml"/><Relationship Id="rId5" Type="http://schemas.openxmlformats.org/officeDocument/2006/relationships/tags" Target="../tags/tag122.xml"/><Relationship Id="rId4" Type="http://schemas.openxmlformats.org/officeDocument/2006/relationships/tags" Target="../tags/tag121.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slideMaster" Target="../slideMasters/slideMaster2.xml"/><Relationship Id="rId5" Type="http://schemas.openxmlformats.org/officeDocument/2006/relationships/tags" Target="../tags/tag127.xml"/><Relationship Id="rId4" Type="http://schemas.openxmlformats.org/officeDocument/2006/relationships/tags" Target="../tags/tag126.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30.xml"/><Relationship Id="rId7" Type="http://schemas.openxmlformats.org/officeDocument/2006/relationships/slideMaster" Target="../slideMasters/slideMaster2.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tags" Target="../tags/tag133.xml"/><Relationship Id="rId5" Type="http://schemas.openxmlformats.org/officeDocument/2006/relationships/tags" Target="../tags/tag132.xml"/><Relationship Id="rId4" Type="http://schemas.openxmlformats.org/officeDocument/2006/relationships/tags" Target="../tags/tag131.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41.xml"/><Relationship Id="rId3" Type="http://schemas.openxmlformats.org/officeDocument/2006/relationships/tags" Target="../tags/tag136.xml"/><Relationship Id="rId7" Type="http://schemas.openxmlformats.org/officeDocument/2006/relationships/tags" Target="../tags/tag140.xml"/><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tags" Target="../tags/tag139.xml"/><Relationship Id="rId5" Type="http://schemas.openxmlformats.org/officeDocument/2006/relationships/tags" Target="../tags/tag138.xml"/><Relationship Id="rId4" Type="http://schemas.openxmlformats.org/officeDocument/2006/relationships/tags" Target="../tags/tag137.xml"/><Relationship Id="rId9"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144.xml"/><Relationship Id="rId2" Type="http://schemas.openxmlformats.org/officeDocument/2006/relationships/tags" Target="../tags/tag143.xml"/><Relationship Id="rId1" Type="http://schemas.openxmlformats.org/officeDocument/2006/relationships/tags" Target="../tags/tag142.xml"/><Relationship Id="rId5" Type="http://schemas.openxmlformats.org/officeDocument/2006/relationships/slideMaster" Target="../slideMasters/slideMaster2.xml"/><Relationship Id="rId4" Type="http://schemas.openxmlformats.org/officeDocument/2006/relationships/tags" Target="../tags/tag145.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 Id="rId4"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151.xml"/><Relationship Id="rId7" Type="http://schemas.openxmlformats.org/officeDocument/2006/relationships/slideMaster" Target="../slideMasters/slideMaster2.xml"/><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tags" Target="../tags/tag154.xml"/><Relationship Id="rId5" Type="http://schemas.openxmlformats.org/officeDocument/2006/relationships/tags" Target="../tags/tag153.xml"/><Relationship Id="rId4" Type="http://schemas.openxmlformats.org/officeDocument/2006/relationships/tags" Target="../tags/tag152.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slideMaster" Target="../slideMasters/slideMaster2.xml"/><Relationship Id="rId5" Type="http://schemas.openxmlformats.org/officeDocument/2006/relationships/tags" Target="../tags/tag159.xml"/><Relationship Id="rId4" Type="http://schemas.openxmlformats.org/officeDocument/2006/relationships/tags" Target="../tags/tag158.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tags" Target="../tags/tag160.xml"/><Relationship Id="rId5" Type="http://schemas.openxmlformats.org/officeDocument/2006/relationships/slideMaster" Target="../slideMasters/slideMaster2.xml"/><Relationship Id="rId4" Type="http://schemas.openxmlformats.org/officeDocument/2006/relationships/tags" Target="../tags/tag163.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tags" Target="../tags/tag164.xml"/><Relationship Id="rId6" Type="http://schemas.openxmlformats.org/officeDocument/2006/relationships/slideMaster" Target="../slideMasters/slideMaster2.xml"/><Relationship Id="rId5" Type="http://schemas.openxmlformats.org/officeDocument/2006/relationships/tags" Target="../tags/tag168.xml"/><Relationship Id="rId4" Type="http://schemas.openxmlformats.org/officeDocument/2006/relationships/tags" Target="../tags/tag167.xml"/></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171.xml"/><Relationship Id="rId7" Type="http://schemas.openxmlformats.org/officeDocument/2006/relationships/image" Target="../media/image4.png"/><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slideMaster" Target="../slideMasters/slideMaster2.xml"/><Relationship Id="rId5" Type="http://schemas.openxmlformats.org/officeDocument/2006/relationships/tags" Target="../tags/tag173.xml"/><Relationship Id="rId4" Type="http://schemas.openxmlformats.org/officeDocument/2006/relationships/tags" Target="../tags/tag17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19">
            <a:alphaModFix amt="80000"/>
          </a:blip>
          <a:stretch>
            <a:fillRect/>
          </a:stretch>
        </a:blipFill>
        <a:effectLst/>
      </p:bgPr>
    </p:bg>
    <p:spTree>
      <p:nvGrpSpPr>
        <p:cNvPr id="1" name=""/>
        <p:cNvGrpSpPr/>
        <p:nvPr/>
      </p:nvGrpSpPr>
      <p:grpSpPr>
        <a:xfrm>
          <a:off x="0" y="0"/>
          <a:ext cx="0" cy="0"/>
          <a:chOff x="0" y="0"/>
          <a:chExt cx="0" cy="0"/>
        </a:xfrm>
      </p:grpSpPr>
      <p:sp>
        <p:nvSpPr>
          <p:cNvPr id="30" name="箭头: V 形 29"/>
          <p:cNvSpPr/>
          <p:nvPr userDrawn="1">
            <p:custDataLst>
              <p:tags r:id="rId1"/>
            </p:custDataLst>
          </p:nvPr>
        </p:nvSpPr>
        <p:spPr>
          <a:xfrm>
            <a:off x="3375660" y="0"/>
            <a:ext cx="6405880" cy="6858000"/>
          </a:xfrm>
          <a:prstGeom prst="chevron">
            <a:avLst/>
          </a:prstGeom>
          <a:gradFill flip="none" rotWithShape="1">
            <a:gsLst>
              <a:gs pos="10000">
                <a:schemeClr val="bg1">
                  <a:lumMod val="95000"/>
                </a:schemeClr>
              </a:gs>
              <a:gs pos="95000">
                <a:srgbClr val="FAFAFA">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sp>
        <p:nvSpPr>
          <p:cNvPr id="8" name="矩形 7"/>
          <p:cNvSpPr/>
          <p:nvPr userDrawn="1">
            <p:custDataLst>
              <p:tags r:id="rId2"/>
            </p:custDataLst>
          </p:nvPr>
        </p:nvSpPr>
        <p:spPr>
          <a:xfrm rot="5400000">
            <a:off x="2660650" y="-2660015"/>
            <a:ext cx="6871970" cy="12190730"/>
          </a:xfrm>
          <a:prstGeom prst="rect">
            <a:avLst/>
          </a:prstGeom>
          <a:gradFill flip="none" rotWithShape="1">
            <a:gsLst>
              <a:gs pos="0">
                <a:srgbClr val="F5F5F5">
                  <a:alpha val="0"/>
                </a:srgbClr>
              </a:gs>
              <a:gs pos="26000">
                <a:schemeClr val="bg1">
                  <a:alpha val="50000"/>
                </a:schemeClr>
              </a:gs>
              <a:gs pos="100000">
                <a:srgbClr val="F5F5F5">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形状 2"/>
          <p:cNvSpPr/>
          <p:nvPr userDrawn="1">
            <p:custDataLst>
              <p:tags r:id="rId3"/>
            </p:custDataLst>
          </p:nvPr>
        </p:nvSpPr>
        <p:spPr>
          <a:xfrm flipV="1">
            <a:off x="9274521" y="15008"/>
            <a:ext cx="2926715" cy="6858635"/>
          </a:xfrm>
          <a:custGeom>
            <a:avLst/>
            <a:gdLst>
              <a:gd name="connsiteX0" fmla="*/ 2223911 w 2223911"/>
              <a:gd name="connsiteY0" fmla="*/ 2991559 h 5215469"/>
              <a:gd name="connsiteX1" fmla="*/ 0 w 2223911"/>
              <a:gd name="connsiteY1" fmla="*/ 5215469 h 5215469"/>
              <a:gd name="connsiteX2" fmla="*/ 2223911 w 2223911"/>
              <a:gd name="connsiteY2" fmla="*/ 5215469 h 5215469"/>
              <a:gd name="connsiteX3" fmla="*/ 2223911 w 2223911"/>
              <a:gd name="connsiteY3" fmla="*/ 0 h 5215469"/>
              <a:gd name="connsiteX4" fmla="*/ 0 w 2223911"/>
              <a:gd name="connsiteY4" fmla="*/ 0 h 5215469"/>
              <a:gd name="connsiteX5" fmla="*/ 2223911 w 2223911"/>
              <a:gd name="connsiteY5" fmla="*/ 2223911 h 5215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23911" h="5215469">
                <a:moveTo>
                  <a:pt x="2223911" y="2991559"/>
                </a:moveTo>
                <a:lnTo>
                  <a:pt x="0" y="5215469"/>
                </a:lnTo>
                <a:lnTo>
                  <a:pt x="2223911" y="5215469"/>
                </a:lnTo>
                <a:close/>
                <a:moveTo>
                  <a:pt x="2223911" y="0"/>
                </a:moveTo>
                <a:lnTo>
                  <a:pt x="0" y="0"/>
                </a:lnTo>
                <a:lnTo>
                  <a:pt x="2223911" y="2223911"/>
                </a:lnTo>
                <a:close/>
              </a:path>
            </a:pathLst>
          </a:custGeom>
          <a:gradFill flip="none" rotWithShape="1">
            <a:gsLst>
              <a:gs pos="10000">
                <a:srgbClr val="354ECE"/>
              </a:gs>
              <a:gs pos="95000">
                <a:srgbClr val="FAFAFA">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endParaRPr lang="zh-CN" altLang="en-US"/>
          </a:p>
        </p:txBody>
      </p:sp>
      <p:sp>
        <p:nvSpPr>
          <p:cNvPr id="4" name="五边形 3"/>
          <p:cNvSpPr/>
          <p:nvPr userDrawn="1">
            <p:custDataLst>
              <p:tags r:id="rId4"/>
            </p:custDataLst>
          </p:nvPr>
        </p:nvSpPr>
        <p:spPr>
          <a:xfrm>
            <a:off x="-8890" y="326322"/>
            <a:ext cx="3237865" cy="364490"/>
          </a:xfrm>
          <a:prstGeom prst="homePlate">
            <a:avLst/>
          </a:prstGeom>
          <a:solidFill>
            <a:srgbClr val="354EC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2" name="半闭框 21"/>
          <p:cNvSpPr/>
          <p:nvPr userDrawn="1">
            <p:custDataLst>
              <p:tags r:id="rId5"/>
            </p:custDataLst>
          </p:nvPr>
        </p:nvSpPr>
        <p:spPr>
          <a:xfrm>
            <a:off x="933450" y="1176655"/>
            <a:ext cx="5038090" cy="3176270"/>
          </a:xfrm>
          <a:prstGeom prst="halfFrame">
            <a:avLst>
              <a:gd name="adj1" fmla="val 5077"/>
              <a:gd name="adj2" fmla="val 7756"/>
            </a:avLst>
          </a:prstGeom>
          <a:gradFill>
            <a:gsLst>
              <a:gs pos="100000">
                <a:srgbClr val="F5F5F5">
                  <a:alpha val="0"/>
                </a:srgbClr>
              </a:gs>
              <a:gs pos="0">
                <a:srgbClr val="354ECE"/>
              </a:gs>
            </a:gsLst>
            <a:lin ang="5400000" scaled="0"/>
          </a:gradFill>
          <a:ln w="3492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23" name="半闭框 22"/>
          <p:cNvSpPr/>
          <p:nvPr userDrawn="1">
            <p:custDataLst>
              <p:tags r:id="rId6"/>
            </p:custDataLst>
          </p:nvPr>
        </p:nvSpPr>
        <p:spPr>
          <a:xfrm flipH="1" flipV="1">
            <a:off x="999490" y="2406015"/>
            <a:ext cx="5096510" cy="3176270"/>
          </a:xfrm>
          <a:prstGeom prst="halfFrame">
            <a:avLst>
              <a:gd name="adj1" fmla="val 5597"/>
              <a:gd name="adj2" fmla="val 7756"/>
            </a:avLst>
          </a:prstGeom>
          <a:gradFill>
            <a:gsLst>
              <a:gs pos="100000">
                <a:srgbClr val="F5F5F5">
                  <a:alpha val="0"/>
                </a:srgbClr>
              </a:gs>
              <a:gs pos="62000">
                <a:srgbClr val="354ECE"/>
              </a:gs>
            </a:gsLst>
            <a:lin ang="13500000" scaled="0"/>
          </a:gradFill>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grpSp>
        <p:nvGrpSpPr>
          <p:cNvPr id="24" name="组合 23"/>
          <p:cNvGrpSpPr/>
          <p:nvPr userDrawn="1">
            <p:custDataLst>
              <p:tags r:id="rId7"/>
            </p:custDataLst>
          </p:nvPr>
        </p:nvGrpSpPr>
        <p:grpSpPr>
          <a:xfrm flipH="1">
            <a:off x="214630" y="3082290"/>
            <a:ext cx="99695" cy="598170"/>
            <a:chOff x="6476745" y="1393371"/>
            <a:chExt cx="141769" cy="854575"/>
          </a:xfrm>
        </p:grpSpPr>
        <p:sp>
          <p:nvSpPr>
            <p:cNvPr id="25" name="椭圆 24"/>
            <p:cNvSpPr/>
            <p:nvPr>
              <p:custDataLst>
                <p:tags r:id="rId14"/>
              </p:custDataLst>
            </p:nvPr>
          </p:nvSpPr>
          <p:spPr>
            <a:xfrm>
              <a:off x="6479177" y="1393371"/>
              <a:ext cx="139337" cy="139337"/>
            </a:xfrm>
            <a:prstGeom prst="ellipse">
              <a:avLst/>
            </a:prstGeom>
            <a:solidFill>
              <a:schemeClr val="accent1">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custDataLst>
                <p:tags r:id="rId15"/>
              </p:custDataLst>
            </p:nvPr>
          </p:nvSpPr>
          <p:spPr>
            <a:xfrm>
              <a:off x="6479177" y="1631784"/>
              <a:ext cx="139337" cy="139337"/>
            </a:xfrm>
            <a:prstGeom prst="ellipse">
              <a:avLst/>
            </a:prstGeom>
            <a:solidFill>
              <a:srgbClr val="354ECE"/>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custDataLst>
                <p:tags r:id="rId16"/>
              </p:custDataLst>
            </p:nvPr>
          </p:nvSpPr>
          <p:spPr>
            <a:xfrm>
              <a:off x="6476745" y="1870197"/>
              <a:ext cx="139337" cy="139337"/>
            </a:xfrm>
            <a:prstGeom prst="ellipse">
              <a:avLst/>
            </a:prstGeom>
            <a:solidFill>
              <a:schemeClr val="accent1">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custDataLst>
                <p:tags r:id="rId17"/>
              </p:custDataLst>
            </p:nvPr>
          </p:nvSpPr>
          <p:spPr>
            <a:xfrm>
              <a:off x="6476745" y="2108609"/>
              <a:ext cx="139337" cy="139337"/>
            </a:xfrm>
            <a:prstGeom prst="ellipse">
              <a:avLst/>
            </a:prstGeom>
            <a:solidFill>
              <a:srgbClr val="354ECE"/>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userDrawn="1">
            <p:custDataLst>
              <p:tags r:id="rId8"/>
            </p:custDataLst>
          </p:nvPr>
        </p:nvGrpSpPr>
        <p:grpSpPr>
          <a:xfrm>
            <a:off x="161290" y="6234430"/>
            <a:ext cx="208280" cy="161290"/>
            <a:chOff x="6709229" y="856343"/>
            <a:chExt cx="232229" cy="58057"/>
          </a:xfrm>
        </p:grpSpPr>
        <p:cxnSp>
          <p:nvCxnSpPr>
            <p:cNvPr id="35" name="直接连接符 34"/>
            <p:cNvCxnSpPr/>
            <p:nvPr>
              <p:custDataLst>
                <p:tags r:id="rId11"/>
              </p:custDataLst>
            </p:nvPr>
          </p:nvCxnSpPr>
          <p:spPr>
            <a:xfrm>
              <a:off x="6709229" y="856343"/>
              <a:ext cx="232229" cy="0"/>
            </a:xfrm>
            <a:prstGeom prst="line">
              <a:avLst/>
            </a:prstGeom>
            <a:ln w="28575">
              <a:solidFill>
                <a:srgbClr val="354ECE"/>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custDataLst>
                <p:tags r:id="rId12"/>
              </p:custDataLst>
            </p:nvPr>
          </p:nvCxnSpPr>
          <p:spPr>
            <a:xfrm>
              <a:off x="6709229" y="885372"/>
              <a:ext cx="232229" cy="0"/>
            </a:xfrm>
            <a:prstGeom prst="line">
              <a:avLst/>
            </a:prstGeom>
            <a:ln w="28575">
              <a:solidFill>
                <a:srgbClr val="354ECE"/>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13"/>
              </p:custDataLst>
            </p:nvPr>
          </p:nvCxnSpPr>
          <p:spPr>
            <a:xfrm>
              <a:off x="6709229" y="914400"/>
              <a:ext cx="232229" cy="0"/>
            </a:xfrm>
            <a:prstGeom prst="line">
              <a:avLst/>
            </a:prstGeom>
            <a:ln w="28575">
              <a:solidFill>
                <a:srgbClr val="354ECE"/>
              </a:solidFill>
            </a:ln>
          </p:spPr>
          <p:style>
            <a:lnRef idx="1">
              <a:schemeClr val="accent1"/>
            </a:lnRef>
            <a:fillRef idx="0">
              <a:schemeClr val="accent1"/>
            </a:fillRef>
            <a:effectRef idx="0">
              <a:schemeClr val="accent1"/>
            </a:effectRef>
            <a:fontRef idx="minor">
              <a:schemeClr val="tx1"/>
            </a:fontRef>
          </p:style>
        </p:cxnSp>
      </p:grpSp>
      <p:sp>
        <p:nvSpPr>
          <p:cNvPr id="3" name="矩形 2"/>
          <p:cNvSpPr/>
          <p:nvPr userDrawn="1">
            <p:custDataLst>
              <p:tags r:id="rId9"/>
            </p:custDataLst>
          </p:nvPr>
        </p:nvSpPr>
        <p:spPr>
          <a:xfrm>
            <a:off x="1243965" y="1399540"/>
            <a:ext cx="4524375" cy="3929380"/>
          </a:xfrm>
          <a:prstGeom prst="rect">
            <a:avLst/>
          </a:prstGeom>
          <a:solidFill>
            <a:srgbClr val="354ECE"/>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userDrawn="1">
            <p:custDataLst>
              <p:tags r:id="rId10"/>
            </p:custDataLst>
          </p:nvPr>
        </p:nvSpPr>
        <p:spPr>
          <a:xfrm>
            <a:off x="171187" y="293476"/>
            <a:ext cx="2941831" cy="430182"/>
          </a:xfrm>
          <a:prstGeom prst="rect">
            <a:avLst/>
          </a:prstGeom>
          <a:noFill/>
        </p:spPr>
        <p:txBody>
          <a:bodyPr wrap="none" rtlCol="0">
            <a:spAutoFit/>
          </a:bodyPr>
          <a:lstStyle/>
          <a:p>
            <a:pPr>
              <a:lnSpc>
                <a:spcPct val="120000"/>
              </a:lnSpc>
            </a:pPr>
            <a:r>
              <a:rPr lang="zh-CN" altLang="en-US" sz="2000" b="1">
                <a:solidFill>
                  <a:schemeClr val="bg1"/>
                </a:solidFill>
                <a:cs typeface="+mn-ea"/>
                <a:sym typeface="+mn-lt"/>
              </a:rPr>
              <a:t>人教版 </a:t>
            </a:r>
            <a:r>
              <a:rPr lang="en-US" sz="2000">
                <a:solidFill>
                  <a:schemeClr val="bg1"/>
                </a:solidFill>
                <a:cs typeface="+mn-ea"/>
                <a:sym typeface="+mn-lt"/>
              </a:rPr>
              <a:t>2019</a:t>
            </a:r>
            <a:r>
              <a:rPr lang="zh-CN" altLang="en-US" sz="2000">
                <a:solidFill>
                  <a:schemeClr val="bg1"/>
                </a:solidFill>
                <a:cs typeface="+mn-ea"/>
                <a:sym typeface="+mn-lt"/>
              </a:rPr>
              <a:t>选择性必修</a:t>
            </a:r>
            <a:r>
              <a:rPr lang="en-US" altLang="zh-CN" sz="2000">
                <a:solidFill>
                  <a:schemeClr val="bg1"/>
                </a:solidFill>
                <a:cs typeface="+mn-ea"/>
                <a:sym typeface="+mn-lt"/>
              </a:rPr>
              <a:t>1</a:t>
            </a:r>
          </a:p>
        </p:txBody>
      </p:sp>
    </p:spTree>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知识导航">
    <p:spTree>
      <p:nvGrpSpPr>
        <p:cNvPr id="1" name=""/>
        <p:cNvGrpSpPr/>
        <p:nvPr/>
      </p:nvGrpSpPr>
      <p:grpSpPr>
        <a:xfrm>
          <a:off x="0" y="0"/>
          <a:ext cx="0" cy="0"/>
          <a:chOff x="0" y="0"/>
          <a:chExt cx="0" cy="0"/>
        </a:xfrm>
      </p:grpSpPr>
      <p:pic>
        <p:nvPicPr>
          <p:cNvPr id="5" name="图片 4" descr="图片1"/>
          <p:cNvPicPr>
            <a:picLocks noChangeAspect="1"/>
          </p:cNvPicPr>
          <p:nvPr userDrawn="1">
            <p:custDataLst>
              <p:tags r:id="rId1"/>
            </p:custDataLst>
          </p:nvPr>
        </p:nvPicPr>
        <p:blipFill>
          <a:blip r:embed="rId9"/>
          <a:srcRect l="6059" r="7265" b="12676"/>
          <a:stretch>
            <a:fillRect/>
          </a:stretch>
        </p:blipFill>
        <p:spPr>
          <a:xfrm rot="2880000">
            <a:off x="8772525" y="713105"/>
            <a:ext cx="2747010" cy="2362200"/>
          </a:xfrm>
          <a:prstGeom prst="rect">
            <a:avLst/>
          </a:prstGeom>
        </p:spPr>
      </p:pic>
      <p:sp>
        <p:nvSpPr>
          <p:cNvPr id="2" name="圆角矩形 1"/>
          <p:cNvSpPr/>
          <p:nvPr userDrawn="1">
            <p:custDataLst>
              <p:tags r:id="rId2"/>
            </p:custDataLst>
          </p:nvPr>
        </p:nvSpPr>
        <p:spPr>
          <a:xfrm flipH="1">
            <a:off x="1695450" y="1706245"/>
            <a:ext cx="8861425" cy="3445510"/>
          </a:xfrm>
          <a:prstGeom prst="roundRect">
            <a:avLst>
              <a:gd name="adj" fmla="val 0"/>
            </a:avLst>
          </a:prstGeom>
          <a:solidFill>
            <a:schemeClr val="bg1">
              <a:alpha val="80000"/>
            </a:schemeClr>
          </a:solidFill>
          <a:ln w="28575">
            <a:gradFill>
              <a:gsLst>
                <a:gs pos="0">
                  <a:srgbClr val="FFFFFF">
                    <a:alpha val="42000"/>
                  </a:srgbClr>
                </a:gs>
                <a:gs pos="51000">
                  <a:srgbClr val="9AA7E7">
                    <a:alpha val="100000"/>
                  </a:srgbClr>
                </a:gs>
                <a:gs pos="100000">
                  <a:srgbClr val="354ECE"/>
                </a:gs>
              </a:gsLst>
              <a:lin ang="7800000" scaled="1"/>
            </a:gradFill>
          </a:ln>
          <a:effectLst>
            <a:outerShdw blurRad="254000" dist="38100" dir="2700000" algn="tl" rotWithShape="0">
              <a:srgbClr val="BCB2F7">
                <a:alpha val="40000"/>
              </a:srgbClr>
            </a:outerShdw>
          </a:effectLst>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4" name="组合 3"/>
          <p:cNvGrpSpPr/>
          <p:nvPr userDrawn="1">
            <p:custDataLst>
              <p:tags r:id="rId3"/>
            </p:custDataLst>
          </p:nvPr>
        </p:nvGrpSpPr>
        <p:grpSpPr>
          <a:xfrm>
            <a:off x="5095875" y="769620"/>
            <a:ext cx="1312545" cy="936625"/>
            <a:chOff x="8753397" y="2209800"/>
            <a:chExt cx="1134019" cy="502920"/>
          </a:xfrm>
          <a:gradFill>
            <a:gsLst>
              <a:gs pos="0">
                <a:srgbClr val="354ECE"/>
              </a:gs>
              <a:gs pos="81000">
                <a:schemeClr val="accent1">
                  <a:lumMod val="20000"/>
                  <a:lumOff val="80000"/>
                </a:schemeClr>
              </a:gs>
            </a:gsLst>
            <a:lin ang="3600000" scaled="0"/>
          </a:gradFill>
        </p:grpSpPr>
        <p:sp>
          <p:nvSpPr>
            <p:cNvPr id="28" name="箭头: V 形 17"/>
            <p:cNvSpPr/>
            <p:nvPr>
              <p:custDataLst>
                <p:tags r:id="rId6"/>
              </p:custDataLst>
            </p:nvPr>
          </p:nvSpPr>
          <p:spPr>
            <a:xfrm>
              <a:off x="8753397"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sp>
          <p:nvSpPr>
            <p:cNvPr id="29" name="箭头: V 形 18"/>
            <p:cNvSpPr/>
            <p:nvPr>
              <p:custDataLst>
                <p:tags r:id="rId7"/>
              </p:custDataLst>
            </p:nvPr>
          </p:nvSpPr>
          <p:spPr>
            <a:xfrm>
              <a:off x="9239405"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grpSp>
      <p:sp>
        <p:nvSpPr>
          <p:cNvPr id="6" name="箭头: 五边形 16"/>
          <p:cNvSpPr/>
          <p:nvPr userDrawn="1">
            <p:custDataLst>
              <p:tags r:id="rId4"/>
            </p:custDataLst>
          </p:nvPr>
        </p:nvSpPr>
        <p:spPr>
          <a:xfrm>
            <a:off x="1661160" y="769620"/>
            <a:ext cx="3631565" cy="925830"/>
          </a:xfrm>
          <a:prstGeom prst="homePlate">
            <a:avLst>
              <a:gd name="adj" fmla="val 58912"/>
            </a:avLst>
          </a:prstGeom>
          <a:gradFill>
            <a:gsLst>
              <a:gs pos="72000">
                <a:srgbClr val="354ECE"/>
              </a:gs>
              <a:gs pos="0">
                <a:schemeClr val="accent1">
                  <a:lumMod val="20000"/>
                  <a:lumOff val="80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5400" b="1" i="1" spc="225">
                <a:solidFill>
                  <a:schemeClr val="bg1"/>
                </a:solidFill>
                <a:latin typeface="微软雅黑" panose="020B0503020204020204" pitchFamily="34" charset="-122"/>
                <a:ea typeface="微软雅黑" panose="020B0503020204020204" pitchFamily="34" charset="-122"/>
                <a:cs typeface="+mn-ea"/>
                <a:sym typeface="思源宋体 CN" panose="02020400000000000000" pitchFamily="18" charset="-122"/>
              </a:rPr>
              <a:t>知识导航</a:t>
            </a:r>
          </a:p>
        </p:txBody>
      </p:sp>
      <p:pic>
        <p:nvPicPr>
          <p:cNvPr id="23" name="图片 22" descr="图片1"/>
          <p:cNvPicPr>
            <a:picLocks noChangeAspect="1"/>
          </p:cNvPicPr>
          <p:nvPr userDrawn="1">
            <p:custDataLst>
              <p:tags r:id="rId5"/>
            </p:custDataLst>
          </p:nvPr>
        </p:nvPicPr>
        <p:blipFill>
          <a:blip r:embed="rId9"/>
          <a:srcRect l="6059" r="7265" b="12676"/>
          <a:stretch>
            <a:fillRect/>
          </a:stretch>
        </p:blipFill>
        <p:spPr>
          <a:xfrm>
            <a:off x="34290" y="4495800"/>
            <a:ext cx="2747010" cy="2362200"/>
          </a:xfrm>
          <a:prstGeom prst="rect">
            <a:avLst/>
          </a:prstGeom>
        </p:spPr>
      </p:pic>
    </p:spTree>
  </p:cSld>
  <p:clrMapOvr>
    <a:masterClrMapping/>
  </p:clrMapOvr>
  <p:transition spd="slow"/>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学习目标">
    <p:spTree>
      <p:nvGrpSpPr>
        <p:cNvPr id="1" name=""/>
        <p:cNvGrpSpPr/>
        <p:nvPr/>
      </p:nvGrpSpPr>
      <p:grpSpPr>
        <a:xfrm>
          <a:off x="0" y="0"/>
          <a:ext cx="0" cy="0"/>
          <a:chOff x="0" y="0"/>
          <a:chExt cx="0" cy="0"/>
        </a:xfrm>
      </p:grpSpPr>
      <p:sp>
        <p:nvSpPr>
          <p:cNvPr id="2" name="圆角矩形 1"/>
          <p:cNvSpPr/>
          <p:nvPr userDrawn="1">
            <p:custDataLst>
              <p:tags r:id="rId1"/>
            </p:custDataLst>
          </p:nvPr>
        </p:nvSpPr>
        <p:spPr>
          <a:xfrm flipH="1">
            <a:off x="340360" y="318770"/>
            <a:ext cx="11511280" cy="6282690"/>
          </a:xfrm>
          <a:prstGeom prst="roundRect">
            <a:avLst>
              <a:gd name="adj" fmla="val 0"/>
            </a:avLst>
          </a:prstGeom>
          <a:solidFill>
            <a:schemeClr val="bg1">
              <a:alpha val="35000"/>
            </a:schemeClr>
          </a:solidFill>
          <a:ln w="28575">
            <a:gradFill>
              <a:gsLst>
                <a:gs pos="0">
                  <a:srgbClr val="FFFFFF">
                    <a:alpha val="42000"/>
                  </a:srgbClr>
                </a:gs>
                <a:gs pos="51000">
                  <a:srgbClr val="9AA7E7">
                    <a:alpha val="100000"/>
                  </a:srgbClr>
                </a:gs>
                <a:gs pos="100000">
                  <a:srgbClr val="354ECE"/>
                </a:gs>
              </a:gsLst>
              <a:lin ang="7800000" scaled="1"/>
            </a:gradFill>
          </a:ln>
          <a:effectLst>
            <a:outerShdw blurRad="254000" dist="38100" dir="2700000" algn="tl" rotWithShape="0">
              <a:srgbClr val="BCB2F7">
                <a:alpha val="40000"/>
              </a:srgbClr>
            </a:outerShdw>
          </a:effectLst>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4" name="组合 3"/>
          <p:cNvGrpSpPr/>
          <p:nvPr userDrawn="1">
            <p:custDataLst>
              <p:tags r:id="rId2"/>
            </p:custDataLst>
          </p:nvPr>
        </p:nvGrpSpPr>
        <p:grpSpPr>
          <a:xfrm>
            <a:off x="340360" y="347608"/>
            <a:ext cx="960724" cy="547370"/>
            <a:chOff x="8753397" y="2209800"/>
            <a:chExt cx="1134019" cy="502920"/>
          </a:xfrm>
          <a:gradFill>
            <a:gsLst>
              <a:gs pos="0">
                <a:srgbClr val="354ECE"/>
              </a:gs>
              <a:gs pos="81000">
                <a:schemeClr val="accent1">
                  <a:lumMod val="20000"/>
                  <a:lumOff val="80000"/>
                </a:schemeClr>
              </a:gs>
            </a:gsLst>
            <a:lin ang="3600000" scaled="0"/>
          </a:gradFill>
        </p:grpSpPr>
        <p:sp>
          <p:nvSpPr>
            <p:cNvPr id="28" name="箭头: V 形 17"/>
            <p:cNvSpPr/>
            <p:nvPr>
              <p:custDataLst>
                <p:tags r:id="rId3"/>
              </p:custDataLst>
            </p:nvPr>
          </p:nvSpPr>
          <p:spPr>
            <a:xfrm>
              <a:off x="8753397"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sp>
          <p:nvSpPr>
            <p:cNvPr id="29" name="箭头: V 形 18"/>
            <p:cNvSpPr/>
            <p:nvPr>
              <p:custDataLst>
                <p:tags r:id="rId4"/>
              </p:custDataLst>
            </p:nvPr>
          </p:nvSpPr>
          <p:spPr>
            <a:xfrm>
              <a:off x="9239405"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grpSp>
    </p:spTree>
  </p:cSld>
  <p:clrMapOvr>
    <a:masterClrMapping/>
  </p:clrMapOvr>
  <p:transition spd="slow"/>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新课导入">
    <p:spTree>
      <p:nvGrpSpPr>
        <p:cNvPr id="1" name=""/>
        <p:cNvGrpSpPr/>
        <p:nvPr/>
      </p:nvGrpSpPr>
      <p:grpSpPr>
        <a:xfrm>
          <a:off x="0" y="0"/>
          <a:ext cx="0" cy="0"/>
          <a:chOff x="0" y="0"/>
          <a:chExt cx="0" cy="0"/>
        </a:xfrm>
      </p:grpSpPr>
      <p:sp>
        <p:nvSpPr>
          <p:cNvPr id="14" name="圆角矩形 1"/>
          <p:cNvSpPr/>
          <p:nvPr userDrawn="1">
            <p:custDataLst>
              <p:tags r:id="rId1"/>
            </p:custDataLst>
          </p:nvPr>
        </p:nvSpPr>
        <p:spPr>
          <a:xfrm flipH="1">
            <a:off x="340360" y="318770"/>
            <a:ext cx="11511280" cy="6282690"/>
          </a:xfrm>
          <a:prstGeom prst="roundRect">
            <a:avLst>
              <a:gd name="adj" fmla="val 0"/>
            </a:avLst>
          </a:prstGeom>
          <a:solidFill>
            <a:schemeClr val="bg1">
              <a:alpha val="35000"/>
            </a:schemeClr>
          </a:solidFill>
          <a:ln w="28575">
            <a:gradFill>
              <a:gsLst>
                <a:gs pos="0">
                  <a:srgbClr val="FFFFFF">
                    <a:alpha val="42000"/>
                  </a:srgbClr>
                </a:gs>
                <a:gs pos="51000">
                  <a:srgbClr val="9AA7E7">
                    <a:alpha val="100000"/>
                  </a:srgbClr>
                </a:gs>
                <a:gs pos="100000">
                  <a:srgbClr val="354ECE"/>
                </a:gs>
              </a:gsLst>
              <a:lin ang="7800000" scaled="1"/>
            </a:gradFill>
          </a:ln>
          <a:effectLst>
            <a:outerShdw blurRad="254000" dist="38100" dir="2700000" algn="tl" rotWithShape="0">
              <a:srgbClr val="BCB2F7">
                <a:alpha val="40000"/>
              </a:srgbClr>
            </a:outerShdw>
          </a:effectLst>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5355294A-F298-2618-10BA-B43FCA38D7BD}"/>
              </a:ext>
            </a:extLst>
          </p:cNvPr>
          <p:cNvGrpSpPr/>
          <p:nvPr userDrawn="1">
            <p:custDataLst>
              <p:tags r:id="rId2"/>
            </p:custDataLst>
          </p:nvPr>
        </p:nvGrpSpPr>
        <p:grpSpPr>
          <a:xfrm>
            <a:off x="340360" y="347608"/>
            <a:ext cx="960724" cy="547370"/>
            <a:chOff x="8753397" y="2209800"/>
            <a:chExt cx="1134019" cy="502920"/>
          </a:xfrm>
          <a:gradFill>
            <a:gsLst>
              <a:gs pos="0">
                <a:srgbClr val="354ECE"/>
              </a:gs>
              <a:gs pos="81000">
                <a:schemeClr val="accent1">
                  <a:lumMod val="20000"/>
                  <a:lumOff val="80000"/>
                </a:schemeClr>
              </a:gs>
            </a:gsLst>
            <a:lin ang="3600000" scaled="0"/>
          </a:gradFill>
        </p:grpSpPr>
        <p:sp>
          <p:nvSpPr>
            <p:cNvPr id="3" name="箭头: V 形 17">
              <a:extLst>
                <a:ext uri="{FF2B5EF4-FFF2-40B4-BE49-F238E27FC236}">
                  <a16:creationId xmlns:a16="http://schemas.microsoft.com/office/drawing/2014/main" id="{0A7A7AA5-2021-D647-8D2B-C3DEC815637C}"/>
                </a:ext>
              </a:extLst>
            </p:cNvPr>
            <p:cNvSpPr/>
            <p:nvPr>
              <p:custDataLst>
                <p:tags r:id="rId3"/>
              </p:custDataLst>
            </p:nvPr>
          </p:nvSpPr>
          <p:spPr>
            <a:xfrm>
              <a:off x="8753397"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sp>
          <p:nvSpPr>
            <p:cNvPr id="4" name="箭头: V 形 18">
              <a:extLst>
                <a:ext uri="{FF2B5EF4-FFF2-40B4-BE49-F238E27FC236}">
                  <a16:creationId xmlns:a16="http://schemas.microsoft.com/office/drawing/2014/main" id="{8389D62F-4007-8B16-1E83-BEF6F7A8BF3A}"/>
                </a:ext>
              </a:extLst>
            </p:cNvPr>
            <p:cNvSpPr/>
            <p:nvPr>
              <p:custDataLst>
                <p:tags r:id="rId4"/>
              </p:custDataLst>
            </p:nvPr>
          </p:nvSpPr>
          <p:spPr>
            <a:xfrm>
              <a:off x="9239405"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grpSp>
    </p:spTree>
  </p:cSld>
  <p:clrMapOvr>
    <a:masterClrMapping/>
  </p:clrMapOvr>
  <p:transition spd="slow"/>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知识奥秘">
    <p:spTree>
      <p:nvGrpSpPr>
        <p:cNvPr id="1" name=""/>
        <p:cNvGrpSpPr/>
        <p:nvPr/>
      </p:nvGrpSpPr>
      <p:grpSpPr>
        <a:xfrm>
          <a:off x="0" y="0"/>
          <a:ext cx="0" cy="0"/>
          <a:chOff x="0" y="0"/>
          <a:chExt cx="0" cy="0"/>
        </a:xfrm>
      </p:grpSpPr>
      <p:sp>
        <p:nvSpPr>
          <p:cNvPr id="14" name="圆角矩形 1"/>
          <p:cNvSpPr/>
          <p:nvPr userDrawn="1">
            <p:custDataLst>
              <p:tags r:id="rId1"/>
            </p:custDataLst>
          </p:nvPr>
        </p:nvSpPr>
        <p:spPr>
          <a:xfrm flipH="1">
            <a:off x="340360" y="318770"/>
            <a:ext cx="11511280" cy="6282690"/>
          </a:xfrm>
          <a:prstGeom prst="roundRect">
            <a:avLst>
              <a:gd name="adj" fmla="val 0"/>
            </a:avLst>
          </a:prstGeom>
          <a:solidFill>
            <a:schemeClr val="bg1">
              <a:alpha val="35000"/>
            </a:schemeClr>
          </a:solidFill>
          <a:ln w="28575">
            <a:gradFill>
              <a:gsLst>
                <a:gs pos="0">
                  <a:srgbClr val="FFFFFF">
                    <a:alpha val="42000"/>
                  </a:srgbClr>
                </a:gs>
                <a:gs pos="51000">
                  <a:srgbClr val="9AA7E7">
                    <a:alpha val="100000"/>
                  </a:srgbClr>
                </a:gs>
                <a:gs pos="100000">
                  <a:srgbClr val="354ECE"/>
                </a:gs>
              </a:gsLst>
              <a:lin ang="7800000" scaled="1"/>
            </a:gradFill>
          </a:ln>
          <a:effectLst>
            <a:outerShdw blurRad="254000" dist="38100" dir="2700000" algn="tl" rotWithShape="0">
              <a:srgbClr val="BCB2F7">
                <a:alpha val="40000"/>
              </a:srgbClr>
            </a:outerShdw>
          </a:effectLst>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98A1B3D4-B6FD-46C4-1DBE-2ADE52737682}"/>
              </a:ext>
            </a:extLst>
          </p:cNvPr>
          <p:cNvGrpSpPr/>
          <p:nvPr userDrawn="1">
            <p:custDataLst>
              <p:tags r:id="rId2"/>
            </p:custDataLst>
          </p:nvPr>
        </p:nvGrpSpPr>
        <p:grpSpPr>
          <a:xfrm>
            <a:off x="340360" y="347608"/>
            <a:ext cx="960724" cy="547370"/>
            <a:chOff x="8753397" y="2209800"/>
            <a:chExt cx="1134019" cy="502920"/>
          </a:xfrm>
          <a:gradFill>
            <a:gsLst>
              <a:gs pos="0">
                <a:srgbClr val="354ECE"/>
              </a:gs>
              <a:gs pos="81000">
                <a:schemeClr val="accent1">
                  <a:lumMod val="20000"/>
                  <a:lumOff val="80000"/>
                </a:schemeClr>
              </a:gs>
            </a:gsLst>
            <a:lin ang="3600000" scaled="0"/>
          </a:gradFill>
        </p:grpSpPr>
        <p:sp>
          <p:nvSpPr>
            <p:cNvPr id="6" name="箭头: V 形 17">
              <a:extLst>
                <a:ext uri="{FF2B5EF4-FFF2-40B4-BE49-F238E27FC236}">
                  <a16:creationId xmlns:a16="http://schemas.microsoft.com/office/drawing/2014/main" id="{4A5264FC-30CF-062F-1DAC-5270989B7DB0}"/>
                </a:ext>
              </a:extLst>
            </p:cNvPr>
            <p:cNvSpPr/>
            <p:nvPr>
              <p:custDataLst>
                <p:tags r:id="rId3"/>
              </p:custDataLst>
            </p:nvPr>
          </p:nvSpPr>
          <p:spPr>
            <a:xfrm>
              <a:off x="8753397"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sp>
          <p:nvSpPr>
            <p:cNvPr id="7" name="箭头: V 形 18">
              <a:extLst>
                <a:ext uri="{FF2B5EF4-FFF2-40B4-BE49-F238E27FC236}">
                  <a16:creationId xmlns:a16="http://schemas.microsoft.com/office/drawing/2014/main" id="{A89B25D6-66B5-1C09-B0E9-B1580E05D858}"/>
                </a:ext>
              </a:extLst>
            </p:cNvPr>
            <p:cNvSpPr/>
            <p:nvPr>
              <p:custDataLst>
                <p:tags r:id="rId4"/>
              </p:custDataLst>
            </p:nvPr>
          </p:nvSpPr>
          <p:spPr>
            <a:xfrm>
              <a:off x="9239405"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grpSp>
    </p:spTree>
  </p:cSld>
  <p:clrMapOvr>
    <a:masterClrMapping/>
  </p:clrMapOvr>
  <p:transition spd="slow"/>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典型范例">
    <p:spTree>
      <p:nvGrpSpPr>
        <p:cNvPr id="1" name=""/>
        <p:cNvGrpSpPr/>
        <p:nvPr/>
      </p:nvGrpSpPr>
      <p:grpSpPr>
        <a:xfrm>
          <a:off x="0" y="0"/>
          <a:ext cx="0" cy="0"/>
          <a:chOff x="0" y="0"/>
          <a:chExt cx="0" cy="0"/>
        </a:xfrm>
      </p:grpSpPr>
      <p:sp>
        <p:nvSpPr>
          <p:cNvPr id="14" name="圆角矩形 1"/>
          <p:cNvSpPr/>
          <p:nvPr userDrawn="1">
            <p:custDataLst>
              <p:tags r:id="rId1"/>
            </p:custDataLst>
          </p:nvPr>
        </p:nvSpPr>
        <p:spPr>
          <a:xfrm flipH="1">
            <a:off x="340360" y="318770"/>
            <a:ext cx="11511280" cy="6282690"/>
          </a:xfrm>
          <a:prstGeom prst="roundRect">
            <a:avLst>
              <a:gd name="adj" fmla="val 0"/>
            </a:avLst>
          </a:prstGeom>
          <a:solidFill>
            <a:schemeClr val="bg1">
              <a:alpha val="35000"/>
            </a:schemeClr>
          </a:solidFill>
          <a:ln w="28575">
            <a:gradFill>
              <a:gsLst>
                <a:gs pos="0">
                  <a:srgbClr val="FFFFFF">
                    <a:alpha val="42000"/>
                  </a:srgbClr>
                </a:gs>
                <a:gs pos="51000">
                  <a:srgbClr val="9AA7E7">
                    <a:alpha val="100000"/>
                  </a:srgbClr>
                </a:gs>
                <a:gs pos="100000">
                  <a:srgbClr val="354ECE"/>
                </a:gs>
              </a:gsLst>
              <a:lin ang="7800000" scaled="1"/>
            </a:gradFill>
          </a:ln>
          <a:effectLst>
            <a:outerShdw blurRad="254000" dist="38100" dir="2700000" algn="tl" rotWithShape="0">
              <a:srgbClr val="BCB2F7">
                <a:alpha val="40000"/>
              </a:srgbClr>
            </a:outerShdw>
          </a:effectLst>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3C49C075-DA0A-D582-3831-7D1432F67EF5}"/>
              </a:ext>
            </a:extLst>
          </p:cNvPr>
          <p:cNvGrpSpPr/>
          <p:nvPr userDrawn="1">
            <p:custDataLst>
              <p:tags r:id="rId2"/>
            </p:custDataLst>
          </p:nvPr>
        </p:nvGrpSpPr>
        <p:grpSpPr>
          <a:xfrm>
            <a:off x="340360" y="347608"/>
            <a:ext cx="960724" cy="547370"/>
            <a:chOff x="8753397" y="2209800"/>
            <a:chExt cx="1134019" cy="502920"/>
          </a:xfrm>
          <a:gradFill>
            <a:gsLst>
              <a:gs pos="0">
                <a:srgbClr val="354ECE"/>
              </a:gs>
              <a:gs pos="81000">
                <a:schemeClr val="accent1">
                  <a:lumMod val="20000"/>
                  <a:lumOff val="80000"/>
                </a:schemeClr>
              </a:gs>
            </a:gsLst>
            <a:lin ang="3600000" scaled="0"/>
          </a:gradFill>
        </p:grpSpPr>
        <p:sp>
          <p:nvSpPr>
            <p:cNvPr id="6" name="箭头: V 形 17">
              <a:extLst>
                <a:ext uri="{FF2B5EF4-FFF2-40B4-BE49-F238E27FC236}">
                  <a16:creationId xmlns:a16="http://schemas.microsoft.com/office/drawing/2014/main" id="{B53D46E3-E8BF-7C7A-D1C0-29E3EA2A688A}"/>
                </a:ext>
              </a:extLst>
            </p:cNvPr>
            <p:cNvSpPr/>
            <p:nvPr>
              <p:custDataLst>
                <p:tags r:id="rId3"/>
              </p:custDataLst>
            </p:nvPr>
          </p:nvSpPr>
          <p:spPr>
            <a:xfrm>
              <a:off x="8753397"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sp>
          <p:nvSpPr>
            <p:cNvPr id="7" name="箭头: V 形 18">
              <a:extLst>
                <a:ext uri="{FF2B5EF4-FFF2-40B4-BE49-F238E27FC236}">
                  <a16:creationId xmlns:a16="http://schemas.microsoft.com/office/drawing/2014/main" id="{BDD1A66A-0397-6645-E5E8-55BA0032F25B}"/>
                </a:ext>
              </a:extLst>
            </p:cNvPr>
            <p:cNvSpPr/>
            <p:nvPr>
              <p:custDataLst>
                <p:tags r:id="rId4"/>
              </p:custDataLst>
            </p:nvPr>
          </p:nvSpPr>
          <p:spPr>
            <a:xfrm>
              <a:off x="9239405"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grpSp>
    </p:spTree>
  </p:cSld>
  <p:clrMapOvr>
    <a:masterClrMapping/>
  </p:clrMapOvr>
  <p:transition spd="slow"/>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拓展延伸">
    <p:spTree>
      <p:nvGrpSpPr>
        <p:cNvPr id="1" name=""/>
        <p:cNvGrpSpPr/>
        <p:nvPr/>
      </p:nvGrpSpPr>
      <p:grpSpPr>
        <a:xfrm>
          <a:off x="0" y="0"/>
          <a:ext cx="0" cy="0"/>
          <a:chOff x="0" y="0"/>
          <a:chExt cx="0" cy="0"/>
        </a:xfrm>
      </p:grpSpPr>
      <p:sp>
        <p:nvSpPr>
          <p:cNvPr id="14" name="圆角矩形 1"/>
          <p:cNvSpPr/>
          <p:nvPr userDrawn="1">
            <p:custDataLst>
              <p:tags r:id="rId1"/>
            </p:custDataLst>
          </p:nvPr>
        </p:nvSpPr>
        <p:spPr>
          <a:xfrm flipH="1">
            <a:off x="340360" y="318770"/>
            <a:ext cx="11511280" cy="6282690"/>
          </a:xfrm>
          <a:prstGeom prst="roundRect">
            <a:avLst>
              <a:gd name="adj" fmla="val 0"/>
            </a:avLst>
          </a:prstGeom>
          <a:solidFill>
            <a:schemeClr val="bg1">
              <a:alpha val="35000"/>
            </a:schemeClr>
          </a:solidFill>
          <a:ln w="28575">
            <a:gradFill>
              <a:gsLst>
                <a:gs pos="0">
                  <a:srgbClr val="FFFFFF">
                    <a:alpha val="42000"/>
                  </a:srgbClr>
                </a:gs>
                <a:gs pos="51000">
                  <a:srgbClr val="9AA7E7">
                    <a:alpha val="100000"/>
                  </a:srgbClr>
                </a:gs>
                <a:gs pos="100000">
                  <a:srgbClr val="354ECE"/>
                </a:gs>
              </a:gsLst>
              <a:lin ang="7800000" scaled="1"/>
            </a:gradFill>
          </a:ln>
          <a:effectLst>
            <a:outerShdw blurRad="254000" dist="38100" dir="2700000" algn="tl" rotWithShape="0">
              <a:srgbClr val="BCB2F7">
                <a:alpha val="40000"/>
              </a:srgbClr>
            </a:outerShdw>
          </a:effectLst>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5F9659C8-509A-72DC-81F8-07ECA12DCA76}"/>
              </a:ext>
            </a:extLst>
          </p:cNvPr>
          <p:cNvGrpSpPr/>
          <p:nvPr userDrawn="1">
            <p:custDataLst>
              <p:tags r:id="rId2"/>
            </p:custDataLst>
          </p:nvPr>
        </p:nvGrpSpPr>
        <p:grpSpPr>
          <a:xfrm>
            <a:off x="340360" y="347608"/>
            <a:ext cx="960724" cy="547370"/>
            <a:chOff x="8753397" y="2209800"/>
            <a:chExt cx="1134019" cy="502920"/>
          </a:xfrm>
          <a:gradFill>
            <a:gsLst>
              <a:gs pos="0">
                <a:srgbClr val="354ECE"/>
              </a:gs>
              <a:gs pos="81000">
                <a:schemeClr val="accent1">
                  <a:lumMod val="20000"/>
                  <a:lumOff val="80000"/>
                </a:schemeClr>
              </a:gs>
            </a:gsLst>
            <a:lin ang="3600000" scaled="0"/>
          </a:gradFill>
        </p:grpSpPr>
        <p:sp>
          <p:nvSpPr>
            <p:cNvPr id="6" name="箭头: V 形 17">
              <a:extLst>
                <a:ext uri="{FF2B5EF4-FFF2-40B4-BE49-F238E27FC236}">
                  <a16:creationId xmlns:a16="http://schemas.microsoft.com/office/drawing/2014/main" id="{1841A186-C95F-E39B-29F3-F71A729B7FB1}"/>
                </a:ext>
              </a:extLst>
            </p:cNvPr>
            <p:cNvSpPr/>
            <p:nvPr>
              <p:custDataLst>
                <p:tags r:id="rId3"/>
              </p:custDataLst>
            </p:nvPr>
          </p:nvSpPr>
          <p:spPr>
            <a:xfrm>
              <a:off x="8753397"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sp>
          <p:nvSpPr>
            <p:cNvPr id="7" name="箭头: V 形 18">
              <a:extLst>
                <a:ext uri="{FF2B5EF4-FFF2-40B4-BE49-F238E27FC236}">
                  <a16:creationId xmlns:a16="http://schemas.microsoft.com/office/drawing/2014/main" id="{E6808849-2D4A-FAD7-9F84-8904D65626C3}"/>
                </a:ext>
              </a:extLst>
            </p:cNvPr>
            <p:cNvSpPr/>
            <p:nvPr>
              <p:custDataLst>
                <p:tags r:id="rId4"/>
              </p:custDataLst>
            </p:nvPr>
          </p:nvSpPr>
          <p:spPr>
            <a:xfrm>
              <a:off x="9239405"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grpSp>
    </p:spTree>
  </p:cSld>
  <p:clrMapOvr>
    <a:masterClrMapping/>
  </p:clrMapOvr>
  <p:transition spd="slow"/>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技能实战">
    <p:spTree>
      <p:nvGrpSpPr>
        <p:cNvPr id="1" name=""/>
        <p:cNvGrpSpPr/>
        <p:nvPr/>
      </p:nvGrpSpPr>
      <p:grpSpPr>
        <a:xfrm>
          <a:off x="0" y="0"/>
          <a:ext cx="0" cy="0"/>
          <a:chOff x="0" y="0"/>
          <a:chExt cx="0" cy="0"/>
        </a:xfrm>
      </p:grpSpPr>
      <p:sp>
        <p:nvSpPr>
          <p:cNvPr id="14" name="圆角矩形 1"/>
          <p:cNvSpPr/>
          <p:nvPr userDrawn="1">
            <p:custDataLst>
              <p:tags r:id="rId1"/>
            </p:custDataLst>
          </p:nvPr>
        </p:nvSpPr>
        <p:spPr>
          <a:xfrm flipH="1">
            <a:off x="340360" y="318770"/>
            <a:ext cx="11511280" cy="6282690"/>
          </a:xfrm>
          <a:prstGeom prst="roundRect">
            <a:avLst>
              <a:gd name="adj" fmla="val 0"/>
            </a:avLst>
          </a:prstGeom>
          <a:solidFill>
            <a:schemeClr val="bg1">
              <a:alpha val="35000"/>
            </a:schemeClr>
          </a:solidFill>
          <a:ln w="28575">
            <a:gradFill>
              <a:gsLst>
                <a:gs pos="0">
                  <a:srgbClr val="FFFFFF">
                    <a:alpha val="42000"/>
                  </a:srgbClr>
                </a:gs>
                <a:gs pos="51000">
                  <a:srgbClr val="9AA7E7">
                    <a:alpha val="100000"/>
                  </a:srgbClr>
                </a:gs>
                <a:gs pos="100000">
                  <a:srgbClr val="354ECE"/>
                </a:gs>
              </a:gsLst>
              <a:lin ang="7800000" scaled="1"/>
            </a:gradFill>
          </a:ln>
          <a:effectLst>
            <a:outerShdw blurRad="254000" dist="38100" dir="2700000" algn="tl" rotWithShape="0">
              <a:srgbClr val="BCB2F7">
                <a:alpha val="40000"/>
              </a:srgbClr>
            </a:outerShdw>
          </a:effectLst>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9B6B0123-48FF-DFD1-B129-3A9F016F1108}"/>
              </a:ext>
            </a:extLst>
          </p:cNvPr>
          <p:cNvGrpSpPr/>
          <p:nvPr userDrawn="1">
            <p:custDataLst>
              <p:tags r:id="rId2"/>
            </p:custDataLst>
          </p:nvPr>
        </p:nvGrpSpPr>
        <p:grpSpPr>
          <a:xfrm>
            <a:off x="340360" y="347608"/>
            <a:ext cx="960724" cy="547370"/>
            <a:chOff x="8753397" y="2209800"/>
            <a:chExt cx="1134019" cy="502920"/>
          </a:xfrm>
          <a:gradFill>
            <a:gsLst>
              <a:gs pos="0">
                <a:srgbClr val="354ECE"/>
              </a:gs>
              <a:gs pos="81000">
                <a:schemeClr val="accent1">
                  <a:lumMod val="20000"/>
                  <a:lumOff val="80000"/>
                </a:schemeClr>
              </a:gs>
            </a:gsLst>
            <a:lin ang="3600000" scaled="0"/>
          </a:gradFill>
        </p:grpSpPr>
        <p:sp>
          <p:nvSpPr>
            <p:cNvPr id="6" name="箭头: V 形 17">
              <a:extLst>
                <a:ext uri="{FF2B5EF4-FFF2-40B4-BE49-F238E27FC236}">
                  <a16:creationId xmlns:a16="http://schemas.microsoft.com/office/drawing/2014/main" id="{0AE2D070-8964-5BEB-81AF-DB33F5ECBACD}"/>
                </a:ext>
              </a:extLst>
            </p:cNvPr>
            <p:cNvSpPr/>
            <p:nvPr>
              <p:custDataLst>
                <p:tags r:id="rId3"/>
              </p:custDataLst>
            </p:nvPr>
          </p:nvSpPr>
          <p:spPr>
            <a:xfrm>
              <a:off x="8753397"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sp>
          <p:nvSpPr>
            <p:cNvPr id="7" name="箭头: V 形 18">
              <a:extLst>
                <a:ext uri="{FF2B5EF4-FFF2-40B4-BE49-F238E27FC236}">
                  <a16:creationId xmlns:a16="http://schemas.microsoft.com/office/drawing/2014/main" id="{A83DE9DF-0C18-D5B6-0429-F9F65D2CC35E}"/>
                </a:ext>
              </a:extLst>
            </p:cNvPr>
            <p:cNvSpPr/>
            <p:nvPr>
              <p:custDataLst>
                <p:tags r:id="rId4"/>
              </p:custDataLst>
            </p:nvPr>
          </p:nvSpPr>
          <p:spPr>
            <a:xfrm>
              <a:off x="9239405"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grpSp>
    </p:spTree>
  </p:cSld>
  <p:clrMapOvr>
    <a:masterClrMapping/>
  </p:clrMapOvr>
  <p:transition spd="slow"/>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核心要点">
    <p:spTree>
      <p:nvGrpSpPr>
        <p:cNvPr id="1" name=""/>
        <p:cNvGrpSpPr/>
        <p:nvPr/>
      </p:nvGrpSpPr>
      <p:grpSpPr>
        <a:xfrm>
          <a:off x="0" y="0"/>
          <a:ext cx="0" cy="0"/>
          <a:chOff x="0" y="0"/>
          <a:chExt cx="0" cy="0"/>
        </a:xfrm>
      </p:grpSpPr>
      <p:sp>
        <p:nvSpPr>
          <p:cNvPr id="14" name="圆角矩形 1"/>
          <p:cNvSpPr/>
          <p:nvPr userDrawn="1">
            <p:custDataLst>
              <p:tags r:id="rId1"/>
            </p:custDataLst>
          </p:nvPr>
        </p:nvSpPr>
        <p:spPr>
          <a:xfrm flipH="1">
            <a:off x="340360" y="318770"/>
            <a:ext cx="11511280" cy="6282690"/>
          </a:xfrm>
          <a:prstGeom prst="roundRect">
            <a:avLst>
              <a:gd name="adj" fmla="val 0"/>
            </a:avLst>
          </a:prstGeom>
          <a:solidFill>
            <a:schemeClr val="bg1">
              <a:alpha val="35000"/>
            </a:schemeClr>
          </a:solidFill>
          <a:ln w="28575">
            <a:gradFill>
              <a:gsLst>
                <a:gs pos="0">
                  <a:srgbClr val="FFFFFF">
                    <a:alpha val="42000"/>
                  </a:srgbClr>
                </a:gs>
                <a:gs pos="51000">
                  <a:srgbClr val="9AA7E7">
                    <a:alpha val="100000"/>
                  </a:srgbClr>
                </a:gs>
                <a:gs pos="100000">
                  <a:srgbClr val="354ECE"/>
                </a:gs>
              </a:gsLst>
              <a:lin ang="7800000" scaled="1"/>
            </a:gradFill>
          </a:ln>
          <a:effectLst>
            <a:outerShdw blurRad="254000" dist="38100" dir="2700000" algn="tl" rotWithShape="0">
              <a:srgbClr val="BCB2F7">
                <a:alpha val="40000"/>
              </a:srgbClr>
            </a:outerShdw>
          </a:effectLst>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3F48156E-4FF3-2291-7032-564729D65467}"/>
              </a:ext>
            </a:extLst>
          </p:cNvPr>
          <p:cNvGrpSpPr/>
          <p:nvPr userDrawn="1">
            <p:custDataLst>
              <p:tags r:id="rId2"/>
            </p:custDataLst>
          </p:nvPr>
        </p:nvGrpSpPr>
        <p:grpSpPr>
          <a:xfrm>
            <a:off x="340360" y="347608"/>
            <a:ext cx="960724" cy="547370"/>
            <a:chOff x="8753397" y="2209800"/>
            <a:chExt cx="1134019" cy="502920"/>
          </a:xfrm>
          <a:gradFill>
            <a:gsLst>
              <a:gs pos="0">
                <a:srgbClr val="354ECE"/>
              </a:gs>
              <a:gs pos="81000">
                <a:schemeClr val="accent1">
                  <a:lumMod val="20000"/>
                  <a:lumOff val="80000"/>
                </a:schemeClr>
              </a:gs>
            </a:gsLst>
            <a:lin ang="3600000" scaled="0"/>
          </a:gradFill>
        </p:grpSpPr>
        <p:sp>
          <p:nvSpPr>
            <p:cNvPr id="6" name="箭头: V 形 17">
              <a:extLst>
                <a:ext uri="{FF2B5EF4-FFF2-40B4-BE49-F238E27FC236}">
                  <a16:creationId xmlns:a16="http://schemas.microsoft.com/office/drawing/2014/main" id="{84EC7176-7414-D745-93D9-4E13EDB51229}"/>
                </a:ext>
              </a:extLst>
            </p:cNvPr>
            <p:cNvSpPr/>
            <p:nvPr>
              <p:custDataLst>
                <p:tags r:id="rId3"/>
              </p:custDataLst>
            </p:nvPr>
          </p:nvSpPr>
          <p:spPr>
            <a:xfrm>
              <a:off x="8753397"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sp>
          <p:nvSpPr>
            <p:cNvPr id="7" name="箭头: V 形 18">
              <a:extLst>
                <a:ext uri="{FF2B5EF4-FFF2-40B4-BE49-F238E27FC236}">
                  <a16:creationId xmlns:a16="http://schemas.microsoft.com/office/drawing/2014/main" id="{FA67A6F2-E61D-D327-5CD3-DBE83ADC942C}"/>
                </a:ext>
              </a:extLst>
            </p:cNvPr>
            <p:cNvSpPr/>
            <p:nvPr>
              <p:custDataLst>
                <p:tags r:id="rId4"/>
              </p:custDataLst>
            </p:nvPr>
          </p:nvSpPr>
          <p:spPr>
            <a:xfrm>
              <a:off x="9239405"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grpSp>
    </p:spTree>
  </p:cSld>
  <p:clrMapOvr>
    <a:masterClrMapping/>
  </p:clrMapOvr>
  <p:transition spd="slow"/>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3_标题幻灯片">
    <p:spTree>
      <p:nvGrpSpPr>
        <p:cNvPr id="1" name=""/>
        <p:cNvGrpSpPr/>
        <p:nvPr/>
      </p:nvGrpSpPr>
      <p:grpSpPr>
        <a:xfrm>
          <a:off x="0" y="0"/>
          <a:ext cx="0" cy="0"/>
          <a:chOff x="0" y="0"/>
          <a:chExt cx="0" cy="0"/>
        </a:xfrm>
      </p:grpSpPr>
      <p:sp>
        <p:nvSpPr>
          <p:cNvPr id="2" name="圆角矩形 1"/>
          <p:cNvSpPr/>
          <p:nvPr userDrawn="1">
            <p:custDataLst>
              <p:tags r:id="rId1"/>
            </p:custDataLst>
          </p:nvPr>
        </p:nvSpPr>
        <p:spPr>
          <a:xfrm flipH="1">
            <a:off x="340360" y="287655"/>
            <a:ext cx="11511280" cy="6282690"/>
          </a:xfrm>
          <a:prstGeom prst="roundRect">
            <a:avLst>
              <a:gd name="adj" fmla="val 0"/>
            </a:avLst>
          </a:prstGeom>
          <a:solidFill>
            <a:schemeClr val="bg1">
              <a:alpha val="35000"/>
            </a:schemeClr>
          </a:solidFill>
          <a:ln w="28575">
            <a:gradFill>
              <a:gsLst>
                <a:gs pos="0">
                  <a:srgbClr val="354ECE"/>
                </a:gs>
                <a:gs pos="53000">
                  <a:srgbClr val="ACB9EA"/>
                </a:gs>
                <a:gs pos="100000">
                  <a:srgbClr val="354ECE"/>
                </a:gs>
              </a:gsLst>
              <a:lin ang="7800000" scaled="1"/>
            </a:gradFill>
          </a:ln>
          <a:effectLst>
            <a:outerShdw blurRad="254000" dist="38100" dir="2700000" algn="tl" rotWithShape="0">
              <a:srgbClr val="BCB2F7">
                <a:alpha val="40000"/>
              </a:srgbClr>
            </a:outerShdw>
          </a:effectLst>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76BBD944-1023-3C91-DABF-6233B1026A9C}"/>
              </a:ext>
            </a:extLst>
          </p:cNvPr>
          <p:cNvGrpSpPr/>
          <p:nvPr userDrawn="1">
            <p:custDataLst>
              <p:tags r:id="rId2"/>
            </p:custDataLst>
          </p:nvPr>
        </p:nvGrpSpPr>
        <p:grpSpPr>
          <a:xfrm>
            <a:off x="340360" y="347608"/>
            <a:ext cx="960724" cy="547370"/>
            <a:chOff x="8753397" y="2209800"/>
            <a:chExt cx="1134019" cy="502920"/>
          </a:xfrm>
          <a:gradFill>
            <a:gsLst>
              <a:gs pos="0">
                <a:srgbClr val="354ECE"/>
              </a:gs>
              <a:gs pos="81000">
                <a:schemeClr val="accent1">
                  <a:lumMod val="20000"/>
                  <a:lumOff val="80000"/>
                </a:schemeClr>
              </a:gs>
            </a:gsLst>
            <a:lin ang="3600000" scaled="0"/>
          </a:gradFill>
        </p:grpSpPr>
        <p:sp>
          <p:nvSpPr>
            <p:cNvPr id="4" name="箭头: V 形 17">
              <a:extLst>
                <a:ext uri="{FF2B5EF4-FFF2-40B4-BE49-F238E27FC236}">
                  <a16:creationId xmlns:a16="http://schemas.microsoft.com/office/drawing/2014/main" id="{C8CAE7F4-BC2D-5B5F-ED96-9CC84E47EA87}"/>
                </a:ext>
              </a:extLst>
            </p:cNvPr>
            <p:cNvSpPr/>
            <p:nvPr>
              <p:custDataLst>
                <p:tags r:id="rId3"/>
              </p:custDataLst>
            </p:nvPr>
          </p:nvSpPr>
          <p:spPr>
            <a:xfrm>
              <a:off x="8753397"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sp>
          <p:nvSpPr>
            <p:cNvPr id="5" name="箭头: V 形 18">
              <a:extLst>
                <a:ext uri="{FF2B5EF4-FFF2-40B4-BE49-F238E27FC236}">
                  <a16:creationId xmlns:a16="http://schemas.microsoft.com/office/drawing/2014/main" id="{CDCA18CE-75EC-FFE2-531F-D5F1EBE54344}"/>
                </a:ext>
              </a:extLst>
            </p:cNvPr>
            <p:cNvSpPr/>
            <p:nvPr>
              <p:custDataLst>
                <p:tags r:id="rId4"/>
              </p:custDataLst>
            </p:nvPr>
          </p:nvSpPr>
          <p:spPr>
            <a:xfrm>
              <a:off x="9239405"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微软雅黑" panose="020B0503020204020204" pitchFamily="34" charset="-122"/>
                <a:ea typeface="微软雅黑" panose="020B0503020204020204" pitchFamily="34" charset="-122"/>
                <a:sym typeface="思源宋体 CN" panose="02020400000000000000" pitchFamily="18" charset="-122"/>
              </a:endParaRPr>
            </a:p>
          </p:txBody>
        </p:sp>
      </p:grpSp>
    </p:spTree>
  </p:cSld>
  <p:clrMapOvr>
    <a:masterClrMapping/>
  </p:clrMapOvr>
  <p:transition spd="slow"/>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rotWithShape="1">
          <a:blip r:embed="rId18">
            <a:alphaModFix amt="80000"/>
          </a:blip>
          <a:stretch>
            <a:fillRect/>
          </a:stretch>
        </a:blipFill>
        <a:effectLst/>
      </p:bgPr>
    </p:bg>
    <p:spTree>
      <p:nvGrpSpPr>
        <p:cNvPr id="1" name=""/>
        <p:cNvGrpSpPr/>
        <p:nvPr/>
      </p:nvGrpSpPr>
      <p:grpSpPr>
        <a:xfrm>
          <a:off x="0" y="0"/>
          <a:ext cx="0" cy="0"/>
          <a:chOff x="0" y="0"/>
          <a:chExt cx="0" cy="0"/>
        </a:xfrm>
      </p:grpSpPr>
      <p:sp>
        <p:nvSpPr>
          <p:cNvPr id="30" name="箭头: V 形 29"/>
          <p:cNvSpPr/>
          <p:nvPr userDrawn="1">
            <p:custDataLst>
              <p:tags r:id="rId1"/>
            </p:custDataLst>
          </p:nvPr>
        </p:nvSpPr>
        <p:spPr>
          <a:xfrm>
            <a:off x="3375660" y="0"/>
            <a:ext cx="6405880" cy="6858000"/>
          </a:xfrm>
          <a:prstGeom prst="chevron">
            <a:avLst/>
          </a:prstGeom>
          <a:gradFill flip="none" rotWithShape="1">
            <a:gsLst>
              <a:gs pos="10000">
                <a:schemeClr val="bg1">
                  <a:lumMod val="95000"/>
                </a:schemeClr>
              </a:gs>
              <a:gs pos="95000">
                <a:srgbClr val="FAFAFA">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sp>
        <p:nvSpPr>
          <p:cNvPr id="8" name="矩形 7"/>
          <p:cNvSpPr/>
          <p:nvPr userDrawn="1">
            <p:custDataLst>
              <p:tags r:id="rId2"/>
            </p:custDataLst>
          </p:nvPr>
        </p:nvSpPr>
        <p:spPr>
          <a:xfrm rot="5400000">
            <a:off x="2820670" y="-2934970"/>
            <a:ext cx="6871970" cy="12190730"/>
          </a:xfrm>
          <a:prstGeom prst="rect">
            <a:avLst/>
          </a:prstGeom>
          <a:gradFill flip="none" rotWithShape="1">
            <a:gsLst>
              <a:gs pos="0">
                <a:srgbClr val="F5F5F5">
                  <a:alpha val="0"/>
                </a:srgbClr>
              </a:gs>
              <a:gs pos="26000">
                <a:schemeClr val="bg1">
                  <a:alpha val="50000"/>
                </a:schemeClr>
              </a:gs>
              <a:gs pos="100000">
                <a:srgbClr val="F5F5F5">
                  <a:alpha val="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任意多边形: 形状 2"/>
          <p:cNvSpPr/>
          <p:nvPr userDrawn="1">
            <p:custDataLst>
              <p:tags r:id="rId3"/>
            </p:custDataLst>
          </p:nvPr>
        </p:nvSpPr>
        <p:spPr>
          <a:xfrm flipV="1">
            <a:off x="9265285" y="-12700"/>
            <a:ext cx="2926715" cy="6858635"/>
          </a:xfrm>
          <a:custGeom>
            <a:avLst/>
            <a:gdLst>
              <a:gd name="connsiteX0" fmla="*/ 2223911 w 2223911"/>
              <a:gd name="connsiteY0" fmla="*/ 2991559 h 5215469"/>
              <a:gd name="connsiteX1" fmla="*/ 0 w 2223911"/>
              <a:gd name="connsiteY1" fmla="*/ 5215469 h 5215469"/>
              <a:gd name="connsiteX2" fmla="*/ 2223911 w 2223911"/>
              <a:gd name="connsiteY2" fmla="*/ 5215469 h 5215469"/>
              <a:gd name="connsiteX3" fmla="*/ 2223911 w 2223911"/>
              <a:gd name="connsiteY3" fmla="*/ 0 h 5215469"/>
              <a:gd name="connsiteX4" fmla="*/ 0 w 2223911"/>
              <a:gd name="connsiteY4" fmla="*/ 0 h 5215469"/>
              <a:gd name="connsiteX5" fmla="*/ 2223911 w 2223911"/>
              <a:gd name="connsiteY5" fmla="*/ 2223911 h 5215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23911" h="5215469">
                <a:moveTo>
                  <a:pt x="2223911" y="2991559"/>
                </a:moveTo>
                <a:lnTo>
                  <a:pt x="0" y="5215469"/>
                </a:lnTo>
                <a:lnTo>
                  <a:pt x="2223911" y="5215469"/>
                </a:lnTo>
                <a:close/>
                <a:moveTo>
                  <a:pt x="2223911" y="0"/>
                </a:moveTo>
                <a:lnTo>
                  <a:pt x="0" y="0"/>
                </a:lnTo>
                <a:lnTo>
                  <a:pt x="2223911" y="2223911"/>
                </a:lnTo>
                <a:close/>
              </a:path>
            </a:pathLst>
          </a:custGeom>
          <a:gradFill flip="none" rotWithShape="1">
            <a:gsLst>
              <a:gs pos="10000">
                <a:srgbClr val="354ECE"/>
              </a:gs>
              <a:gs pos="95000">
                <a:srgbClr val="FAFAFA">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endParaRPr lang="zh-CN" altLang="en-US"/>
          </a:p>
        </p:txBody>
      </p:sp>
      <p:sp>
        <p:nvSpPr>
          <p:cNvPr id="4" name="五边形 3"/>
          <p:cNvSpPr/>
          <p:nvPr userDrawn="1">
            <p:custDataLst>
              <p:tags r:id="rId4"/>
            </p:custDataLst>
          </p:nvPr>
        </p:nvSpPr>
        <p:spPr>
          <a:xfrm>
            <a:off x="635" y="330835"/>
            <a:ext cx="3237865" cy="364490"/>
          </a:xfrm>
          <a:prstGeom prst="homePlate">
            <a:avLst/>
          </a:prstGeom>
          <a:solidFill>
            <a:srgbClr val="354ECE"/>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2" name="半闭框 21"/>
          <p:cNvSpPr/>
          <p:nvPr userDrawn="1">
            <p:custDataLst>
              <p:tags r:id="rId5"/>
            </p:custDataLst>
          </p:nvPr>
        </p:nvSpPr>
        <p:spPr>
          <a:xfrm>
            <a:off x="933450" y="1176655"/>
            <a:ext cx="5038090" cy="3176270"/>
          </a:xfrm>
          <a:prstGeom prst="halfFrame">
            <a:avLst>
              <a:gd name="adj1" fmla="val 5077"/>
              <a:gd name="adj2" fmla="val 7756"/>
            </a:avLst>
          </a:prstGeom>
          <a:gradFill>
            <a:gsLst>
              <a:gs pos="100000">
                <a:srgbClr val="F5F5F5">
                  <a:alpha val="0"/>
                </a:srgbClr>
              </a:gs>
              <a:gs pos="0">
                <a:srgbClr val="354ECE"/>
              </a:gs>
            </a:gsLst>
            <a:lin ang="5400000" scaled="0"/>
          </a:gradFill>
          <a:ln w="3492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sp>
        <p:nvSpPr>
          <p:cNvPr id="23" name="半闭框 22"/>
          <p:cNvSpPr/>
          <p:nvPr userDrawn="1">
            <p:custDataLst>
              <p:tags r:id="rId6"/>
            </p:custDataLst>
          </p:nvPr>
        </p:nvSpPr>
        <p:spPr>
          <a:xfrm flipH="1" flipV="1">
            <a:off x="999490" y="2406015"/>
            <a:ext cx="5096510" cy="3176270"/>
          </a:xfrm>
          <a:prstGeom prst="halfFrame">
            <a:avLst>
              <a:gd name="adj1" fmla="val 5597"/>
              <a:gd name="adj2" fmla="val 7756"/>
            </a:avLst>
          </a:prstGeom>
          <a:gradFill>
            <a:gsLst>
              <a:gs pos="100000">
                <a:srgbClr val="F5F5F5">
                  <a:alpha val="0"/>
                </a:srgbClr>
              </a:gs>
              <a:gs pos="62000">
                <a:srgbClr val="354ECE"/>
              </a:gs>
            </a:gsLst>
            <a:lin ang="13500000" scaled="0"/>
          </a:gradFill>
          <a:ln w="41275">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tx1"/>
              </a:solidFill>
            </a:endParaRPr>
          </a:p>
        </p:txBody>
      </p:sp>
      <p:grpSp>
        <p:nvGrpSpPr>
          <p:cNvPr id="24" name="组合 23"/>
          <p:cNvGrpSpPr/>
          <p:nvPr userDrawn="1">
            <p:custDataLst>
              <p:tags r:id="rId7"/>
            </p:custDataLst>
          </p:nvPr>
        </p:nvGrpSpPr>
        <p:grpSpPr>
          <a:xfrm flipH="1">
            <a:off x="214630" y="3082290"/>
            <a:ext cx="99695" cy="598170"/>
            <a:chOff x="6476745" y="1393371"/>
            <a:chExt cx="141769" cy="854575"/>
          </a:xfrm>
        </p:grpSpPr>
        <p:sp>
          <p:nvSpPr>
            <p:cNvPr id="25" name="椭圆 24"/>
            <p:cNvSpPr/>
            <p:nvPr>
              <p:custDataLst>
                <p:tags r:id="rId13"/>
              </p:custDataLst>
            </p:nvPr>
          </p:nvSpPr>
          <p:spPr>
            <a:xfrm>
              <a:off x="6479177" y="1393371"/>
              <a:ext cx="139337" cy="139337"/>
            </a:xfrm>
            <a:prstGeom prst="ellipse">
              <a:avLst/>
            </a:prstGeom>
            <a:solidFill>
              <a:schemeClr val="accent1">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custDataLst>
                <p:tags r:id="rId14"/>
              </p:custDataLst>
            </p:nvPr>
          </p:nvSpPr>
          <p:spPr>
            <a:xfrm>
              <a:off x="6479177" y="1631784"/>
              <a:ext cx="139337" cy="139337"/>
            </a:xfrm>
            <a:prstGeom prst="ellipse">
              <a:avLst/>
            </a:prstGeom>
            <a:solidFill>
              <a:srgbClr val="354ECE"/>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custDataLst>
                <p:tags r:id="rId15"/>
              </p:custDataLst>
            </p:nvPr>
          </p:nvSpPr>
          <p:spPr>
            <a:xfrm>
              <a:off x="6476745" y="1870197"/>
              <a:ext cx="139337" cy="139337"/>
            </a:xfrm>
            <a:prstGeom prst="ellipse">
              <a:avLst/>
            </a:prstGeom>
            <a:solidFill>
              <a:schemeClr val="accent1">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custDataLst>
                <p:tags r:id="rId16"/>
              </p:custDataLst>
            </p:nvPr>
          </p:nvSpPr>
          <p:spPr>
            <a:xfrm>
              <a:off x="6476745" y="2108609"/>
              <a:ext cx="139337" cy="139337"/>
            </a:xfrm>
            <a:prstGeom prst="ellipse">
              <a:avLst/>
            </a:prstGeom>
            <a:solidFill>
              <a:srgbClr val="354ECE"/>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userDrawn="1">
            <p:custDataLst>
              <p:tags r:id="rId8"/>
            </p:custDataLst>
          </p:nvPr>
        </p:nvGrpSpPr>
        <p:grpSpPr>
          <a:xfrm>
            <a:off x="161290" y="6234430"/>
            <a:ext cx="208280" cy="161290"/>
            <a:chOff x="6709229" y="856343"/>
            <a:chExt cx="232229" cy="58057"/>
          </a:xfrm>
        </p:grpSpPr>
        <p:cxnSp>
          <p:nvCxnSpPr>
            <p:cNvPr id="35" name="直接连接符 34"/>
            <p:cNvCxnSpPr/>
            <p:nvPr>
              <p:custDataLst>
                <p:tags r:id="rId10"/>
              </p:custDataLst>
            </p:nvPr>
          </p:nvCxnSpPr>
          <p:spPr>
            <a:xfrm>
              <a:off x="6709229" y="856343"/>
              <a:ext cx="232229" cy="0"/>
            </a:xfrm>
            <a:prstGeom prst="line">
              <a:avLst/>
            </a:prstGeom>
            <a:ln w="28575">
              <a:solidFill>
                <a:srgbClr val="354ECE"/>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custDataLst>
                <p:tags r:id="rId11"/>
              </p:custDataLst>
            </p:nvPr>
          </p:nvCxnSpPr>
          <p:spPr>
            <a:xfrm>
              <a:off x="6709229" y="885372"/>
              <a:ext cx="232229" cy="0"/>
            </a:xfrm>
            <a:prstGeom prst="line">
              <a:avLst/>
            </a:prstGeom>
            <a:ln w="28575">
              <a:solidFill>
                <a:srgbClr val="354ECE"/>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12"/>
              </p:custDataLst>
            </p:nvPr>
          </p:nvCxnSpPr>
          <p:spPr>
            <a:xfrm>
              <a:off x="6709229" y="914400"/>
              <a:ext cx="232229" cy="0"/>
            </a:xfrm>
            <a:prstGeom prst="line">
              <a:avLst/>
            </a:prstGeom>
            <a:ln w="28575">
              <a:solidFill>
                <a:srgbClr val="354ECE"/>
              </a:solidFill>
            </a:ln>
          </p:spPr>
          <p:style>
            <a:lnRef idx="1">
              <a:schemeClr val="accent1"/>
            </a:lnRef>
            <a:fillRef idx="0">
              <a:schemeClr val="accent1"/>
            </a:fillRef>
            <a:effectRef idx="0">
              <a:schemeClr val="accent1"/>
            </a:effectRef>
            <a:fontRef idx="minor">
              <a:schemeClr val="tx1"/>
            </a:fontRef>
          </p:style>
        </p:cxnSp>
      </p:grpSp>
      <p:sp>
        <p:nvSpPr>
          <p:cNvPr id="3" name="矩形 2"/>
          <p:cNvSpPr/>
          <p:nvPr userDrawn="1">
            <p:custDataLst>
              <p:tags r:id="rId9"/>
            </p:custDataLst>
          </p:nvPr>
        </p:nvSpPr>
        <p:spPr>
          <a:xfrm>
            <a:off x="1243965" y="1399540"/>
            <a:ext cx="4524375" cy="3929380"/>
          </a:xfrm>
          <a:prstGeom prst="rect">
            <a:avLst/>
          </a:prstGeom>
          <a:solidFill>
            <a:srgbClr val="354ECE"/>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圆角矩形 1"/>
          <p:cNvSpPr/>
          <p:nvPr userDrawn="1">
            <p:custDataLst>
              <p:tags r:id="rId1"/>
            </p:custDataLst>
          </p:nvPr>
        </p:nvSpPr>
        <p:spPr>
          <a:xfrm flipH="1">
            <a:off x="340360" y="318770"/>
            <a:ext cx="11511280" cy="6282690"/>
          </a:xfrm>
          <a:prstGeom prst="roundRect">
            <a:avLst>
              <a:gd name="adj" fmla="val 0"/>
            </a:avLst>
          </a:prstGeom>
          <a:solidFill>
            <a:schemeClr val="bg1">
              <a:alpha val="35000"/>
            </a:schemeClr>
          </a:solidFill>
          <a:ln w="28575">
            <a:gradFill>
              <a:gsLst>
                <a:gs pos="0">
                  <a:srgbClr val="FFFFFF">
                    <a:alpha val="42000"/>
                  </a:srgbClr>
                </a:gs>
                <a:gs pos="51000">
                  <a:srgbClr val="9AA7E7">
                    <a:alpha val="100000"/>
                  </a:srgbClr>
                </a:gs>
                <a:gs pos="100000">
                  <a:srgbClr val="354ECE"/>
                </a:gs>
              </a:gsLst>
              <a:lin ang="7800000" scaled="1"/>
            </a:gradFill>
          </a:ln>
          <a:effectLst>
            <a:outerShdw blurRad="254000" dist="38100" dir="2700000" algn="tl" rotWithShape="0">
              <a:srgbClr val="BCB2F7">
                <a:alpha val="40000"/>
              </a:srgbClr>
            </a:outerShdw>
          </a:effectLst>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4" name="组合 3"/>
          <p:cNvGrpSpPr/>
          <p:nvPr userDrawn="1">
            <p:custDataLst>
              <p:tags r:id="rId2"/>
            </p:custDataLst>
          </p:nvPr>
        </p:nvGrpSpPr>
        <p:grpSpPr>
          <a:xfrm>
            <a:off x="2798476" y="318770"/>
            <a:ext cx="960724" cy="547370"/>
            <a:chOff x="8753397" y="2209800"/>
            <a:chExt cx="1134019" cy="502920"/>
          </a:xfrm>
          <a:gradFill>
            <a:gsLst>
              <a:gs pos="0">
                <a:srgbClr val="354ECE"/>
              </a:gs>
              <a:gs pos="81000">
                <a:schemeClr val="accent1">
                  <a:lumMod val="20000"/>
                  <a:lumOff val="80000"/>
                </a:schemeClr>
              </a:gs>
            </a:gsLst>
            <a:lin ang="3600000" scaled="0"/>
          </a:gradFill>
        </p:grpSpPr>
        <p:sp>
          <p:nvSpPr>
            <p:cNvPr id="28" name="箭头: V 形 17"/>
            <p:cNvSpPr/>
            <p:nvPr>
              <p:custDataLst>
                <p:tags r:id="rId3"/>
              </p:custDataLst>
            </p:nvPr>
          </p:nvSpPr>
          <p:spPr>
            <a:xfrm>
              <a:off x="8753397"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29" name="箭头: V 形 18"/>
            <p:cNvSpPr/>
            <p:nvPr>
              <p:custDataLst>
                <p:tags r:id="rId4"/>
              </p:custDataLst>
            </p:nvPr>
          </p:nvSpPr>
          <p:spPr>
            <a:xfrm>
              <a:off x="9239405"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gr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pic>
        <p:nvPicPr>
          <p:cNvPr id="5" name="图片 4" descr="图片1"/>
          <p:cNvPicPr>
            <a:picLocks noChangeAspect="1"/>
          </p:cNvPicPr>
          <p:nvPr userDrawn="1">
            <p:custDataLst>
              <p:tags r:id="rId1"/>
            </p:custDataLst>
          </p:nvPr>
        </p:nvPicPr>
        <p:blipFill>
          <a:blip r:embed="rId17"/>
          <a:srcRect l="6059" r="7265" b="12676"/>
          <a:stretch>
            <a:fillRect/>
          </a:stretch>
        </p:blipFill>
        <p:spPr>
          <a:xfrm rot="2880000">
            <a:off x="8772525" y="713105"/>
            <a:ext cx="2747010" cy="2362200"/>
          </a:xfrm>
          <a:prstGeom prst="rect">
            <a:avLst/>
          </a:prstGeom>
        </p:spPr>
      </p:pic>
      <p:sp>
        <p:nvSpPr>
          <p:cNvPr id="2" name="圆角矩形 1"/>
          <p:cNvSpPr/>
          <p:nvPr userDrawn="1">
            <p:custDataLst>
              <p:tags r:id="rId2"/>
            </p:custDataLst>
          </p:nvPr>
        </p:nvSpPr>
        <p:spPr>
          <a:xfrm flipH="1">
            <a:off x="1695450" y="1706245"/>
            <a:ext cx="8861425" cy="3445510"/>
          </a:xfrm>
          <a:prstGeom prst="roundRect">
            <a:avLst>
              <a:gd name="adj" fmla="val 0"/>
            </a:avLst>
          </a:prstGeom>
          <a:solidFill>
            <a:schemeClr val="bg1">
              <a:alpha val="80000"/>
            </a:schemeClr>
          </a:solidFill>
          <a:ln w="28575">
            <a:gradFill>
              <a:gsLst>
                <a:gs pos="0">
                  <a:srgbClr val="FFFFFF">
                    <a:alpha val="42000"/>
                  </a:srgbClr>
                </a:gs>
                <a:gs pos="51000">
                  <a:srgbClr val="9AA7E7">
                    <a:alpha val="100000"/>
                  </a:srgbClr>
                </a:gs>
                <a:gs pos="100000">
                  <a:srgbClr val="354ECE"/>
                </a:gs>
              </a:gsLst>
              <a:lin ang="7800000" scaled="1"/>
            </a:gradFill>
          </a:ln>
          <a:effectLst>
            <a:outerShdw blurRad="254000" dist="38100" dir="2700000" algn="tl" rotWithShape="0">
              <a:srgbClr val="BCB2F7">
                <a:alpha val="40000"/>
              </a:srgbClr>
            </a:outerShdw>
          </a:effectLst>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4" name="组合 3"/>
          <p:cNvGrpSpPr/>
          <p:nvPr userDrawn="1">
            <p:custDataLst>
              <p:tags r:id="rId3"/>
            </p:custDataLst>
          </p:nvPr>
        </p:nvGrpSpPr>
        <p:grpSpPr>
          <a:xfrm>
            <a:off x="5095875" y="769620"/>
            <a:ext cx="1312545" cy="936625"/>
            <a:chOff x="8753397" y="2209800"/>
            <a:chExt cx="1134019" cy="502920"/>
          </a:xfrm>
          <a:gradFill>
            <a:gsLst>
              <a:gs pos="0">
                <a:srgbClr val="354ECE"/>
              </a:gs>
              <a:gs pos="81000">
                <a:schemeClr val="accent1">
                  <a:lumMod val="20000"/>
                  <a:lumOff val="80000"/>
                </a:schemeClr>
              </a:gs>
            </a:gsLst>
            <a:lin ang="3600000" scaled="0"/>
          </a:gradFill>
        </p:grpSpPr>
        <p:sp>
          <p:nvSpPr>
            <p:cNvPr id="28" name="箭头: V 形 17"/>
            <p:cNvSpPr/>
            <p:nvPr>
              <p:custDataLst>
                <p:tags r:id="rId14"/>
              </p:custDataLst>
            </p:nvPr>
          </p:nvSpPr>
          <p:spPr>
            <a:xfrm>
              <a:off x="8753397"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29" name="箭头: V 形 18"/>
            <p:cNvSpPr/>
            <p:nvPr>
              <p:custDataLst>
                <p:tags r:id="rId15"/>
              </p:custDataLst>
            </p:nvPr>
          </p:nvSpPr>
          <p:spPr>
            <a:xfrm>
              <a:off x="9239405"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grpSp>
      <p:sp>
        <p:nvSpPr>
          <p:cNvPr id="6" name="箭头: 五边形 16"/>
          <p:cNvSpPr/>
          <p:nvPr userDrawn="1">
            <p:custDataLst>
              <p:tags r:id="rId4"/>
            </p:custDataLst>
          </p:nvPr>
        </p:nvSpPr>
        <p:spPr>
          <a:xfrm>
            <a:off x="1661160" y="769620"/>
            <a:ext cx="3631565" cy="925830"/>
          </a:xfrm>
          <a:prstGeom prst="homePlate">
            <a:avLst>
              <a:gd name="adj" fmla="val 49108"/>
            </a:avLst>
          </a:prstGeom>
          <a:gradFill>
            <a:gsLst>
              <a:gs pos="72000">
                <a:srgbClr val="354ECE"/>
              </a:gs>
              <a:gs pos="0">
                <a:schemeClr val="accent1">
                  <a:lumMod val="20000"/>
                  <a:lumOff val="80000"/>
                </a:scheme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5400" b="1" i="1" spc="225">
                <a:solidFill>
                  <a:schemeClr val="bg1"/>
                </a:solidFill>
                <a:latin typeface="微软雅黑" panose="020B0503020204020204" pitchFamily="34" charset="-122"/>
                <a:ea typeface="微软雅黑" panose="020B0503020204020204" pitchFamily="34" charset="-122"/>
                <a:cs typeface="+mn-ea"/>
                <a:sym typeface="思源宋体 CN" panose="02020400000000000000" pitchFamily="18" charset="-122"/>
              </a:rPr>
              <a:t>知识导航</a:t>
            </a:r>
          </a:p>
        </p:txBody>
      </p:sp>
      <p:grpSp>
        <p:nvGrpSpPr>
          <p:cNvPr id="24" name="组合 23"/>
          <p:cNvGrpSpPr/>
          <p:nvPr userDrawn="1">
            <p:custDataLst>
              <p:tags r:id="rId5"/>
            </p:custDataLst>
          </p:nvPr>
        </p:nvGrpSpPr>
        <p:grpSpPr>
          <a:xfrm flipH="1">
            <a:off x="214630" y="3082290"/>
            <a:ext cx="99695" cy="598170"/>
            <a:chOff x="6476745" y="1393371"/>
            <a:chExt cx="141769" cy="854575"/>
          </a:xfrm>
        </p:grpSpPr>
        <p:sp>
          <p:nvSpPr>
            <p:cNvPr id="25" name="椭圆 24"/>
            <p:cNvSpPr/>
            <p:nvPr>
              <p:custDataLst>
                <p:tags r:id="rId10"/>
              </p:custDataLst>
            </p:nvPr>
          </p:nvSpPr>
          <p:spPr>
            <a:xfrm>
              <a:off x="6479177" y="1393371"/>
              <a:ext cx="139337" cy="139337"/>
            </a:xfrm>
            <a:prstGeom prst="ellipse">
              <a:avLst/>
            </a:prstGeom>
            <a:solidFill>
              <a:schemeClr val="accent1">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custDataLst>
                <p:tags r:id="rId11"/>
              </p:custDataLst>
            </p:nvPr>
          </p:nvSpPr>
          <p:spPr>
            <a:xfrm>
              <a:off x="6479177" y="1631784"/>
              <a:ext cx="139337" cy="139337"/>
            </a:xfrm>
            <a:prstGeom prst="ellipse">
              <a:avLst/>
            </a:prstGeom>
            <a:solidFill>
              <a:srgbClr val="354ECE"/>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custDataLst>
                <p:tags r:id="rId12"/>
              </p:custDataLst>
            </p:nvPr>
          </p:nvSpPr>
          <p:spPr>
            <a:xfrm>
              <a:off x="6476745" y="1870197"/>
              <a:ext cx="139337" cy="139337"/>
            </a:xfrm>
            <a:prstGeom prst="ellipse">
              <a:avLst/>
            </a:prstGeom>
            <a:solidFill>
              <a:schemeClr val="accent1">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椭圆 2"/>
            <p:cNvSpPr/>
            <p:nvPr>
              <p:custDataLst>
                <p:tags r:id="rId13"/>
              </p:custDataLst>
            </p:nvPr>
          </p:nvSpPr>
          <p:spPr>
            <a:xfrm>
              <a:off x="6476745" y="2108609"/>
              <a:ext cx="139337" cy="139337"/>
            </a:xfrm>
            <a:prstGeom prst="ellipse">
              <a:avLst/>
            </a:prstGeom>
            <a:solidFill>
              <a:srgbClr val="354ECE"/>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userDrawn="1">
            <p:custDataLst>
              <p:tags r:id="rId6"/>
            </p:custDataLst>
          </p:nvPr>
        </p:nvGrpSpPr>
        <p:grpSpPr>
          <a:xfrm>
            <a:off x="161290" y="6234430"/>
            <a:ext cx="208280" cy="161290"/>
            <a:chOff x="6709229" y="856343"/>
            <a:chExt cx="232229" cy="58057"/>
          </a:xfrm>
        </p:grpSpPr>
        <p:cxnSp>
          <p:nvCxnSpPr>
            <p:cNvPr id="35" name="直接连接符 34"/>
            <p:cNvCxnSpPr/>
            <p:nvPr>
              <p:custDataLst>
                <p:tags r:id="rId7"/>
              </p:custDataLst>
            </p:nvPr>
          </p:nvCxnSpPr>
          <p:spPr>
            <a:xfrm>
              <a:off x="6709229" y="856343"/>
              <a:ext cx="232229" cy="0"/>
            </a:xfrm>
            <a:prstGeom prst="line">
              <a:avLst/>
            </a:prstGeom>
            <a:ln w="28575">
              <a:solidFill>
                <a:srgbClr val="354ECE"/>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custDataLst>
                <p:tags r:id="rId8"/>
              </p:custDataLst>
            </p:nvPr>
          </p:nvCxnSpPr>
          <p:spPr>
            <a:xfrm>
              <a:off x="6709229" y="885372"/>
              <a:ext cx="232229" cy="0"/>
            </a:xfrm>
            <a:prstGeom prst="line">
              <a:avLst/>
            </a:prstGeom>
            <a:ln w="28575">
              <a:solidFill>
                <a:srgbClr val="354ECE"/>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9"/>
              </p:custDataLst>
            </p:nvPr>
          </p:nvCxnSpPr>
          <p:spPr>
            <a:xfrm>
              <a:off x="6709229" y="914400"/>
              <a:ext cx="232229" cy="0"/>
            </a:xfrm>
            <a:prstGeom prst="line">
              <a:avLst/>
            </a:prstGeom>
            <a:ln w="28575">
              <a:solidFill>
                <a:srgbClr val="354ECE"/>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3_标题幻灯片">
    <p:bg>
      <p:bgPr>
        <a:blipFill rotWithShape="1">
          <a:blip r:embed="rId18">
            <a:alphaModFix amt="80000"/>
          </a:blip>
          <a:stretch>
            <a:fillRect/>
          </a:stretch>
        </a:blipFill>
        <a:effectLst/>
      </p:bgPr>
    </p:bg>
    <p:spTree>
      <p:nvGrpSpPr>
        <p:cNvPr id="1" name=""/>
        <p:cNvGrpSpPr/>
        <p:nvPr/>
      </p:nvGrpSpPr>
      <p:grpSpPr>
        <a:xfrm>
          <a:off x="0" y="0"/>
          <a:ext cx="0" cy="0"/>
          <a:chOff x="0" y="0"/>
          <a:chExt cx="0" cy="0"/>
        </a:xfrm>
      </p:grpSpPr>
      <p:sp>
        <p:nvSpPr>
          <p:cNvPr id="33" name="任意多边形: 形状 2"/>
          <p:cNvSpPr/>
          <p:nvPr userDrawn="1">
            <p:custDataLst>
              <p:tags r:id="rId1"/>
            </p:custDataLst>
          </p:nvPr>
        </p:nvSpPr>
        <p:spPr>
          <a:xfrm flipV="1">
            <a:off x="9265285" y="-12700"/>
            <a:ext cx="2926715" cy="6858635"/>
          </a:xfrm>
          <a:custGeom>
            <a:avLst/>
            <a:gdLst>
              <a:gd name="connsiteX0" fmla="*/ 2223911 w 2223911"/>
              <a:gd name="connsiteY0" fmla="*/ 2991559 h 5215469"/>
              <a:gd name="connsiteX1" fmla="*/ 0 w 2223911"/>
              <a:gd name="connsiteY1" fmla="*/ 5215469 h 5215469"/>
              <a:gd name="connsiteX2" fmla="*/ 2223911 w 2223911"/>
              <a:gd name="connsiteY2" fmla="*/ 5215469 h 5215469"/>
              <a:gd name="connsiteX3" fmla="*/ 2223911 w 2223911"/>
              <a:gd name="connsiteY3" fmla="*/ 0 h 5215469"/>
              <a:gd name="connsiteX4" fmla="*/ 0 w 2223911"/>
              <a:gd name="connsiteY4" fmla="*/ 0 h 5215469"/>
              <a:gd name="connsiteX5" fmla="*/ 2223911 w 2223911"/>
              <a:gd name="connsiteY5" fmla="*/ 2223911 h 5215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23911" h="5215469">
                <a:moveTo>
                  <a:pt x="2223911" y="2991559"/>
                </a:moveTo>
                <a:lnTo>
                  <a:pt x="0" y="5215469"/>
                </a:lnTo>
                <a:lnTo>
                  <a:pt x="2223911" y="5215469"/>
                </a:lnTo>
                <a:close/>
                <a:moveTo>
                  <a:pt x="2223911" y="0"/>
                </a:moveTo>
                <a:lnTo>
                  <a:pt x="0" y="0"/>
                </a:lnTo>
                <a:lnTo>
                  <a:pt x="2223911" y="2223911"/>
                </a:lnTo>
                <a:close/>
              </a:path>
            </a:pathLst>
          </a:custGeom>
          <a:gradFill flip="none" rotWithShape="1">
            <a:gsLst>
              <a:gs pos="10000">
                <a:srgbClr val="354ECE"/>
              </a:gs>
              <a:gs pos="95000">
                <a:srgbClr val="FAFAFA">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endParaRPr lang="zh-CN" altLang="en-US"/>
          </a:p>
        </p:txBody>
      </p:sp>
      <p:sp>
        <p:nvSpPr>
          <p:cNvPr id="30" name="箭头: V 形 29"/>
          <p:cNvSpPr/>
          <p:nvPr userDrawn="1">
            <p:custDataLst>
              <p:tags r:id="rId2"/>
            </p:custDataLst>
          </p:nvPr>
        </p:nvSpPr>
        <p:spPr>
          <a:xfrm>
            <a:off x="3375660" y="0"/>
            <a:ext cx="6405880" cy="6858000"/>
          </a:xfrm>
          <a:prstGeom prst="chevron">
            <a:avLst/>
          </a:prstGeom>
          <a:gradFill flip="none" rotWithShape="1">
            <a:gsLst>
              <a:gs pos="10000">
                <a:schemeClr val="bg1">
                  <a:lumMod val="95000"/>
                </a:schemeClr>
              </a:gs>
              <a:gs pos="95000">
                <a:srgbClr val="FAFAFA">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a:p>
        </p:txBody>
      </p:sp>
      <p:grpSp>
        <p:nvGrpSpPr>
          <p:cNvPr id="24" name="组合 23"/>
          <p:cNvGrpSpPr/>
          <p:nvPr userDrawn="1">
            <p:custDataLst>
              <p:tags r:id="rId3"/>
            </p:custDataLst>
          </p:nvPr>
        </p:nvGrpSpPr>
        <p:grpSpPr>
          <a:xfrm flipH="1">
            <a:off x="214630" y="3082290"/>
            <a:ext cx="99695" cy="598170"/>
            <a:chOff x="6476745" y="1393371"/>
            <a:chExt cx="141769" cy="854575"/>
          </a:xfrm>
        </p:grpSpPr>
        <p:sp>
          <p:nvSpPr>
            <p:cNvPr id="25" name="椭圆 24"/>
            <p:cNvSpPr/>
            <p:nvPr>
              <p:custDataLst>
                <p:tags r:id="rId13"/>
              </p:custDataLst>
            </p:nvPr>
          </p:nvSpPr>
          <p:spPr>
            <a:xfrm>
              <a:off x="6479177" y="1393371"/>
              <a:ext cx="139337" cy="139337"/>
            </a:xfrm>
            <a:prstGeom prst="ellipse">
              <a:avLst/>
            </a:prstGeom>
            <a:solidFill>
              <a:schemeClr val="accent1">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custDataLst>
                <p:tags r:id="rId14"/>
              </p:custDataLst>
            </p:nvPr>
          </p:nvSpPr>
          <p:spPr>
            <a:xfrm>
              <a:off x="6479177" y="1631784"/>
              <a:ext cx="139337" cy="139337"/>
            </a:xfrm>
            <a:prstGeom prst="ellipse">
              <a:avLst/>
            </a:prstGeom>
            <a:solidFill>
              <a:srgbClr val="354ECE"/>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custDataLst>
                <p:tags r:id="rId15"/>
              </p:custDataLst>
            </p:nvPr>
          </p:nvSpPr>
          <p:spPr>
            <a:xfrm>
              <a:off x="6476745" y="1870197"/>
              <a:ext cx="139337" cy="139337"/>
            </a:xfrm>
            <a:prstGeom prst="ellipse">
              <a:avLst/>
            </a:prstGeom>
            <a:solidFill>
              <a:schemeClr val="accent1">
                <a:lumMod val="40000"/>
                <a:lumOff val="6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custDataLst>
                <p:tags r:id="rId16"/>
              </p:custDataLst>
            </p:nvPr>
          </p:nvSpPr>
          <p:spPr>
            <a:xfrm>
              <a:off x="6476745" y="2108609"/>
              <a:ext cx="139337" cy="139337"/>
            </a:xfrm>
            <a:prstGeom prst="ellipse">
              <a:avLst/>
            </a:prstGeom>
            <a:solidFill>
              <a:srgbClr val="354ECE"/>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userDrawn="1">
            <p:custDataLst>
              <p:tags r:id="rId4"/>
            </p:custDataLst>
          </p:nvPr>
        </p:nvGrpSpPr>
        <p:grpSpPr>
          <a:xfrm>
            <a:off x="161290" y="6234430"/>
            <a:ext cx="208280" cy="161290"/>
            <a:chOff x="6709229" y="856343"/>
            <a:chExt cx="232229" cy="58057"/>
          </a:xfrm>
        </p:grpSpPr>
        <p:cxnSp>
          <p:nvCxnSpPr>
            <p:cNvPr id="35" name="直接连接符 34"/>
            <p:cNvCxnSpPr/>
            <p:nvPr>
              <p:custDataLst>
                <p:tags r:id="rId10"/>
              </p:custDataLst>
            </p:nvPr>
          </p:nvCxnSpPr>
          <p:spPr>
            <a:xfrm>
              <a:off x="6709229" y="856343"/>
              <a:ext cx="232229" cy="0"/>
            </a:xfrm>
            <a:prstGeom prst="line">
              <a:avLst/>
            </a:prstGeom>
            <a:ln w="28575">
              <a:solidFill>
                <a:srgbClr val="354ECE"/>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custDataLst>
                <p:tags r:id="rId11"/>
              </p:custDataLst>
            </p:nvPr>
          </p:nvCxnSpPr>
          <p:spPr>
            <a:xfrm>
              <a:off x="6709229" y="885372"/>
              <a:ext cx="232229" cy="0"/>
            </a:xfrm>
            <a:prstGeom prst="line">
              <a:avLst/>
            </a:prstGeom>
            <a:ln w="28575">
              <a:solidFill>
                <a:srgbClr val="354ECE"/>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12"/>
              </p:custDataLst>
            </p:nvPr>
          </p:nvCxnSpPr>
          <p:spPr>
            <a:xfrm>
              <a:off x="6709229" y="914400"/>
              <a:ext cx="232229" cy="0"/>
            </a:xfrm>
            <a:prstGeom prst="line">
              <a:avLst/>
            </a:prstGeom>
            <a:ln w="28575">
              <a:solidFill>
                <a:srgbClr val="354ECE"/>
              </a:solidFill>
            </a:ln>
          </p:spPr>
          <p:style>
            <a:lnRef idx="1">
              <a:schemeClr val="accent1"/>
            </a:lnRef>
            <a:fillRef idx="0">
              <a:schemeClr val="accent1"/>
            </a:fillRef>
            <a:effectRef idx="0">
              <a:schemeClr val="accent1"/>
            </a:effectRef>
            <a:fontRef idx="minor">
              <a:schemeClr val="tx1"/>
            </a:fontRef>
          </p:style>
        </p:cxnSp>
      </p:grpSp>
      <p:sp>
        <p:nvSpPr>
          <p:cNvPr id="2" name="圆角矩形 1"/>
          <p:cNvSpPr/>
          <p:nvPr userDrawn="1">
            <p:custDataLst>
              <p:tags r:id="rId5"/>
            </p:custDataLst>
          </p:nvPr>
        </p:nvSpPr>
        <p:spPr>
          <a:xfrm flipH="1">
            <a:off x="1695450" y="1706245"/>
            <a:ext cx="8861425" cy="3445510"/>
          </a:xfrm>
          <a:prstGeom prst="roundRect">
            <a:avLst>
              <a:gd name="adj" fmla="val 0"/>
            </a:avLst>
          </a:prstGeom>
          <a:solidFill>
            <a:schemeClr val="bg1">
              <a:alpha val="80000"/>
            </a:schemeClr>
          </a:solidFill>
          <a:ln w="28575">
            <a:gradFill>
              <a:gsLst>
                <a:gs pos="0">
                  <a:srgbClr val="FFFFFF">
                    <a:alpha val="42000"/>
                  </a:srgbClr>
                </a:gs>
                <a:gs pos="25000">
                  <a:srgbClr val="9AA7E7">
                    <a:alpha val="100000"/>
                  </a:srgbClr>
                </a:gs>
                <a:gs pos="100000">
                  <a:srgbClr val="354ECE"/>
                </a:gs>
              </a:gsLst>
              <a:lin ang="13140000" scaled="1"/>
            </a:gradFill>
          </a:ln>
          <a:effectLst>
            <a:outerShdw blurRad="254000" dist="38100" dir="2700000" algn="tl" rotWithShape="0">
              <a:srgbClr val="BCB2F7">
                <a:alpha val="40000"/>
              </a:srgbClr>
            </a:outerShdw>
          </a:effectLst>
          <a:scene3d>
            <a:camera prst="orthographicFront">
              <a:rot lat="0" lon="0" rev="0"/>
            </a:camera>
            <a:lightRig rig="threePt" dir="t"/>
          </a:scene3d>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pSp>
        <p:nvGrpSpPr>
          <p:cNvPr id="4" name="组合 3"/>
          <p:cNvGrpSpPr/>
          <p:nvPr userDrawn="1">
            <p:custDataLst>
              <p:tags r:id="rId6"/>
            </p:custDataLst>
          </p:nvPr>
        </p:nvGrpSpPr>
        <p:grpSpPr>
          <a:xfrm>
            <a:off x="6710680" y="2017395"/>
            <a:ext cx="1312545" cy="936625"/>
            <a:chOff x="8753397" y="2209800"/>
            <a:chExt cx="1134019" cy="502920"/>
          </a:xfrm>
          <a:gradFill>
            <a:gsLst>
              <a:gs pos="0">
                <a:srgbClr val="354ECE"/>
              </a:gs>
              <a:gs pos="81000">
                <a:schemeClr val="accent1">
                  <a:lumMod val="20000"/>
                  <a:lumOff val="80000"/>
                </a:schemeClr>
              </a:gs>
            </a:gsLst>
            <a:lin ang="3600000" scaled="0"/>
          </a:gradFill>
        </p:grpSpPr>
        <p:sp>
          <p:nvSpPr>
            <p:cNvPr id="28" name="箭头: V 形 17"/>
            <p:cNvSpPr/>
            <p:nvPr>
              <p:custDataLst>
                <p:tags r:id="rId8"/>
              </p:custDataLst>
            </p:nvPr>
          </p:nvSpPr>
          <p:spPr>
            <a:xfrm>
              <a:off x="8753397"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sp>
          <p:nvSpPr>
            <p:cNvPr id="29" name="箭头: V 形 18"/>
            <p:cNvSpPr/>
            <p:nvPr>
              <p:custDataLst>
                <p:tags r:id="rId9"/>
              </p:custDataLst>
            </p:nvPr>
          </p:nvSpPr>
          <p:spPr>
            <a:xfrm>
              <a:off x="9239405" y="2209800"/>
              <a:ext cx="648011" cy="502920"/>
            </a:xfrm>
            <a:prstGeom prst="chevron">
              <a:avLst>
                <a:gd name="adj" fmla="val 594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15">
                <a:solidFill>
                  <a:schemeClr val="tx1"/>
                </a:solidFill>
                <a:latin typeface="思源宋体 CN" panose="02020400000000000000" pitchFamily="18" charset="-122"/>
                <a:ea typeface="思源宋体 CN" panose="02020400000000000000" pitchFamily="18" charset="-122"/>
                <a:sym typeface="思源宋体 CN" panose="02020400000000000000" pitchFamily="18" charset="-122"/>
              </a:endParaRPr>
            </a:p>
          </p:txBody>
        </p:sp>
      </p:grpSp>
      <p:pic>
        <p:nvPicPr>
          <p:cNvPr id="3" name="图片 2" descr="图片1"/>
          <p:cNvPicPr>
            <a:picLocks noChangeAspect="1"/>
          </p:cNvPicPr>
          <p:nvPr userDrawn="1">
            <p:custDataLst>
              <p:tags r:id="rId7"/>
            </p:custDataLst>
          </p:nvPr>
        </p:nvPicPr>
        <p:blipFill>
          <a:blip r:embed="rId19"/>
          <a:srcRect l="6059" r="7265" b="13029"/>
          <a:stretch>
            <a:fillRect/>
          </a:stretch>
        </p:blipFill>
        <p:spPr>
          <a:xfrm>
            <a:off x="984885" y="1923415"/>
            <a:ext cx="3768725" cy="3228340"/>
          </a:xfrm>
          <a:prstGeom prst="rect">
            <a:avLst/>
          </a:prstGeom>
        </p:spPr>
      </p:pic>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2026/9/2</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2026/9/2</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2026/9/2</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2026/9/2</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2026/9/2</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2026/9/2</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2026/9/2</a:t>
            </a:fld>
            <a:endParaRPr lang="zh-CN" altLang="en-US"/>
          </a:p>
        </p:txBody>
      </p:sp>
      <p:sp>
        <p:nvSpPr>
          <p:cNvPr id="6" name="页脚占位符 5"/>
          <p:cNvSpPr>
            <a:spLocks noGrp="1"/>
          </p:cNvSpPr>
          <p:nvPr>
            <p:ph type="ftr" sz="quarter" idx="11"/>
            <p:custDataLst>
              <p:tags r:id="rId4"/>
            </p:custDataLst>
          </p:nvPr>
        </p:nvSpPr>
        <p:spPr/>
        <p:txBody>
          <a:bodyPr/>
          <a:lstStyle/>
          <a:p>
            <a:endParaRPr lang="zh-CN" altLang="en-US"/>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2026/9/2</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2026/9/2</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2026/9/2</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a:t>单击此处编辑母版文本样式</a:t>
            </a:r>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7_标题和内容">
    <p:bg>
      <p:bgPr>
        <a:blipFill>
          <a:blip r:embed="rId7"/>
          <a:stretch>
            <a:fillRect/>
          </a:stretch>
        </a:blipFill>
        <a:effectLst/>
      </p:bgPr>
    </p:bg>
    <p:spTree>
      <p:nvGrpSpPr>
        <p:cNvPr id="1" name=""/>
        <p:cNvGrpSpPr/>
        <p:nvPr/>
      </p:nvGrpSpPr>
      <p:grpSpPr>
        <a:xfrm>
          <a:off x="0" y="0"/>
          <a:ext cx="0" cy="0"/>
          <a:chOff x="0" y="0"/>
          <a:chExt cx="0" cy="0"/>
        </a:xfrm>
      </p:grpSpPr>
      <p:sp>
        <p:nvSpPr>
          <p:cNvPr id="2" name="矩形: 圆角 1"/>
          <p:cNvSpPr/>
          <p:nvPr userDrawn="1">
            <p:custDataLst>
              <p:tags r:id="rId1"/>
            </p:custDataLst>
          </p:nvPr>
        </p:nvSpPr>
        <p:spPr>
          <a:xfrm>
            <a:off x="4202566" y="881300"/>
            <a:ext cx="3786868" cy="45719"/>
          </a:xfrm>
          <a:prstGeom prst="roundRect">
            <a:avLst>
              <a:gd name="adj" fmla="val 50000"/>
            </a:avLst>
          </a:prstGeom>
          <a:solidFill>
            <a:srgbClr val="00A5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grpSp>
        <p:nvGrpSpPr>
          <p:cNvPr id="3" name="组合 2"/>
          <p:cNvGrpSpPr/>
          <p:nvPr userDrawn="1">
            <p:custDataLst>
              <p:tags r:id="rId2"/>
            </p:custDataLst>
          </p:nvPr>
        </p:nvGrpSpPr>
        <p:grpSpPr>
          <a:xfrm>
            <a:off x="4931584" y="269951"/>
            <a:ext cx="2328832" cy="565604"/>
            <a:chOff x="5032600" y="269951"/>
            <a:chExt cx="2328832" cy="565604"/>
          </a:xfrm>
        </p:grpSpPr>
        <p:sp>
          <p:nvSpPr>
            <p:cNvPr id="4" name="文本框 3"/>
            <p:cNvSpPr txBox="1"/>
            <p:nvPr>
              <p:custDataLst>
                <p:tags r:id="rId3"/>
              </p:custDataLst>
            </p:nvPr>
          </p:nvSpPr>
          <p:spPr>
            <a:xfrm>
              <a:off x="5606633" y="269951"/>
              <a:ext cx="1754799" cy="565604"/>
            </a:xfrm>
            <a:prstGeom prst="rect">
              <a:avLst/>
            </a:prstGeom>
            <a:noFill/>
          </p:spPr>
          <p:txBody>
            <a:bodyPr wrap="square" rtlCol="0">
              <a:spAutoFit/>
            </a:bodyPr>
            <a:lstStyle/>
            <a:p>
              <a:pPr algn="dist">
                <a:lnSpc>
                  <a:spcPct val="120000"/>
                </a:lnSpc>
              </a:pPr>
              <a:r>
                <a:rPr lang="zh-CN" altLang="en-US" sz="2800" b="1">
                  <a:solidFill>
                    <a:srgbClr val="2AA0DA"/>
                  </a:solidFill>
                  <a:effectLst>
                    <a:innerShdw blurRad="63500" dist="50800">
                      <a:prstClr val="black">
                        <a:alpha val="50000"/>
                      </a:prstClr>
                    </a:innerShdw>
                  </a:effectLst>
                  <a:latin typeface="微软雅黑" panose="020B0503020204020204" pitchFamily="34" charset="-122"/>
                  <a:ea typeface="微软雅黑" panose="020B0503020204020204" pitchFamily="34" charset="-122"/>
                </a:rPr>
                <a:t>学习目标</a:t>
              </a:r>
            </a:p>
          </p:txBody>
        </p:sp>
        <p:pic>
          <p:nvPicPr>
            <p:cNvPr id="5" name="图片 4"/>
            <p:cNvPicPr>
              <a:picLocks noChangeAspect="1"/>
            </p:cNvPicPr>
            <p:nvPr>
              <p:custDataLst>
                <p:tags r:id="rId4"/>
              </p:custDataLst>
            </p:nvPr>
          </p:nvPicPr>
          <p:blipFill>
            <a:blip r:embed="rId8"/>
            <a:stretch>
              <a:fillRect/>
            </a:stretch>
          </p:blipFill>
          <p:spPr>
            <a:xfrm>
              <a:off x="5032600" y="289787"/>
              <a:ext cx="483549" cy="483549"/>
            </a:xfrm>
            <a:prstGeom prst="rect">
              <a:avLst/>
            </a:prstGeom>
          </p:spPr>
        </p:pic>
        <p:cxnSp>
          <p:nvCxnSpPr>
            <p:cNvPr id="6" name="直接连接符 5"/>
            <p:cNvCxnSpPr/>
            <p:nvPr>
              <p:custDataLst>
                <p:tags r:id="rId5"/>
              </p:custDataLst>
            </p:nvPr>
          </p:nvCxnSpPr>
          <p:spPr>
            <a:xfrm flipH="1">
              <a:off x="5628142" y="338105"/>
              <a:ext cx="0" cy="435231"/>
            </a:xfrm>
            <a:prstGeom prst="line">
              <a:avLst/>
            </a:prstGeom>
            <a:ln w="28575">
              <a:solidFill>
                <a:srgbClr val="2AA0DA"/>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image" Target="file:///D:\qq&#25991;&#20214;\712321467\Image\C2C\Image2\%7b75232B38-A165-1FB7-499C-2E1C792CACB5%7d.png"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tags" Target="../tags/tag61.xml"/><Relationship Id="rId3" Type="http://schemas.openxmlformats.org/officeDocument/2006/relationships/slideLayout" Target="../slideLayouts/slideLayout13.xml"/><Relationship Id="rId21" Type="http://schemas.openxmlformats.org/officeDocument/2006/relationships/tags" Target="../tags/tag64.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tags" Target="../tags/tag60.xml"/><Relationship Id="rId25" Type="http://schemas.openxmlformats.org/officeDocument/2006/relationships/image" Target="file:///D:\qq&#25991;&#20214;\712321467\Image\C2C\Image2\%7b75232B38-A165-1FB7-499C-2E1C792CACB5%7d.png" TargetMode="External"/><Relationship Id="rId2" Type="http://schemas.openxmlformats.org/officeDocument/2006/relationships/slideLayout" Target="../slideLayouts/slideLayout12.xml"/><Relationship Id="rId16" Type="http://schemas.openxmlformats.org/officeDocument/2006/relationships/theme" Target="../theme/theme2.xml"/><Relationship Id="rId20" Type="http://schemas.openxmlformats.org/officeDocument/2006/relationships/tags" Target="../tags/tag63.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24" Type="http://schemas.openxmlformats.org/officeDocument/2006/relationships/image" Target="../media/image1.png"/><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tags" Target="../tags/tag66.xml"/><Relationship Id="rId10" Type="http://schemas.openxmlformats.org/officeDocument/2006/relationships/slideLayout" Target="../slideLayouts/slideLayout20.xml"/><Relationship Id="rId19" Type="http://schemas.openxmlformats.org/officeDocument/2006/relationships/tags" Target="../tags/tag62.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tags" Target="../tags/tag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图片 1073743875" descr="学科网 zxxk.com"/>
          <p:cNvPicPr>
            <a:picLocks noChangeAspect="1"/>
          </p:cNvPicPr>
          <p:nvPr>
            <p:custDataLst>
              <p:tags r:id="rId13"/>
            </p:custDataLst>
          </p:nvPr>
        </p:nvPicPr>
        <p:blipFill>
          <a:blip r:embed="rId14" r:link="rId15"/>
          <a:stretch>
            <a:fillRect/>
          </a:stretch>
        </p:blipFill>
        <p:spPr>
          <a:xfrm>
            <a:off x="838200" y="365125"/>
            <a:ext cx="9525" cy="9525"/>
          </a:xfrm>
          <a:prstGeom prst="rect">
            <a:avLst/>
          </a:prstGeom>
          <a:noFill/>
          <a:ln>
            <a:noFill/>
            <a:miter lim="800000"/>
          </a:ln>
        </p:spPr>
      </p:pic>
    </p:spTree>
    <p:custDataLst>
      <p:tags r:id="rId12"/>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ransition spd="slow"/>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8"/>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a:t>单击此处编辑母版标题样式</a:t>
            </a:r>
          </a:p>
        </p:txBody>
      </p:sp>
      <p:sp>
        <p:nvSpPr>
          <p:cNvPr id="3" name="文本占位符 2"/>
          <p:cNvSpPr>
            <a:spLocks noGrp="1"/>
          </p:cNvSpPr>
          <p:nvPr>
            <p:ph type="body" idx="1"/>
            <p:custDataLst>
              <p:tags r:id="rId19"/>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custDataLst>
              <p:tags r:id="rId20"/>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2026/9/2</a:t>
            </a:fld>
            <a:endParaRPr lang="zh-CN" altLang="en-US"/>
          </a:p>
        </p:txBody>
      </p:sp>
      <p:sp>
        <p:nvSpPr>
          <p:cNvPr id="5" name="页脚占位符 4"/>
          <p:cNvSpPr>
            <a:spLocks noGrp="1"/>
          </p:cNvSpPr>
          <p:nvPr>
            <p:ph type="ftr" sz="quarter" idx="3"/>
            <p:custDataLst>
              <p:tags r:id="rId21"/>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a:p>
        </p:txBody>
      </p:sp>
      <p:sp>
        <p:nvSpPr>
          <p:cNvPr id="6" name="灯片编号占位符 5"/>
          <p:cNvSpPr>
            <a:spLocks noGrp="1"/>
          </p:cNvSpPr>
          <p:nvPr>
            <p:ph type="sldNum" sz="quarter" idx="4"/>
            <p:custDataLst>
              <p:tags r:id="rId22"/>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a:p>
        </p:txBody>
      </p:sp>
      <p:pic>
        <p:nvPicPr>
          <p:cNvPr id="7" name="图片 1073743875" descr="学科网 zxxk.com"/>
          <p:cNvPicPr>
            <a:picLocks noChangeAspect="1"/>
          </p:cNvPicPr>
          <p:nvPr>
            <p:custDataLst>
              <p:tags r:id="rId23"/>
            </p:custDataLst>
          </p:nvPr>
        </p:nvPicPr>
        <p:blipFill>
          <a:blip r:embed="rId24" r:link="rId25"/>
          <a:stretch>
            <a:fillRect/>
          </a:stretch>
        </p:blipFill>
        <p:spPr>
          <a:xfrm>
            <a:off x="838200" y="365125"/>
            <a:ext cx="9525" cy="9525"/>
          </a:xfrm>
          <a:prstGeom prst="rect">
            <a:avLst/>
          </a:prstGeom>
          <a:noFill/>
          <a:ln>
            <a:noFill/>
            <a:miter lim="800000"/>
          </a:ln>
        </p:spPr>
      </p:pic>
    </p:spTree>
    <p:custDataLst>
      <p:tags r:id="rId17"/>
    </p:custData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Lst>
  <p:transition/>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ct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ct val="0"/>
        </a:spcBef>
        <a:spcAft>
          <a:spcPts val="600"/>
        </a:spcAft>
        <a:buFont typeface="Arial" panose="020B0604020202020204" pitchFamily="34" charset="0"/>
        <a:buChar char="●"/>
        <a:tabLst>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ct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ct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ct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82.xml"/><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image" Target="../media/image6.png"/><Relationship Id="rId5" Type="http://schemas.openxmlformats.org/officeDocument/2006/relationships/slideLayout" Target="../slideLayouts/slideLayout1.xml"/><Relationship Id="rId4" Type="http://schemas.openxmlformats.org/officeDocument/2006/relationships/tags" Target="../tags/tag183.xml"/></Relationships>
</file>

<file path=ppt/slides/_rels/slide2.xml.rels><?xml version="1.0" encoding="UTF-8" standalone="yes"?>
<Relationships xmlns="http://schemas.openxmlformats.org/package/2006/relationships"><Relationship Id="rId8" Type="http://schemas.openxmlformats.org/officeDocument/2006/relationships/tags" Target="../tags/tag191.xml"/><Relationship Id="rId13" Type="http://schemas.openxmlformats.org/officeDocument/2006/relationships/tags" Target="../tags/tag261.xml"/><Relationship Id="rId3" Type="http://schemas.openxmlformats.org/officeDocument/2006/relationships/tags" Target="../tags/tag186.xml"/><Relationship Id="rId7" Type="http://schemas.openxmlformats.org/officeDocument/2006/relationships/tags" Target="../tags/tag190.xml"/><Relationship Id="rId12" Type="http://schemas.openxmlformats.org/officeDocument/2006/relationships/slideLayout" Target="../slideLayouts/slideLayout5.xml"/><Relationship Id="rId2" Type="http://schemas.openxmlformats.org/officeDocument/2006/relationships/tags" Target="../tags/tag185.xml"/><Relationship Id="rId1" Type="http://schemas.openxmlformats.org/officeDocument/2006/relationships/tags" Target="../tags/tag184.xml"/><Relationship Id="rId6" Type="http://schemas.openxmlformats.org/officeDocument/2006/relationships/tags" Target="../tags/tag189.xml"/><Relationship Id="rId11" Type="http://schemas.openxmlformats.org/officeDocument/2006/relationships/tags" Target="../tags/tag194.xml"/><Relationship Id="rId5" Type="http://schemas.openxmlformats.org/officeDocument/2006/relationships/tags" Target="../tags/tag188.xml"/><Relationship Id="rId15" Type="http://schemas.openxmlformats.org/officeDocument/2006/relationships/image" Target="../media/image7.gif"/><Relationship Id="rId10" Type="http://schemas.openxmlformats.org/officeDocument/2006/relationships/tags" Target="../tags/tag193.xml"/><Relationship Id="rId4" Type="http://schemas.openxmlformats.org/officeDocument/2006/relationships/tags" Target="../tags/tag187.xml"/><Relationship Id="rId9" Type="http://schemas.openxmlformats.org/officeDocument/2006/relationships/tags" Target="../tags/tag192.xml"/><Relationship Id="rId14" Type="http://schemas.openxmlformats.org/officeDocument/2006/relationships/image" Target="../media/image18.png"/></Relationships>
</file>

<file path=ppt/slides/_rels/slide3.xml.rels><?xml version="1.0" encoding="UTF-8" standalone="yes"?>
<Relationships xmlns="http://schemas.openxmlformats.org/package/2006/relationships"><Relationship Id="rId8" Type="http://schemas.openxmlformats.org/officeDocument/2006/relationships/tags" Target="../tags/tag202.xml"/><Relationship Id="rId13" Type="http://schemas.openxmlformats.org/officeDocument/2006/relationships/image" Target="../media/image9.png"/><Relationship Id="rId3" Type="http://schemas.openxmlformats.org/officeDocument/2006/relationships/tags" Target="../tags/tag197.xml"/><Relationship Id="rId7" Type="http://schemas.openxmlformats.org/officeDocument/2006/relationships/tags" Target="../tags/tag201.xml"/><Relationship Id="rId12" Type="http://schemas.openxmlformats.org/officeDocument/2006/relationships/image" Target="../media/image8.png"/><Relationship Id="rId2" Type="http://schemas.openxmlformats.org/officeDocument/2006/relationships/tags" Target="../tags/tag196.xml"/><Relationship Id="rId16" Type="http://schemas.microsoft.com/office/2007/relationships/hdphoto" Target="../media/hdphoto1.wdp"/><Relationship Id="rId1" Type="http://schemas.openxmlformats.org/officeDocument/2006/relationships/tags" Target="../tags/tag195.xml"/><Relationship Id="rId6" Type="http://schemas.openxmlformats.org/officeDocument/2006/relationships/tags" Target="../tags/tag200.xml"/><Relationship Id="rId11" Type="http://schemas.openxmlformats.org/officeDocument/2006/relationships/notesSlide" Target="../notesSlides/notesSlide1.xml"/><Relationship Id="rId5" Type="http://schemas.openxmlformats.org/officeDocument/2006/relationships/tags" Target="../tags/tag199.xml"/><Relationship Id="rId15" Type="http://schemas.openxmlformats.org/officeDocument/2006/relationships/image" Target="../media/image11.png"/><Relationship Id="rId10" Type="http://schemas.openxmlformats.org/officeDocument/2006/relationships/slideLayout" Target="../slideLayouts/slideLayout5.xml"/><Relationship Id="rId4" Type="http://schemas.openxmlformats.org/officeDocument/2006/relationships/tags" Target="../tags/tag198.xml"/><Relationship Id="rId9" Type="http://schemas.openxmlformats.org/officeDocument/2006/relationships/tags" Target="../tags/tag203.xml"/><Relationship Id="rId1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tags" Target="../tags/tag214.xml"/><Relationship Id="rId13" Type="http://schemas.openxmlformats.org/officeDocument/2006/relationships/tags" Target="../tags/tag219.xml"/><Relationship Id="rId18" Type="http://schemas.openxmlformats.org/officeDocument/2006/relationships/tags" Target="../tags/tag224.xml"/><Relationship Id="rId26" Type="http://schemas.openxmlformats.org/officeDocument/2006/relationships/tags" Target="../tags/tag232.xml"/><Relationship Id="rId3" Type="http://schemas.openxmlformats.org/officeDocument/2006/relationships/tags" Target="../tags/tag209.xml"/><Relationship Id="rId21" Type="http://schemas.openxmlformats.org/officeDocument/2006/relationships/tags" Target="../tags/tag227.xml"/><Relationship Id="rId7" Type="http://schemas.openxmlformats.org/officeDocument/2006/relationships/tags" Target="../tags/tag213.xml"/><Relationship Id="rId12" Type="http://schemas.openxmlformats.org/officeDocument/2006/relationships/tags" Target="../tags/tag218.xml"/><Relationship Id="rId17" Type="http://schemas.openxmlformats.org/officeDocument/2006/relationships/tags" Target="../tags/tag223.xml"/><Relationship Id="rId25" Type="http://schemas.openxmlformats.org/officeDocument/2006/relationships/tags" Target="../tags/tag231.xml"/><Relationship Id="rId2" Type="http://schemas.openxmlformats.org/officeDocument/2006/relationships/tags" Target="../tags/tag208.xml"/><Relationship Id="rId16" Type="http://schemas.openxmlformats.org/officeDocument/2006/relationships/tags" Target="../tags/tag222.xml"/><Relationship Id="rId20" Type="http://schemas.openxmlformats.org/officeDocument/2006/relationships/tags" Target="../tags/tag226.xml"/><Relationship Id="rId29" Type="http://schemas.openxmlformats.org/officeDocument/2006/relationships/notesSlide" Target="../notesSlides/notesSlide2.xml"/><Relationship Id="rId1" Type="http://schemas.openxmlformats.org/officeDocument/2006/relationships/tags" Target="../tags/tag207.xml"/><Relationship Id="rId6" Type="http://schemas.openxmlformats.org/officeDocument/2006/relationships/tags" Target="../tags/tag212.xml"/><Relationship Id="rId11" Type="http://schemas.openxmlformats.org/officeDocument/2006/relationships/tags" Target="../tags/tag217.xml"/><Relationship Id="rId24" Type="http://schemas.openxmlformats.org/officeDocument/2006/relationships/tags" Target="../tags/tag230.xml"/><Relationship Id="rId5" Type="http://schemas.openxmlformats.org/officeDocument/2006/relationships/tags" Target="../tags/tag211.xml"/><Relationship Id="rId15" Type="http://schemas.openxmlformats.org/officeDocument/2006/relationships/tags" Target="../tags/tag221.xml"/><Relationship Id="rId23" Type="http://schemas.openxmlformats.org/officeDocument/2006/relationships/tags" Target="../tags/tag229.xml"/><Relationship Id="rId28" Type="http://schemas.openxmlformats.org/officeDocument/2006/relationships/slideLayout" Target="../slideLayouts/slideLayout5.xml"/><Relationship Id="rId10" Type="http://schemas.openxmlformats.org/officeDocument/2006/relationships/tags" Target="../tags/tag216.xml"/><Relationship Id="rId19" Type="http://schemas.openxmlformats.org/officeDocument/2006/relationships/tags" Target="../tags/tag225.xml"/><Relationship Id="rId31" Type="http://schemas.microsoft.com/office/2007/relationships/hdphoto" Target="../media/hdphoto2.wdp"/><Relationship Id="rId4" Type="http://schemas.openxmlformats.org/officeDocument/2006/relationships/tags" Target="../tags/tag210.xml"/><Relationship Id="rId9" Type="http://schemas.openxmlformats.org/officeDocument/2006/relationships/tags" Target="../tags/tag215.xml"/><Relationship Id="rId14" Type="http://schemas.openxmlformats.org/officeDocument/2006/relationships/tags" Target="../tags/tag220.xml"/><Relationship Id="rId22" Type="http://schemas.openxmlformats.org/officeDocument/2006/relationships/tags" Target="../tags/tag228.xml"/><Relationship Id="rId27" Type="http://schemas.openxmlformats.org/officeDocument/2006/relationships/tags" Target="../tags/tag233.xml"/><Relationship Id="rId30"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38.xml"/><Relationship Id="rId1" Type="http://schemas.openxmlformats.org/officeDocument/2006/relationships/tags" Target="../tags/tag237.xml"/></Relationships>
</file>

<file path=ppt/slides/_rels/slide6.xml.rels><?xml version="1.0" encoding="UTF-8" standalone="yes"?>
<Relationships xmlns="http://schemas.openxmlformats.org/package/2006/relationships"><Relationship Id="rId8" Type="http://schemas.openxmlformats.org/officeDocument/2006/relationships/tags" Target="../tags/tag246.xml"/><Relationship Id="rId13" Type="http://schemas.openxmlformats.org/officeDocument/2006/relationships/tags" Target="../tags/tag251.xml"/><Relationship Id="rId18" Type="http://schemas.openxmlformats.org/officeDocument/2006/relationships/tags" Target="../tags/tag256.xml"/><Relationship Id="rId26" Type="http://schemas.openxmlformats.org/officeDocument/2006/relationships/tags" Target="../tags/tag265.xml"/><Relationship Id="rId3" Type="http://schemas.openxmlformats.org/officeDocument/2006/relationships/tags" Target="../tags/tag241.xml"/><Relationship Id="rId21" Type="http://schemas.openxmlformats.org/officeDocument/2006/relationships/tags" Target="../tags/tag259.xml"/><Relationship Id="rId34" Type="http://schemas.openxmlformats.org/officeDocument/2006/relationships/image" Target="../media/image30.png"/><Relationship Id="rId7" Type="http://schemas.openxmlformats.org/officeDocument/2006/relationships/tags" Target="../tags/tag245.xml"/><Relationship Id="rId12" Type="http://schemas.openxmlformats.org/officeDocument/2006/relationships/tags" Target="../tags/tag250.xml"/><Relationship Id="rId17" Type="http://schemas.openxmlformats.org/officeDocument/2006/relationships/tags" Target="../tags/tag255.xml"/><Relationship Id="rId25" Type="http://schemas.openxmlformats.org/officeDocument/2006/relationships/tags" Target="../tags/tag264.xml"/><Relationship Id="rId33" Type="http://schemas.openxmlformats.org/officeDocument/2006/relationships/tags" Target="../tags/tag475.xml"/><Relationship Id="rId2" Type="http://schemas.openxmlformats.org/officeDocument/2006/relationships/tags" Target="../tags/tag240.xml"/><Relationship Id="rId16" Type="http://schemas.openxmlformats.org/officeDocument/2006/relationships/tags" Target="../tags/tag254.xml"/><Relationship Id="rId20" Type="http://schemas.openxmlformats.org/officeDocument/2006/relationships/tags" Target="../tags/tag258.xml"/><Relationship Id="rId29" Type="http://schemas.openxmlformats.org/officeDocument/2006/relationships/tags" Target="../tags/tag268.xml"/><Relationship Id="rId1" Type="http://schemas.openxmlformats.org/officeDocument/2006/relationships/tags" Target="../tags/tag239.xml"/><Relationship Id="rId6" Type="http://schemas.openxmlformats.org/officeDocument/2006/relationships/tags" Target="../tags/tag244.xml"/><Relationship Id="rId11" Type="http://schemas.openxmlformats.org/officeDocument/2006/relationships/tags" Target="../tags/tag249.xml"/><Relationship Id="rId24" Type="http://schemas.openxmlformats.org/officeDocument/2006/relationships/tags" Target="../tags/tag263.xml"/><Relationship Id="rId32" Type="http://schemas.openxmlformats.org/officeDocument/2006/relationships/image" Target="../media/image13.png"/><Relationship Id="rId5" Type="http://schemas.openxmlformats.org/officeDocument/2006/relationships/tags" Target="../tags/tag243.xml"/><Relationship Id="rId15" Type="http://schemas.openxmlformats.org/officeDocument/2006/relationships/tags" Target="../tags/tag253.xml"/><Relationship Id="rId23" Type="http://schemas.openxmlformats.org/officeDocument/2006/relationships/tags" Target="../tags/tag262.xml"/><Relationship Id="rId28" Type="http://schemas.openxmlformats.org/officeDocument/2006/relationships/tags" Target="../tags/tag267.xml"/><Relationship Id="rId36" Type="http://schemas.openxmlformats.org/officeDocument/2006/relationships/image" Target="../media/image15.png"/><Relationship Id="rId10" Type="http://schemas.openxmlformats.org/officeDocument/2006/relationships/tags" Target="../tags/tag248.xml"/><Relationship Id="rId19" Type="http://schemas.openxmlformats.org/officeDocument/2006/relationships/tags" Target="../tags/tag257.xml"/><Relationship Id="rId31" Type="http://schemas.openxmlformats.org/officeDocument/2006/relationships/notesSlide" Target="../notesSlides/notesSlide3.xml"/><Relationship Id="rId4" Type="http://schemas.openxmlformats.org/officeDocument/2006/relationships/tags" Target="../tags/tag242.xml"/><Relationship Id="rId9" Type="http://schemas.openxmlformats.org/officeDocument/2006/relationships/tags" Target="../tags/tag247.xml"/><Relationship Id="rId14" Type="http://schemas.openxmlformats.org/officeDocument/2006/relationships/tags" Target="../tags/tag252.xml"/><Relationship Id="rId22" Type="http://schemas.openxmlformats.org/officeDocument/2006/relationships/tags" Target="../tags/tag260.xml"/><Relationship Id="rId27" Type="http://schemas.openxmlformats.org/officeDocument/2006/relationships/tags" Target="../tags/tag266.xml"/><Relationship Id="rId30" Type="http://schemas.openxmlformats.org/officeDocument/2006/relationships/slideLayout" Target="../slideLayouts/slideLayout6.xml"/><Relationship Id="rId35"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tags" Target="../tags/tag279.xml"/><Relationship Id="rId13" Type="http://schemas.openxmlformats.org/officeDocument/2006/relationships/tags" Target="../tags/tag284.xml"/><Relationship Id="rId18" Type="http://schemas.openxmlformats.org/officeDocument/2006/relationships/tags" Target="../tags/tag289.xml"/><Relationship Id="rId3" Type="http://schemas.openxmlformats.org/officeDocument/2006/relationships/tags" Target="../tags/tag274.xml"/><Relationship Id="rId21" Type="http://schemas.openxmlformats.org/officeDocument/2006/relationships/tags" Target="../tags/tag292.xml"/><Relationship Id="rId7" Type="http://schemas.openxmlformats.org/officeDocument/2006/relationships/tags" Target="../tags/tag278.xml"/><Relationship Id="rId12" Type="http://schemas.openxmlformats.org/officeDocument/2006/relationships/tags" Target="../tags/tag283.xml"/><Relationship Id="rId17" Type="http://schemas.openxmlformats.org/officeDocument/2006/relationships/tags" Target="../tags/tag288.xml"/><Relationship Id="rId2" Type="http://schemas.openxmlformats.org/officeDocument/2006/relationships/tags" Target="../tags/tag273.xml"/><Relationship Id="rId16" Type="http://schemas.openxmlformats.org/officeDocument/2006/relationships/tags" Target="../tags/tag287.xml"/><Relationship Id="rId20" Type="http://schemas.openxmlformats.org/officeDocument/2006/relationships/tags" Target="../tags/tag291.xml"/><Relationship Id="rId1" Type="http://schemas.openxmlformats.org/officeDocument/2006/relationships/tags" Target="../tags/tag272.xml"/><Relationship Id="rId6" Type="http://schemas.openxmlformats.org/officeDocument/2006/relationships/tags" Target="../tags/tag277.xml"/><Relationship Id="rId11" Type="http://schemas.openxmlformats.org/officeDocument/2006/relationships/tags" Target="../tags/tag282.xml"/><Relationship Id="rId5" Type="http://schemas.openxmlformats.org/officeDocument/2006/relationships/tags" Target="../tags/tag276.xml"/><Relationship Id="rId15" Type="http://schemas.openxmlformats.org/officeDocument/2006/relationships/tags" Target="../tags/tag286.xml"/><Relationship Id="rId23" Type="http://schemas.openxmlformats.org/officeDocument/2006/relationships/slideLayout" Target="../slideLayouts/slideLayout5.xml"/><Relationship Id="rId10" Type="http://schemas.openxmlformats.org/officeDocument/2006/relationships/tags" Target="../tags/tag281.xml"/><Relationship Id="rId19" Type="http://schemas.openxmlformats.org/officeDocument/2006/relationships/tags" Target="../tags/tag290.xml"/><Relationship Id="rId4" Type="http://schemas.openxmlformats.org/officeDocument/2006/relationships/tags" Target="../tags/tag275.xml"/><Relationship Id="rId9" Type="http://schemas.openxmlformats.org/officeDocument/2006/relationships/tags" Target="../tags/tag280.xml"/><Relationship Id="rId14" Type="http://schemas.openxmlformats.org/officeDocument/2006/relationships/tags" Target="../tags/tag285.xml"/><Relationship Id="rId22" Type="http://schemas.openxmlformats.org/officeDocument/2006/relationships/tags" Target="../tags/tag293.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4.xml"/><Relationship Id="rId3" Type="http://schemas.openxmlformats.org/officeDocument/2006/relationships/tags" Target="../tags/tag296.xml"/><Relationship Id="rId7" Type="http://schemas.openxmlformats.org/officeDocument/2006/relationships/slideLayout" Target="../slideLayouts/slideLayout6.xml"/><Relationship Id="rId2" Type="http://schemas.openxmlformats.org/officeDocument/2006/relationships/tags" Target="../tags/tag295.xml"/><Relationship Id="rId1" Type="http://schemas.openxmlformats.org/officeDocument/2006/relationships/tags" Target="../tags/tag294.xml"/><Relationship Id="rId6" Type="http://schemas.openxmlformats.org/officeDocument/2006/relationships/tags" Target="../tags/tag299.xml"/><Relationship Id="rId5" Type="http://schemas.openxmlformats.org/officeDocument/2006/relationships/tags" Target="../tags/tag298.xml"/><Relationship Id="rId4" Type="http://schemas.openxmlformats.org/officeDocument/2006/relationships/tags" Target="../tags/tag29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04.xml"/><Relationship Id="rId1" Type="http://schemas.openxmlformats.org/officeDocument/2006/relationships/tags" Target="../tags/tag303.xml"/></Relationships>
</file>

<file path=ppt/slides/_rels/slide10.xml.rels><?xml version="1.0" encoding="UTF-8" standalone="yes"?>
<Relationships xmlns="http://schemas.openxmlformats.org/package/2006/relationships"><Relationship Id="rId3" Type="http://schemas.openxmlformats.org/officeDocument/2006/relationships/tags" Target="../tags/tag307.xml"/><Relationship Id="rId2" Type="http://schemas.openxmlformats.org/officeDocument/2006/relationships/tags" Target="../tags/tag306.xml"/><Relationship Id="rId1" Type="http://schemas.openxmlformats.org/officeDocument/2006/relationships/tags" Target="../tags/tag305.xml"/><Relationship Id="rId6" Type="http://schemas.openxmlformats.org/officeDocument/2006/relationships/image" Target="../media/image16.png"/><Relationship Id="rId5" Type="http://schemas.openxmlformats.org/officeDocument/2006/relationships/slideLayout" Target="../slideLayouts/slideLayout8.xml"/><Relationship Id="rId4" Type="http://schemas.openxmlformats.org/officeDocument/2006/relationships/tags" Target="../tags/tag308.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10.xml"/><Relationship Id="rId1" Type="http://schemas.openxmlformats.org/officeDocument/2006/relationships/tags" Target="../tags/tag309.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12.xml"/><Relationship Id="rId1" Type="http://schemas.openxmlformats.org/officeDocument/2006/relationships/tags" Target="../tags/tag31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14.xml"/><Relationship Id="rId1" Type="http://schemas.openxmlformats.org/officeDocument/2006/relationships/tags" Target="../tags/tag313.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tags" Target="../tags/tag322.xml"/><Relationship Id="rId13" Type="http://schemas.openxmlformats.org/officeDocument/2006/relationships/tags" Target="../tags/tag327.xml"/><Relationship Id="rId18" Type="http://schemas.openxmlformats.org/officeDocument/2006/relationships/oleObject" Target="../embeddings/oleObject1.bin"/><Relationship Id="rId26" Type="http://schemas.openxmlformats.org/officeDocument/2006/relationships/oleObject" Target="../embeddings/oleObject5.bin"/><Relationship Id="rId3" Type="http://schemas.openxmlformats.org/officeDocument/2006/relationships/tags" Target="../tags/tag317.xml"/><Relationship Id="rId21" Type="http://schemas.openxmlformats.org/officeDocument/2006/relationships/image" Target="../media/image18.wmf"/><Relationship Id="rId7" Type="http://schemas.openxmlformats.org/officeDocument/2006/relationships/tags" Target="../tags/tag321.xml"/><Relationship Id="rId12" Type="http://schemas.openxmlformats.org/officeDocument/2006/relationships/tags" Target="../tags/tag326.xml"/><Relationship Id="rId17" Type="http://schemas.openxmlformats.org/officeDocument/2006/relationships/slideLayout" Target="../slideLayouts/slideLayout5.xml"/><Relationship Id="rId25" Type="http://schemas.openxmlformats.org/officeDocument/2006/relationships/image" Target="../media/image20.wmf"/><Relationship Id="rId2" Type="http://schemas.openxmlformats.org/officeDocument/2006/relationships/tags" Target="../tags/tag316.xml"/><Relationship Id="rId16" Type="http://schemas.openxmlformats.org/officeDocument/2006/relationships/tags" Target="../tags/tag330.xml"/><Relationship Id="rId20" Type="http://schemas.openxmlformats.org/officeDocument/2006/relationships/oleObject" Target="../embeddings/oleObject2.bin"/><Relationship Id="rId29" Type="http://schemas.openxmlformats.org/officeDocument/2006/relationships/image" Target="../media/image22.wmf"/><Relationship Id="rId1" Type="http://schemas.openxmlformats.org/officeDocument/2006/relationships/tags" Target="../tags/tag315.xml"/><Relationship Id="rId6" Type="http://schemas.openxmlformats.org/officeDocument/2006/relationships/tags" Target="../tags/tag320.xml"/><Relationship Id="rId11" Type="http://schemas.openxmlformats.org/officeDocument/2006/relationships/tags" Target="../tags/tag325.xml"/><Relationship Id="rId24" Type="http://schemas.openxmlformats.org/officeDocument/2006/relationships/oleObject" Target="../embeddings/oleObject4.bin"/><Relationship Id="rId5" Type="http://schemas.openxmlformats.org/officeDocument/2006/relationships/tags" Target="../tags/tag319.xml"/><Relationship Id="rId15" Type="http://schemas.openxmlformats.org/officeDocument/2006/relationships/tags" Target="../tags/tag329.xml"/><Relationship Id="rId23" Type="http://schemas.openxmlformats.org/officeDocument/2006/relationships/image" Target="../media/image19.wmf"/><Relationship Id="rId28" Type="http://schemas.openxmlformats.org/officeDocument/2006/relationships/oleObject" Target="../embeddings/oleObject6.bin"/><Relationship Id="rId10" Type="http://schemas.openxmlformats.org/officeDocument/2006/relationships/tags" Target="../tags/tag324.xml"/><Relationship Id="rId19" Type="http://schemas.openxmlformats.org/officeDocument/2006/relationships/image" Target="../media/image17.wmf"/><Relationship Id="rId4" Type="http://schemas.openxmlformats.org/officeDocument/2006/relationships/tags" Target="../tags/tag318.xml"/><Relationship Id="rId9" Type="http://schemas.openxmlformats.org/officeDocument/2006/relationships/tags" Target="../tags/tag323.xml"/><Relationship Id="rId14" Type="http://schemas.openxmlformats.org/officeDocument/2006/relationships/tags" Target="../tags/tag328.xml"/><Relationship Id="rId22" Type="http://schemas.openxmlformats.org/officeDocument/2006/relationships/oleObject" Target="../embeddings/oleObject3.bin"/><Relationship Id="rId27" Type="http://schemas.openxmlformats.org/officeDocument/2006/relationships/image" Target="../media/image21.wmf"/></Relationships>
</file>

<file path=ppt/slides/_rels/slide15.xml.rels><?xml version="1.0" encoding="UTF-8" standalone="yes"?>
<Relationships xmlns="http://schemas.openxmlformats.org/package/2006/relationships"><Relationship Id="rId8" Type="http://schemas.openxmlformats.org/officeDocument/2006/relationships/tags" Target="../tags/tag338.xml"/><Relationship Id="rId13" Type="http://schemas.openxmlformats.org/officeDocument/2006/relationships/tags" Target="../tags/tag343.xml"/><Relationship Id="rId18" Type="http://schemas.openxmlformats.org/officeDocument/2006/relationships/tags" Target="../tags/tag348.xml"/><Relationship Id="rId26" Type="http://schemas.openxmlformats.org/officeDocument/2006/relationships/oleObject" Target="../embeddings/oleObject9.bin"/><Relationship Id="rId3" Type="http://schemas.openxmlformats.org/officeDocument/2006/relationships/tags" Target="../tags/tag333.xml"/><Relationship Id="rId21" Type="http://schemas.openxmlformats.org/officeDocument/2006/relationships/image" Target="../media/image23.png"/><Relationship Id="rId34" Type="http://schemas.openxmlformats.org/officeDocument/2006/relationships/oleObject" Target="../embeddings/oleObject13.bin"/><Relationship Id="rId7" Type="http://schemas.openxmlformats.org/officeDocument/2006/relationships/tags" Target="../tags/tag337.xml"/><Relationship Id="rId12" Type="http://schemas.openxmlformats.org/officeDocument/2006/relationships/tags" Target="../tags/tag342.xml"/><Relationship Id="rId17" Type="http://schemas.openxmlformats.org/officeDocument/2006/relationships/tags" Target="../tags/tag347.xml"/><Relationship Id="rId25" Type="http://schemas.openxmlformats.org/officeDocument/2006/relationships/image" Target="../media/image25.wmf"/><Relationship Id="rId33" Type="http://schemas.openxmlformats.org/officeDocument/2006/relationships/image" Target="../media/image29.wmf"/><Relationship Id="rId2" Type="http://schemas.openxmlformats.org/officeDocument/2006/relationships/tags" Target="../tags/tag332.xml"/><Relationship Id="rId16" Type="http://schemas.openxmlformats.org/officeDocument/2006/relationships/tags" Target="../tags/tag346.xml"/><Relationship Id="rId20" Type="http://schemas.openxmlformats.org/officeDocument/2006/relationships/slideLayout" Target="../slideLayouts/slideLayout6.xml"/><Relationship Id="rId29" Type="http://schemas.openxmlformats.org/officeDocument/2006/relationships/image" Target="../media/image27.wmf"/><Relationship Id="rId1" Type="http://schemas.openxmlformats.org/officeDocument/2006/relationships/tags" Target="../tags/tag331.xml"/><Relationship Id="rId6" Type="http://schemas.openxmlformats.org/officeDocument/2006/relationships/tags" Target="../tags/tag336.xml"/><Relationship Id="rId11" Type="http://schemas.openxmlformats.org/officeDocument/2006/relationships/tags" Target="../tags/tag341.xml"/><Relationship Id="rId24" Type="http://schemas.openxmlformats.org/officeDocument/2006/relationships/oleObject" Target="../embeddings/oleObject8.bin"/><Relationship Id="rId32" Type="http://schemas.openxmlformats.org/officeDocument/2006/relationships/oleObject" Target="../embeddings/oleObject12.bin"/><Relationship Id="rId5" Type="http://schemas.openxmlformats.org/officeDocument/2006/relationships/tags" Target="../tags/tag335.xml"/><Relationship Id="rId15" Type="http://schemas.openxmlformats.org/officeDocument/2006/relationships/tags" Target="../tags/tag345.xml"/><Relationship Id="rId23" Type="http://schemas.openxmlformats.org/officeDocument/2006/relationships/image" Target="../media/image24.wmf"/><Relationship Id="rId28" Type="http://schemas.openxmlformats.org/officeDocument/2006/relationships/oleObject" Target="../embeddings/oleObject10.bin"/><Relationship Id="rId10" Type="http://schemas.openxmlformats.org/officeDocument/2006/relationships/tags" Target="../tags/tag340.xml"/><Relationship Id="rId19" Type="http://schemas.openxmlformats.org/officeDocument/2006/relationships/tags" Target="../tags/tag349.xml"/><Relationship Id="rId31" Type="http://schemas.openxmlformats.org/officeDocument/2006/relationships/image" Target="../media/image28.wmf"/><Relationship Id="rId4" Type="http://schemas.openxmlformats.org/officeDocument/2006/relationships/tags" Target="../tags/tag334.xml"/><Relationship Id="rId9" Type="http://schemas.openxmlformats.org/officeDocument/2006/relationships/tags" Target="../tags/tag339.xml"/><Relationship Id="rId14" Type="http://schemas.openxmlformats.org/officeDocument/2006/relationships/tags" Target="../tags/tag344.xml"/><Relationship Id="rId22" Type="http://schemas.openxmlformats.org/officeDocument/2006/relationships/oleObject" Target="../embeddings/oleObject7.bin"/><Relationship Id="rId27" Type="http://schemas.openxmlformats.org/officeDocument/2006/relationships/image" Target="../media/image26.wmf"/><Relationship Id="rId30" Type="http://schemas.openxmlformats.org/officeDocument/2006/relationships/oleObject" Target="../embeddings/oleObject11.bin"/><Relationship Id="rId35" Type="http://schemas.openxmlformats.org/officeDocument/2006/relationships/image" Target="../media/image30.wmf"/></Relationships>
</file>

<file path=ppt/slides/_rels/slide16.xml.rels><?xml version="1.0" encoding="UTF-8" standalone="yes"?>
<Relationships xmlns="http://schemas.openxmlformats.org/package/2006/relationships"><Relationship Id="rId8" Type="http://schemas.openxmlformats.org/officeDocument/2006/relationships/tags" Target="../tags/tag357.xml"/><Relationship Id="rId13" Type="http://schemas.openxmlformats.org/officeDocument/2006/relationships/tags" Target="../tags/tag362.xml"/><Relationship Id="rId18" Type="http://schemas.openxmlformats.org/officeDocument/2006/relationships/tags" Target="../tags/tag367.xml"/><Relationship Id="rId26" Type="http://schemas.openxmlformats.org/officeDocument/2006/relationships/tags" Target="../tags/tag375.xml"/><Relationship Id="rId3" Type="http://schemas.openxmlformats.org/officeDocument/2006/relationships/tags" Target="../tags/tag352.xml"/><Relationship Id="rId21" Type="http://schemas.openxmlformats.org/officeDocument/2006/relationships/tags" Target="../tags/tag370.xml"/><Relationship Id="rId7" Type="http://schemas.openxmlformats.org/officeDocument/2006/relationships/tags" Target="../tags/tag356.xml"/><Relationship Id="rId12" Type="http://schemas.openxmlformats.org/officeDocument/2006/relationships/tags" Target="../tags/tag361.xml"/><Relationship Id="rId17" Type="http://schemas.openxmlformats.org/officeDocument/2006/relationships/tags" Target="../tags/tag366.xml"/><Relationship Id="rId25" Type="http://schemas.openxmlformats.org/officeDocument/2006/relationships/tags" Target="../tags/tag374.xml"/><Relationship Id="rId2" Type="http://schemas.openxmlformats.org/officeDocument/2006/relationships/tags" Target="../tags/tag351.xml"/><Relationship Id="rId16" Type="http://schemas.openxmlformats.org/officeDocument/2006/relationships/tags" Target="../tags/tag365.xml"/><Relationship Id="rId20" Type="http://schemas.openxmlformats.org/officeDocument/2006/relationships/tags" Target="../tags/tag369.xml"/><Relationship Id="rId1" Type="http://schemas.openxmlformats.org/officeDocument/2006/relationships/tags" Target="../tags/tag350.xml"/><Relationship Id="rId6" Type="http://schemas.openxmlformats.org/officeDocument/2006/relationships/tags" Target="../tags/tag355.xml"/><Relationship Id="rId11" Type="http://schemas.openxmlformats.org/officeDocument/2006/relationships/tags" Target="../tags/tag360.xml"/><Relationship Id="rId24" Type="http://schemas.openxmlformats.org/officeDocument/2006/relationships/tags" Target="../tags/tag373.xml"/><Relationship Id="rId5" Type="http://schemas.openxmlformats.org/officeDocument/2006/relationships/tags" Target="../tags/tag354.xml"/><Relationship Id="rId15" Type="http://schemas.openxmlformats.org/officeDocument/2006/relationships/tags" Target="../tags/tag364.xml"/><Relationship Id="rId23" Type="http://schemas.openxmlformats.org/officeDocument/2006/relationships/tags" Target="../tags/tag372.xml"/><Relationship Id="rId10" Type="http://schemas.openxmlformats.org/officeDocument/2006/relationships/tags" Target="../tags/tag359.xml"/><Relationship Id="rId19" Type="http://schemas.openxmlformats.org/officeDocument/2006/relationships/tags" Target="../tags/tag368.xml"/><Relationship Id="rId4" Type="http://schemas.openxmlformats.org/officeDocument/2006/relationships/tags" Target="../tags/tag353.xml"/><Relationship Id="rId9" Type="http://schemas.openxmlformats.org/officeDocument/2006/relationships/tags" Target="../tags/tag358.xml"/><Relationship Id="rId14" Type="http://schemas.openxmlformats.org/officeDocument/2006/relationships/tags" Target="../tags/tag363.xml"/><Relationship Id="rId22" Type="http://schemas.openxmlformats.org/officeDocument/2006/relationships/tags" Target="../tags/tag371.xml"/><Relationship Id="rId27"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tags" Target="../tags/tag378.xml"/><Relationship Id="rId2" Type="http://schemas.openxmlformats.org/officeDocument/2006/relationships/tags" Target="../tags/tag377.xml"/><Relationship Id="rId1" Type="http://schemas.openxmlformats.org/officeDocument/2006/relationships/tags" Target="../tags/tag376.xml"/><Relationship Id="rId6" Type="http://schemas.openxmlformats.org/officeDocument/2006/relationships/image" Target="../media/image31.png"/><Relationship Id="rId5" Type="http://schemas.openxmlformats.org/officeDocument/2006/relationships/slideLayout" Target="../slideLayouts/slideLayout5.xml"/><Relationship Id="rId4" Type="http://schemas.openxmlformats.org/officeDocument/2006/relationships/tags" Target="../tags/tag379.xml"/></Relationships>
</file>

<file path=ppt/slides/_rels/slide18.xml.rels><?xml version="1.0" encoding="UTF-8" standalone="yes"?>
<Relationships xmlns="http://schemas.openxmlformats.org/package/2006/relationships"><Relationship Id="rId3" Type="http://schemas.openxmlformats.org/officeDocument/2006/relationships/tags" Target="../tags/tag382.xml"/><Relationship Id="rId2" Type="http://schemas.openxmlformats.org/officeDocument/2006/relationships/tags" Target="../tags/tag381.xml"/><Relationship Id="rId1" Type="http://schemas.openxmlformats.org/officeDocument/2006/relationships/tags" Target="../tags/tag380.xml"/><Relationship Id="rId6" Type="http://schemas.openxmlformats.org/officeDocument/2006/relationships/image" Target="../media/image32.png"/><Relationship Id="rId5" Type="http://schemas.openxmlformats.org/officeDocument/2006/relationships/slideLayout" Target="../slideLayouts/slideLayout6.xml"/><Relationship Id="rId4" Type="http://schemas.openxmlformats.org/officeDocument/2006/relationships/tags" Target="../tags/tag383.xml"/></Relationships>
</file>

<file path=ppt/slides/_rels/slide19.xml.rels><?xml version="1.0" encoding="UTF-8" standalone="yes"?>
<Relationships xmlns="http://schemas.openxmlformats.org/package/2006/relationships"><Relationship Id="rId3" Type="http://schemas.openxmlformats.org/officeDocument/2006/relationships/tags" Target="../tags/tag386.xml"/><Relationship Id="rId2" Type="http://schemas.openxmlformats.org/officeDocument/2006/relationships/tags" Target="../tags/tag385.xml"/><Relationship Id="rId1" Type="http://schemas.openxmlformats.org/officeDocument/2006/relationships/tags" Target="../tags/tag384.xml"/><Relationship Id="rId6" Type="http://schemas.openxmlformats.org/officeDocument/2006/relationships/slideLayout" Target="../slideLayouts/slideLayout5.xml"/><Relationship Id="rId5" Type="http://schemas.openxmlformats.org/officeDocument/2006/relationships/tags" Target="../tags/tag388.xml"/><Relationship Id="rId4" Type="http://schemas.openxmlformats.org/officeDocument/2006/relationships/tags" Target="../tags/tag387.xml"/></Relationships>
</file>

<file path=ppt/slides/_rels/slide20.xml.rels><?xml version="1.0" encoding="UTF-8" standalone="yes"?>
<Relationships xmlns="http://schemas.openxmlformats.org/package/2006/relationships"><Relationship Id="rId13" Type="http://schemas.openxmlformats.org/officeDocument/2006/relationships/tags" Target="../tags/tag401.xml"/><Relationship Id="rId18" Type="http://schemas.openxmlformats.org/officeDocument/2006/relationships/tags" Target="../tags/tag406.xml"/><Relationship Id="rId26" Type="http://schemas.openxmlformats.org/officeDocument/2006/relationships/tags" Target="../tags/tag414.xml"/><Relationship Id="rId39" Type="http://schemas.openxmlformats.org/officeDocument/2006/relationships/tags" Target="../tags/tag427.xml"/><Relationship Id="rId3" Type="http://schemas.openxmlformats.org/officeDocument/2006/relationships/tags" Target="../tags/tag391.xml"/><Relationship Id="rId21" Type="http://schemas.openxmlformats.org/officeDocument/2006/relationships/tags" Target="../tags/tag409.xml"/><Relationship Id="rId34" Type="http://schemas.openxmlformats.org/officeDocument/2006/relationships/tags" Target="../tags/tag422.xml"/><Relationship Id="rId42" Type="http://schemas.openxmlformats.org/officeDocument/2006/relationships/tags" Target="../tags/tag430.xml"/><Relationship Id="rId47" Type="http://schemas.openxmlformats.org/officeDocument/2006/relationships/tags" Target="../tags/tag435.xml"/><Relationship Id="rId50" Type="http://schemas.openxmlformats.org/officeDocument/2006/relationships/tags" Target="../tags/tag438.xml"/><Relationship Id="rId7" Type="http://schemas.openxmlformats.org/officeDocument/2006/relationships/tags" Target="../tags/tag395.xml"/><Relationship Id="rId12" Type="http://schemas.openxmlformats.org/officeDocument/2006/relationships/tags" Target="../tags/tag400.xml"/><Relationship Id="rId17" Type="http://schemas.openxmlformats.org/officeDocument/2006/relationships/tags" Target="../tags/tag405.xml"/><Relationship Id="rId25" Type="http://schemas.openxmlformats.org/officeDocument/2006/relationships/tags" Target="../tags/tag413.xml"/><Relationship Id="rId33" Type="http://schemas.openxmlformats.org/officeDocument/2006/relationships/tags" Target="../tags/tag421.xml"/><Relationship Id="rId38" Type="http://schemas.openxmlformats.org/officeDocument/2006/relationships/tags" Target="../tags/tag426.xml"/><Relationship Id="rId46" Type="http://schemas.openxmlformats.org/officeDocument/2006/relationships/tags" Target="../tags/tag434.xml"/><Relationship Id="rId2" Type="http://schemas.openxmlformats.org/officeDocument/2006/relationships/tags" Target="../tags/tag390.xml"/><Relationship Id="rId16" Type="http://schemas.openxmlformats.org/officeDocument/2006/relationships/tags" Target="../tags/tag404.xml"/><Relationship Id="rId20" Type="http://schemas.openxmlformats.org/officeDocument/2006/relationships/tags" Target="../tags/tag408.xml"/><Relationship Id="rId29" Type="http://schemas.openxmlformats.org/officeDocument/2006/relationships/tags" Target="../tags/tag417.xml"/><Relationship Id="rId41" Type="http://schemas.openxmlformats.org/officeDocument/2006/relationships/tags" Target="../tags/tag429.xml"/><Relationship Id="rId1" Type="http://schemas.openxmlformats.org/officeDocument/2006/relationships/tags" Target="../tags/tag389.xml"/><Relationship Id="rId6" Type="http://schemas.openxmlformats.org/officeDocument/2006/relationships/tags" Target="../tags/tag394.xml"/><Relationship Id="rId11" Type="http://schemas.openxmlformats.org/officeDocument/2006/relationships/tags" Target="../tags/tag399.xml"/><Relationship Id="rId24" Type="http://schemas.openxmlformats.org/officeDocument/2006/relationships/tags" Target="../tags/tag412.xml"/><Relationship Id="rId32" Type="http://schemas.openxmlformats.org/officeDocument/2006/relationships/tags" Target="../tags/tag420.xml"/><Relationship Id="rId37" Type="http://schemas.openxmlformats.org/officeDocument/2006/relationships/tags" Target="../tags/tag425.xml"/><Relationship Id="rId40" Type="http://schemas.openxmlformats.org/officeDocument/2006/relationships/tags" Target="../tags/tag428.xml"/><Relationship Id="rId45" Type="http://schemas.openxmlformats.org/officeDocument/2006/relationships/tags" Target="../tags/tag433.xml"/><Relationship Id="rId5" Type="http://schemas.openxmlformats.org/officeDocument/2006/relationships/tags" Target="../tags/tag393.xml"/><Relationship Id="rId15" Type="http://schemas.openxmlformats.org/officeDocument/2006/relationships/tags" Target="../tags/tag403.xml"/><Relationship Id="rId23" Type="http://schemas.openxmlformats.org/officeDocument/2006/relationships/tags" Target="../tags/tag411.xml"/><Relationship Id="rId28" Type="http://schemas.openxmlformats.org/officeDocument/2006/relationships/tags" Target="../tags/tag416.xml"/><Relationship Id="rId36" Type="http://schemas.openxmlformats.org/officeDocument/2006/relationships/tags" Target="../tags/tag424.xml"/><Relationship Id="rId49" Type="http://schemas.openxmlformats.org/officeDocument/2006/relationships/tags" Target="../tags/tag437.xml"/><Relationship Id="rId10" Type="http://schemas.openxmlformats.org/officeDocument/2006/relationships/tags" Target="../tags/tag398.xml"/><Relationship Id="rId19" Type="http://schemas.openxmlformats.org/officeDocument/2006/relationships/tags" Target="../tags/tag407.xml"/><Relationship Id="rId31" Type="http://schemas.openxmlformats.org/officeDocument/2006/relationships/tags" Target="../tags/tag419.xml"/><Relationship Id="rId44" Type="http://schemas.openxmlformats.org/officeDocument/2006/relationships/tags" Target="../tags/tag432.xml"/><Relationship Id="rId52" Type="http://schemas.openxmlformats.org/officeDocument/2006/relationships/image" Target="../media/image33.png"/><Relationship Id="rId4" Type="http://schemas.openxmlformats.org/officeDocument/2006/relationships/tags" Target="../tags/tag392.xml"/><Relationship Id="rId9" Type="http://schemas.openxmlformats.org/officeDocument/2006/relationships/tags" Target="../tags/tag397.xml"/><Relationship Id="rId14" Type="http://schemas.openxmlformats.org/officeDocument/2006/relationships/tags" Target="../tags/tag402.xml"/><Relationship Id="rId22" Type="http://schemas.openxmlformats.org/officeDocument/2006/relationships/tags" Target="../tags/tag410.xml"/><Relationship Id="rId27" Type="http://schemas.openxmlformats.org/officeDocument/2006/relationships/tags" Target="../tags/tag415.xml"/><Relationship Id="rId30" Type="http://schemas.openxmlformats.org/officeDocument/2006/relationships/tags" Target="../tags/tag418.xml"/><Relationship Id="rId35" Type="http://schemas.openxmlformats.org/officeDocument/2006/relationships/tags" Target="../tags/tag423.xml"/><Relationship Id="rId43" Type="http://schemas.openxmlformats.org/officeDocument/2006/relationships/tags" Target="../tags/tag431.xml"/><Relationship Id="rId48" Type="http://schemas.openxmlformats.org/officeDocument/2006/relationships/tags" Target="../tags/tag436.xml"/><Relationship Id="rId8" Type="http://schemas.openxmlformats.org/officeDocument/2006/relationships/tags" Target="../tags/tag396.xml"/><Relationship Id="rId5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8" Type="http://schemas.openxmlformats.org/officeDocument/2006/relationships/tags" Target="../tags/tag446.xml"/><Relationship Id="rId13" Type="http://schemas.openxmlformats.org/officeDocument/2006/relationships/image" Target="../media/image35.wmf"/><Relationship Id="rId3" Type="http://schemas.openxmlformats.org/officeDocument/2006/relationships/tags" Target="../tags/tag441.xml"/><Relationship Id="rId7" Type="http://schemas.openxmlformats.org/officeDocument/2006/relationships/tags" Target="../tags/tag445.xml"/><Relationship Id="rId12" Type="http://schemas.openxmlformats.org/officeDocument/2006/relationships/oleObject" Target="../embeddings/oleObject14.bin"/><Relationship Id="rId2" Type="http://schemas.openxmlformats.org/officeDocument/2006/relationships/tags" Target="../tags/tag440.xml"/><Relationship Id="rId1" Type="http://schemas.openxmlformats.org/officeDocument/2006/relationships/tags" Target="../tags/tag439.xml"/><Relationship Id="rId6" Type="http://schemas.openxmlformats.org/officeDocument/2006/relationships/tags" Target="../tags/tag444.xml"/><Relationship Id="rId11" Type="http://schemas.openxmlformats.org/officeDocument/2006/relationships/image" Target="../media/image34.png"/><Relationship Id="rId5" Type="http://schemas.openxmlformats.org/officeDocument/2006/relationships/tags" Target="../tags/tag443.xml"/><Relationship Id="rId15" Type="http://schemas.openxmlformats.org/officeDocument/2006/relationships/image" Target="../media/image36.wmf"/><Relationship Id="rId10" Type="http://schemas.openxmlformats.org/officeDocument/2006/relationships/slideLayout" Target="../slideLayouts/slideLayout6.xml"/><Relationship Id="rId4" Type="http://schemas.openxmlformats.org/officeDocument/2006/relationships/tags" Target="../tags/tag442.xml"/><Relationship Id="rId9" Type="http://schemas.openxmlformats.org/officeDocument/2006/relationships/tags" Target="../tags/tag447.xml"/><Relationship Id="rId14" Type="http://schemas.openxmlformats.org/officeDocument/2006/relationships/oleObject" Target="../embeddings/oleObject15.bin"/></Relationships>
</file>

<file path=ppt/slides/_rels/slide22.xml.rels><?xml version="1.0" encoding="UTF-8" standalone="yes"?>
<Relationships xmlns="http://schemas.openxmlformats.org/package/2006/relationships"><Relationship Id="rId3" Type="http://schemas.openxmlformats.org/officeDocument/2006/relationships/tags" Target="../tags/tag450.xml"/><Relationship Id="rId7" Type="http://schemas.openxmlformats.org/officeDocument/2006/relationships/slideLayout" Target="../slideLayouts/slideLayout7.xml"/><Relationship Id="rId2" Type="http://schemas.openxmlformats.org/officeDocument/2006/relationships/tags" Target="../tags/tag449.xml"/><Relationship Id="rId1" Type="http://schemas.openxmlformats.org/officeDocument/2006/relationships/tags" Target="../tags/tag448.xml"/><Relationship Id="rId6" Type="http://schemas.openxmlformats.org/officeDocument/2006/relationships/tags" Target="../tags/tag453.xml"/><Relationship Id="rId5" Type="http://schemas.openxmlformats.org/officeDocument/2006/relationships/tags" Target="../tags/tag452.xml"/><Relationship Id="rId4" Type="http://schemas.openxmlformats.org/officeDocument/2006/relationships/tags" Target="../tags/tag451.xml"/></Relationships>
</file>

<file path=ppt/slides/_rels/slide23.xml.rels><?xml version="1.0" encoding="UTF-8" standalone="yes"?>
<Relationships xmlns="http://schemas.openxmlformats.org/package/2006/relationships"><Relationship Id="rId13" Type="http://schemas.openxmlformats.org/officeDocument/2006/relationships/tags" Target="../tags/tag466.xml"/><Relationship Id="rId18" Type="http://schemas.openxmlformats.org/officeDocument/2006/relationships/tags" Target="../tags/tag471.xml"/><Relationship Id="rId26" Type="http://schemas.openxmlformats.org/officeDocument/2006/relationships/slideLayout" Target="../slideLayouts/slideLayout8.xml"/><Relationship Id="rId39" Type="http://schemas.openxmlformats.org/officeDocument/2006/relationships/oleObject" Target="../embeddings/oleObject22.bin"/><Relationship Id="rId3" Type="http://schemas.openxmlformats.org/officeDocument/2006/relationships/tags" Target="../tags/tag456.xml"/><Relationship Id="rId21" Type="http://schemas.openxmlformats.org/officeDocument/2006/relationships/tags" Target="../tags/tag474.xml"/><Relationship Id="rId34" Type="http://schemas.openxmlformats.org/officeDocument/2006/relationships/image" Target="../media/image40.wmf"/><Relationship Id="rId42" Type="http://schemas.openxmlformats.org/officeDocument/2006/relationships/image" Target="../media/image44.wmf"/><Relationship Id="rId47" Type="http://schemas.openxmlformats.org/officeDocument/2006/relationships/oleObject" Target="../embeddings/oleObject26.bin"/><Relationship Id="rId50" Type="http://schemas.openxmlformats.org/officeDocument/2006/relationships/image" Target="../media/image48.wmf"/><Relationship Id="rId7" Type="http://schemas.openxmlformats.org/officeDocument/2006/relationships/tags" Target="../tags/tag460.xml"/><Relationship Id="rId12" Type="http://schemas.openxmlformats.org/officeDocument/2006/relationships/tags" Target="../tags/tag465.xml"/><Relationship Id="rId17" Type="http://schemas.openxmlformats.org/officeDocument/2006/relationships/tags" Target="../tags/tag470.xml"/><Relationship Id="rId25" Type="http://schemas.openxmlformats.org/officeDocument/2006/relationships/tags" Target="../tags/tag479.xml"/><Relationship Id="rId33" Type="http://schemas.openxmlformats.org/officeDocument/2006/relationships/oleObject" Target="../embeddings/oleObject19.bin"/><Relationship Id="rId38" Type="http://schemas.openxmlformats.org/officeDocument/2006/relationships/image" Target="../media/image42.wmf"/><Relationship Id="rId46" Type="http://schemas.openxmlformats.org/officeDocument/2006/relationships/image" Target="../media/image46.wmf"/><Relationship Id="rId2" Type="http://schemas.openxmlformats.org/officeDocument/2006/relationships/tags" Target="../tags/tag455.xml"/><Relationship Id="rId16" Type="http://schemas.openxmlformats.org/officeDocument/2006/relationships/tags" Target="../tags/tag469.xml"/><Relationship Id="rId20" Type="http://schemas.openxmlformats.org/officeDocument/2006/relationships/tags" Target="../tags/tag473.xml"/><Relationship Id="rId29" Type="http://schemas.openxmlformats.org/officeDocument/2006/relationships/oleObject" Target="../embeddings/oleObject17.bin"/><Relationship Id="rId41" Type="http://schemas.openxmlformats.org/officeDocument/2006/relationships/oleObject" Target="../embeddings/oleObject23.bin"/><Relationship Id="rId54" Type="http://schemas.openxmlformats.org/officeDocument/2006/relationships/image" Target="../media/image50.wmf"/><Relationship Id="rId1" Type="http://schemas.openxmlformats.org/officeDocument/2006/relationships/tags" Target="../tags/tag454.xml"/><Relationship Id="rId6" Type="http://schemas.openxmlformats.org/officeDocument/2006/relationships/tags" Target="../tags/tag459.xml"/><Relationship Id="rId11" Type="http://schemas.openxmlformats.org/officeDocument/2006/relationships/tags" Target="../tags/tag464.xml"/><Relationship Id="rId24" Type="http://schemas.openxmlformats.org/officeDocument/2006/relationships/tags" Target="../tags/tag478.xml"/><Relationship Id="rId32" Type="http://schemas.openxmlformats.org/officeDocument/2006/relationships/image" Target="../media/image39.wmf"/><Relationship Id="rId37" Type="http://schemas.openxmlformats.org/officeDocument/2006/relationships/oleObject" Target="../embeddings/oleObject21.bin"/><Relationship Id="rId40" Type="http://schemas.openxmlformats.org/officeDocument/2006/relationships/image" Target="../media/image43.wmf"/><Relationship Id="rId45" Type="http://schemas.openxmlformats.org/officeDocument/2006/relationships/oleObject" Target="../embeddings/oleObject25.bin"/><Relationship Id="rId53" Type="http://schemas.openxmlformats.org/officeDocument/2006/relationships/oleObject" Target="../embeddings/oleObject29.bin"/><Relationship Id="rId5" Type="http://schemas.openxmlformats.org/officeDocument/2006/relationships/tags" Target="../tags/tag458.xml"/><Relationship Id="rId15" Type="http://schemas.openxmlformats.org/officeDocument/2006/relationships/tags" Target="../tags/tag468.xml"/><Relationship Id="rId23" Type="http://schemas.openxmlformats.org/officeDocument/2006/relationships/tags" Target="../tags/tag477.xml"/><Relationship Id="rId28" Type="http://schemas.openxmlformats.org/officeDocument/2006/relationships/image" Target="../media/image37.wmf"/><Relationship Id="rId36" Type="http://schemas.openxmlformats.org/officeDocument/2006/relationships/image" Target="../media/image41.wmf"/><Relationship Id="rId49" Type="http://schemas.openxmlformats.org/officeDocument/2006/relationships/oleObject" Target="../embeddings/oleObject27.bin"/><Relationship Id="rId10" Type="http://schemas.openxmlformats.org/officeDocument/2006/relationships/tags" Target="../tags/tag463.xml"/><Relationship Id="rId19" Type="http://schemas.openxmlformats.org/officeDocument/2006/relationships/tags" Target="../tags/tag472.xml"/><Relationship Id="rId31" Type="http://schemas.openxmlformats.org/officeDocument/2006/relationships/oleObject" Target="../embeddings/oleObject18.bin"/><Relationship Id="rId44" Type="http://schemas.openxmlformats.org/officeDocument/2006/relationships/image" Target="../media/image45.wmf"/><Relationship Id="rId52" Type="http://schemas.openxmlformats.org/officeDocument/2006/relationships/image" Target="../media/image49.wmf"/><Relationship Id="rId4" Type="http://schemas.openxmlformats.org/officeDocument/2006/relationships/tags" Target="../tags/tag457.xml"/><Relationship Id="rId9" Type="http://schemas.openxmlformats.org/officeDocument/2006/relationships/tags" Target="../tags/tag462.xml"/><Relationship Id="rId14" Type="http://schemas.openxmlformats.org/officeDocument/2006/relationships/tags" Target="../tags/tag467.xml"/><Relationship Id="rId22" Type="http://schemas.openxmlformats.org/officeDocument/2006/relationships/tags" Target="../tags/tag476.xml"/><Relationship Id="rId27" Type="http://schemas.openxmlformats.org/officeDocument/2006/relationships/oleObject" Target="../embeddings/oleObject16.bin"/><Relationship Id="rId30" Type="http://schemas.openxmlformats.org/officeDocument/2006/relationships/image" Target="../media/image38.wmf"/><Relationship Id="rId35" Type="http://schemas.openxmlformats.org/officeDocument/2006/relationships/oleObject" Target="../embeddings/oleObject20.bin"/><Relationship Id="rId43" Type="http://schemas.openxmlformats.org/officeDocument/2006/relationships/oleObject" Target="../embeddings/oleObject24.bin"/><Relationship Id="rId48" Type="http://schemas.openxmlformats.org/officeDocument/2006/relationships/image" Target="../media/image47.wmf"/><Relationship Id="rId8" Type="http://schemas.openxmlformats.org/officeDocument/2006/relationships/tags" Target="../tags/tag461.xml"/><Relationship Id="rId51" Type="http://schemas.openxmlformats.org/officeDocument/2006/relationships/oleObject" Target="../embeddings/oleObject28.bin"/></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481.xml"/><Relationship Id="rId1" Type="http://schemas.openxmlformats.org/officeDocument/2006/relationships/tags" Target="../tags/tag480.xml"/></Relationships>
</file>

<file path=ppt/slides/_rels/slide25.xml.rels><?xml version="1.0" encoding="UTF-8" standalone="yes"?>
<Relationships xmlns="http://schemas.openxmlformats.org/package/2006/relationships"><Relationship Id="rId8" Type="http://schemas.openxmlformats.org/officeDocument/2006/relationships/tags" Target="../tags/tag489.xml"/><Relationship Id="rId13" Type="http://schemas.openxmlformats.org/officeDocument/2006/relationships/tags" Target="../tags/tag494.xml"/><Relationship Id="rId18" Type="http://schemas.openxmlformats.org/officeDocument/2006/relationships/image" Target="../media/image51.png"/><Relationship Id="rId3" Type="http://schemas.openxmlformats.org/officeDocument/2006/relationships/tags" Target="../tags/tag484.xml"/><Relationship Id="rId21" Type="http://schemas.openxmlformats.org/officeDocument/2006/relationships/oleObject" Target="../embeddings/oleObject31.bin"/><Relationship Id="rId7" Type="http://schemas.openxmlformats.org/officeDocument/2006/relationships/tags" Target="../tags/tag488.xml"/><Relationship Id="rId12" Type="http://schemas.openxmlformats.org/officeDocument/2006/relationships/tags" Target="../tags/tag493.xml"/><Relationship Id="rId17" Type="http://schemas.openxmlformats.org/officeDocument/2006/relationships/slideLayout" Target="../slideLayouts/slideLayout8.xml"/><Relationship Id="rId2" Type="http://schemas.openxmlformats.org/officeDocument/2006/relationships/tags" Target="../tags/tag483.xml"/><Relationship Id="rId16" Type="http://schemas.openxmlformats.org/officeDocument/2006/relationships/tags" Target="../tags/tag497.xml"/><Relationship Id="rId20" Type="http://schemas.openxmlformats.org/officeDocument/2006/relationships/image" Target="../media/image52.wmf"/><Relationship Id="rId1" Type="http://schemas.openxmlformats.org/officeDocument/2006/relationships/tags" Target="../tags/tag482.xml"/><Relationship Id="rId6" Type="http://schemas.openxmlformats.org/officeDocument/2006/relationships/tags" Target="../tags/tag487.xml"/><Relationship Id="rId11" Type="http://schemas.openxmlformats.org/officeDocument/2006/relationships/tags" Target="../tags/tag492.xml"/><Relationship Id="rId24" Type="http://schemas.openxmlformats.org/officeDocument/2006/relationships/image" Target="../media/image54.png"/><Relationship Id="rId5" Type="http://schemas.openxmlformats.org/officeDocument/2006/relationships/tags" Target="../tags/tag486.xml"/><Relationship Id="rId15" Type="http://schemas.openxmlformats.org/officeDocument/2006/relationships/tags" Target="../tags/tag496.xml"/><Relationship Id="rId23" Type="http://schemas.openxmlformats.org/officeDocument/2006/relationships/oleObject" Target="../embeddings/oleObject32.bin"/><Relationship Id="rId10" Type="http://schemas.openxmlformats.org/officeDocument/2006/relationships/tags" Target="../tags/tag491.xml"/><Relationship Id="rId19" Type="http://schemas.openxmlformats.org/officeDocument/2006/relationships/oleObject" Target="../embeddings/oleObject30.bin"/><Relationship Id="rId4" Type="http://schemas.openxmlformats.org/officeDocument/2006/relationships/tags" Target="../tags/tag485.xml"/><Relationship Id="rId9" Type="http://schemas.openxmlformats.org/officeDocument/2006/relationships/tags" Target="../tags/tag490.xml"/><Relationship Id="rId14" Type="http://schemas.openxmlformats.org/officeDocument/2006/relationships/tags" Target="../tags/tag495.xml"/><Relationship Id="rId22" Type="http://schemas.openxmlformats.org/officeDocument/2006/relationships/image" Target="../media/image53.wmf"/></Relationships>
</file>

<file path=ppt/slides/_rels/slide26.xml.rels><?xml version="1.0" encoding="UTF-8" standalone="yes"?>
<Relationships xmlns="http://schemas.openxmlformats.org/package/2006/relationships"><Relationship Id="rId8" Type="http://schemas.openxmlformats.org/officeDocument/2006/relationships/tags" Target="../tags/tag505.xml"/><Relationship Id="rId13" Type="http://schemas.openxmlformats.org/officeDocument/2006/relationships/tags" Target="../tags/tag510.xml"/><Relationship Id="rId3" Type="http://schemas.openxmlformats.org/officeDocument/2006/relationships/tags" Target="../tags/tag500.xml"/><Relationship Id="rId7" Type="http://schemas.openxmlformats.org/officeDocument/2006/relationships/tags" Target="../tags/tag504.xml"/><Relationship Id="rId12" Type="http://schemas.openxmlformats.org/officeDocument/2006/relationships/tags" Target="../tags/tag509.xml"/><Relationship Id="rId2" Type="http://schemas.openxmlformats.org/officeDocument/2006/relationships/tags" Target="../tags/tag499.xml"/><Relationship Id="rId1" Type="http://schemas.openxmlformats.org/officeDocument/2006/relationships/tags" Target="../tags/tag498.xml"/><Relationship Id="rId6" Type="http://schemas.openxmlformats.org/officeDocument/2006/relationships/tags" Target="../tags/tag503.xml"/><Relationship Id="rId11" Type="http://schemas.openxmlformats.org/officeDocument/2006/relationships/tags" Target="../tags/tag508.xml"/><Relationship Id="rId5" Type="http://schemas.openxmlformats.org/officeDocument/2006/relationships/tags" Target="../tags/tag502.xml"/><Relationship Id="rId15" Type="http://schemas.openxmlformats.org/officeDocument/2006/relationships/slideLayout" Target="../slideLayouts/slideLayout9.xml"/><Relationship Id="rId10" Type="http://schemas.openxmlformats.org/officeDocument/2006/relationships/tags" Target="../tags/tag507.xml"/><Relationship Id="rId4" Type="http://schemas.openxmlformats.org/officeDocument/2006/relationships/tags" Target="../tags/tag501.xml"/><Relationship Id="rId9" Type="http://schemas.openxmlformats.org/officeDocument/2006/relationships/tags" Target="../tags/tag506.xml"/><Relationship Id="rId14" Type="http://schemas.openxmlformats.org/officeDocument/2006/relationships/tags" Target="../tags/tag5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custDataLst>
              <p:tags r:id="rId1"/>
            </p:custDataLst>
          </p:nvPr>
        </p:nvSpPr>
        <p:spPr>
          <a:xfrm>
            <a:off x="6762309" y="982879"/>
            <a:ext cx="4903907" cy="632866"/>
          </a:xfrm>
          <a:prstGeom prst="rect">
            <a:avLst/>
          </a:prstGeom>
          <a:solidFill>
            <a:schemeClr val="accent1">
              <a:lumMod val="20000"/>
              <a:lumOff val="80000"/>
            </a:schemeClr>
          </a:solidFill>
        </p:spPr>
        <p:txBody>
          <a:bodyPr wrap="none" rtlCol="0">
            <a:spAutoFit/>
          </a:bodyPr>
          <a:lstStyle/>
          <a:p>
            <a:pPr indent="0" algn="ctr" fontAlgn="auto">
              <a:lnSpc>
                <a:spcPct val="120000"/>
              </a:lnSpc>
            </a:pPr>
            <a:r>
              <a:rPr lang="zh-CN" altLang="en-US" sz="3200" b="1">
                <a:solidFill>
                  <a:srgbClr val="354ECE"/>
                </a:solidFill>
                <a:effectLst/>
                <a:cs typeface="+mn-ea"/>
                <a:sym typeface="+mn-lt"/>
              </a:rPr>
              <a:t>第一章  化学反应的热效应</a:t>
            </a:r>
          </a:p>
        </p:txBody>
      </p:sp>
      <p:sp>
        <p:nvSpPr>
          <p:cNvPr id="2" name="文本框 1"/>
          <p:cNvSpPr txBox="1"/>
          <p:nvPr>
            <p:custDataLst>
              <p:tags r:id="rId2"/>
            </p:custDataLst>
          </p:nvPr>
        </p:nvSpPr>
        <p:spPr>
          <a:xfrm>
            <a:off x="6236524" y="1651642"/>
            <a:ext cx="5955476" cy="2638223"/>
          </a:xfrm>
          <a:prstGeom prst="rect">
            <a:avLst/>
          </a:prstGeom>
          <a:noFill/>
        </p:spPr>
        <p:txBody>
          <a:bodyPr wrap="none" rtlCol="0">
            <a:spAutoFit/>
          </a:bodyPr>
          <a:lstStyle/>
          <a:p>
            <a:pPr algn="ctr">
              <a:lnSpc>
                <a:spcPct val="120000"/>
              </a:lnSpc>
            </a:pPr>
            <a:r>
              <a:rPr lang="zh-CN" altLang="en-US" sz="7200" b="1">
                <a:solidFill>
                  <a:schemeClr val="tx1"/>
                </a:solidFill>
                <a:effectLst/>
                <a:cs typeface="+mn-ea"/>
                <a:sym typeface="+mn-lt"/>
              </a:rPr>
              <a:t> 第二节 </a:t>
            </a:r>
            <a:endParaRPr lang="en-US" altLang="zh-CN" sz="7200" b="1">
              <a:solidFill>
                <a:schemeClr val="tx1"/>
              </a:solidFill>
              <a:effectLst/>
              <a:cs typeface="+mn-ea"/>
              <a:sym typeface="+mn-lt"/>
            </a:endParaRPr>
          </a:p>
          <a:p>
            <a:pPr algn="ctr">
              <a:lnSpc>
                <a:spcPct val="120000"/>
              </a:lnSpc>
            </a:pPr>
            <a:r>
              <a:rPr lang="zh-CN" altLang="en-US" sz="7200" b="1">
                <a:solidFill>
                  <a:schemeClr val="tx1"/>
                </a:solidFill>
                <a:effectLst/>
                <a:cs typeface="+mn-ea"/>
                <a:sym typeface="+mn-lt"/>
              </a:rPr>
              <a:t>反应热的计算 </a:t>
            </a:r>
          </a:p>
        </p:txBody>
      </p:sp>
      <p:sp>
        <p:nvSpPr>
          <p:cNvPr id="12" name="文本框 11"/>
          <p:cNvSpPr txBox="1"/>
          <p:nvPr userDrawn="1">
            <p:custDataLst>
              <p:tags r:id="rId3"/>
            </p:custDataLst>
          </p:nvPr>
        </p:nvSpPr>
        <p:spPr>
          <a:xfrm>
            <a:off x="7736935" y="4609621"/>
            <a:ext cx="2954655" cy="632866"/>
          </a:xfrm>
          <a:prstGeom prst="rect">
            <a:avLst/>
          </a:prstGeom>
          <a:solidFill>
            <a:srgbClr val="354ECE"/>
          </a:solidFill>
        </p:spPr>
        <p:txBody>
          <a:bodyPr wrap="none" rtlCol="0">
            <a:spAutoFit/>
          </a:bodyPr>
          <a:lstStyle/>
          <a:p>
            <a:pPr algn="ctr">
              <a:lnSpc>
                <a:spcPct val="120000"/>
              </a:lnSpc>
            </a:pPr>
            <a:r>
              <a:rPr lang="zh-CN" altLang="en-US" sz="3200" b="1">
                <a:solidFill>
                  <a:schemeClr val="bg1"/>
                </a:solidFill>
                <a:effectLst/>
                <a:cs typeface="+mn-ea"/>
                <a:sym typeface="+mn-lt"/>
              </a:rPr>
              <a:t>课时</a:t>
            </a:r>
            <a:r>
              <a:rPr lang="en-US" altLang="zh-CN" sz="3200" b="1">
                <a:solidFill>
                  <a:schemeClr val="bg1"/>
                </a:solidFill>
                <a:effectLst/>
                <a:cs typeface="+mn-ea"/>
                <a:sym typeface="+mn-lt"/>
              </a:rPr>
              <a:t>1 </a:t>
            </a:r>
            <a:r>
              <a:rPr lang="zh-CN" altLang="en-US" sz="3200" b="1">
                <a:solidFill>
                  <a:schemeClr val="bg1"/>
                </a:solidFill>
                <a:effectLst/>
                <a:cs typeface="+mn-ea"/>
                <a:sym typeface="+mn-lt"/>
              </a:rPr>
              <a:t>盖斯定律</a:t>
            </a:r>
          </a:p>
        </p:txBody>
      </p:sp>
      <p:sp>
        <p:nvSpPr>
          <p:cNvPr id="3" name="矩形 2"/>
          <p:cNvSpPr/>
          <p:nvPr>
            <p:custDataLst>
              <p:tags r:id="rId4"/>
            </p:custDataLst>
          </p:nvPr>
        </p:nvSpPr>
        <p:spPr>
          <a:xfrm>
            <a:off x="1333694" y="1495425"/>
            <a:ext cx="4327525" cy="3733165"/>
          </a:xfrm>
          <a:prstGeom prst="rect">
            <a:avLst/>
          </a:prstGeom>
          <a:blipFill rotWithShape="1">
            <a:blip r:embed="rId6"/>
            <a:stretch>
              <a:fillRect/>
            </a:stretch>
          </a:blipFill>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20000"/>
              </a:lnSpc>
            </a:pPr>
            <a:endParaRPr lang="zh-CN" altLang="en-US">
              <a:cs typeface="+mn-ea"/>
              <a:sym typeface="+mn-lt"/>
            </a:endParaRP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848608" y="295633"/>
            <a:ext cx="10914414" cy="1082412"/>
          </a:xfrm>
          <a:prstGeom prst="rect">
            <a:avLst/>
          </a:prstGeom>
          <a:noFill/>
        </p:spPr>
        <p:txBody>
          <a:bodyPr wrap="square">
            <a:spAutoFit/>
          </a:bodyPr>
          <a:lstStyle/>
          <a:p>
            <a:pPr indent="457200" algn="just">
              <a:lnSpc>
                <a:spcPct val="120000"/>
              </a:lnSpc>
            </a:pPr>
            <a:r>
              <a:rPr lang="zh-CN" altLang="en-US" sz="2800" dirty="0"/>
              <a:t>在科学研究和工业生产中，常常需要了解反应热。</a:t>
            </a:r>
            <a:r>
              <a:rPr lang="zh-CN" altLang="en-US" sz="2800" dirty="0">
                <a:solidFill>
                  <a:srgbClr val="354ECE"/>
                </a:solidFill>
              </a:rPr>
              <a:t>许多反应热可以通过实验直接测定，</a:t>
            </a:r>
            <a:r>
              <a:rPr lang="zh-CN" altLang="en-US" sz="2800" dirty="0"/>
              <a:t>但是有些反应热是无法直接测定的。</a:t>
            </a:r>
          </a:p>
        </p:txBody>
      </p:sp>
      <p:sp>
        <p:nvSpPr>
          <p:cNvPr id="4" name="文本框 3">
            <a:extLst>
              <a:ext uri="{FF2B5EF4-FFF2-40B4-BE49-F238E27FC236}">
                <a16:creationId xmlns:a16="http://schemas.microsoft.com/office/drawing/2014/main" id="{CF4C4802-76AC-4D74-CC0D-6A7E71087317}"/>
              </a:ext>
            </a:extLst>
          </p:cNvPr>
          <p:cNvSpPr txBox="1"/>
          <p:nvPr>
            <p:custDataLst>
              <p:tags r:id="rId2"/>
            </p:custDataLst>
          </p:nvPr>
        </p:nvSpPr>
        <p:spPr>
          <a:xfrm>
            <a:off x="334962" y="1378045"/>
            <a:ext cx="11522075" cy="1971886"/>
          </a:xfrm>
          <a:prstGeom prst="rect">
            <a:avLst/>
          </a:prstGeom>
          <a:noFill/>
        </p:spPr>
        <p:txBody>
          <a:bodyPr wrap="square">
            <a:spAutoFit/>
          </a:bodyPr>
          <a:lstStyle>
            <a:defPPr>
              <a:defRPr lang="zh-CN"/>
            </a:defPPr>
            <a:lvl1pPr indent="457200" algn="just">
              <a:lnSpc>
                <a:spcPct val="120000"/>
              </a:lnSpc>
              <a:defRPr sz="2400" b="1"/>
            </a:lvl1pPr>
          </a:lstStyle>
          <a:p>
            <a:r>
              <a:rPr lang="zh-CN" altLang="en-US" sz="2600" b="0" dirty="0"/>
              <a:t>例如，对于化学反应：</a:t>
            </a:r>
            <a:endParaRPr lang="en-US" altLang="zh-CN" sz="2600" b="0" dirty="0"/>
          </a:p>
          <a:p>
            <a:pPr indent="0"/>
            <a:r>
              <a:rPr lang="en-US" altLang="zh-CN" sz="2600" b="0" dirty="0"/>
              <a:t>  </a:t>
            </a:r>
          </a:p>
          <a:p>
            <a:pPr indent="0"/>
            <a:r>
              <a:rPr lang="en-US" altLang="zh-CN" sz="2600" b="0" dirty="0">
                <a:solidFill>
                  <a:srgbClr val="FF0000"/>
                </a:solidFill>
              </a:rPr>
              <a:t>C</a:t>
            </a:r>
            <a:r>
              <a:rPr lang="zh-CN" altLang="en-US" sz="2600" b="0" dirty="0">
                <a:solidFill>
                  <a:srgbClr val="FF0000"/>
                </a:solidFill>
              </a:rPr>
              <a:t>燃烧时不可能全部生成</a:t>
            </a:r>
            <a:r>
              <a:rPr lang="en-US" altLang="zh-CN" sz="2600" b="0" dirty="0">
                <a:solidFill>
                  <a:srgbClr val="FF0000"/>
                </a:solidFill>
              </a:rPr>
              <a:t>CO</a:t>
            </a:r>
            <a:r>
              <a:rPr lang="zh-CN" altLang="en-US" sz="2600" b="0" dirty="0">
                <a:solidFill>
                  <a:srgbClr val="FF0000"/>
                </a:solidFill>
              </a:rPr>
              <a:t>，总有一部分</a:t>
            </a:r>
            <a:r>
              <a:rPr lang="en-US" altLang="zh-CN" sz="2600" b="0" dirty="0">
                <a:solidFill>
                  <a:srgbClr val="FF0000"/>
                </a:solidFill>
              </a:rPr>
              <a:t>CO</a:t>
            </a:r>
            <a:r>
              <a:rPr lang="en-US" altLang="zh-CN" sz="2600" b="0" baseline="-25000" dirty="0">
                <a:solidFill>
                  <a:srgbClr val="FF0000"/>
                </a:solidFill>
              </a:rPr>
              <a:t>2</a:t>
            </a:r>
            <a:r>
              <a:rPr lang="zh-CN" altLang="en-US" sz="2600" b="0" dirty="0">
                <a:solidFill>
                  <a:srgbClr val="FF0000"/>
                </a:solidFill>
              </a:rPr>
              <a:t>生成</a:t>
            </a:r>
            <a:r>
              <a:rPr lang="en-US" altLang="zh-CN" sz="2600" b="0" dirty="0">
                <a:cs typeface="+mn-ea"/>
                <a:sym typeface="+mn-lt"/>
              </a:rPr>
              <a:t>(</a:t>
            </a:r>
            <a:r>
              <a:rPr lang="zh-CN" altLang="en-US" sz="2600" b="0" dirty="0">
                <a:cs typeface="+mn-ea"/>
                <a:sym typeface="+mn-lt"/>
              </a:rPr>
              <a:t>难以控制反应的程度</a:t>
            </a:r>
            <a:r>
              <a:rPr lang="en-US" altLang="zh-CN" sz="2600" b="0" dirty="0">
                <a:cs typeface="+mn-ea"/>
                <a:sym typeface="+mn-lt"/>
              </a:rPr>
              <a:t>)</a:t>
            </a:r>
            <a:r>
              <a:rPr lang="zh-CN" altLang="en-US" sz="2600" b="0" dirty="0"/>
              <a:t>，因此</a:t>
            </a:r>
            <a:r>
              <a:rPr lang="zh-CN" altLang="en-US" sz="2600" b="0" dirty="0">
                <a:solidFill>
                  <a:srgbClr val="354ECE"/>
                </a:solidFill>
              </a:rPr>
              <a:t>该反应的反应热是无法直接测定的。</a:t>
            </a:r>
          </a:p>
        </p:txBody>
      </p:sp>
      <p:grpSp>
        <p:nvGrpSpPr>
          <p:cNvPr id="5" name="组合 4">
            <a:extLst>
              <a:ext uri="{FF2B5EF4-FFF2-40B4-BE49-F238E27FC236}">
                <a16:creationId xmlns:a16="http://schemas.microsoft.com/office/drawing/2014/main" id="{63B653F9-C2AB-2EA2-E73C-D775A915391F}"/>
              </a:ext>
            </a:extLst>
          </p:cNvPr>
          <p:cNvGrpSpPr/>
          <p:nvPr>
            <p:custDataLst>
              <p:tags r:id="rId3"/>
            </p:custDataLst>
          </p:nvPr>
        </p:nvGrpSpPr>
        <p:grpSpPr>
          <a:xfrm>
            <a:off x="4064537" y="1411034"/>
            <a:ext cx="5132367" cy="633956"/>
            <a:chOff x="3522672" y="1484313"/>
            <a:chExt cx="5132367" cy="633956"/>
          </a:xfrm>
        </p:grpSpPr>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21F3002A-EDEC-BD38-D53F-24CB22EFB787}"/>
                    </a:ext>
                  </a:extLst>
                </p:cNvPr>
                <p:cNvSpPr>
                  <a:spLocks noChangeArrowheads="1"/>
                </p:cNvSpPr>
                <p:nvPr>
                  <p:custDataLst>
                    <p:tags r:id="rId8"/>
                  </p:custDataLst>
                </p:nvPr>
              </p:nvSpPr>
              <p:spPr bwMode="auto">
                <a:xfrm>
                  <a:off x="3522672" y="1484313"/>
                  <a:ext cx="5132367" cy="63395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lgn="just" fontAlgn="base">
                    <a:lnSpc>
                      <a:spcPct val="80000"/>
                    </a:lnSpc>
                    <a:spcBef>
                      <a:spcPct val="20000"/>
                    </a:spcBef>
                    <a:spcAft>
                      <a:spcPct val="0"/>
                    </a:spcAft>
                    <a:buClr>
                      <a:srgbClr val="D9BE02"/>
                    </a:buClr>
                    <a:buFont typeface="Wingdings" panose="05000000000000000000" pitchFamily="2" charset="2"/>
                    <a:buNone/>
                  </a:pPr>
                  <a:r>
                    <a:rPr lang="en-US" altLang="zh-CN" sz="2600" dirty="0">
                      <a:solidFill>
                        <a:prstClr val="black"/>
                      </a:solidFill>
                      <a:cs typeface="+mn-ea"/>
                      <a:sym typeface="+mn-lt"/>
                    </a:rPr>
                    <a:t>C(s) + </a:t>
                  </a:r>
                  <a14:m>
                    <m:oMath xmlns:m="http://schemas.openxmlformats.org/officeDocument/2006/math">
                      <m:f>
                        <m:fPr>
                          <m:ctrlPr>
                            <a:rPr lang="en-US" altLang="zh-CN" sz="2600" i="1">
                              <a:solidFill>
                                <a:prstClr val="black"/>
                              </a:solidFill>
                              <a:latin typeface="Cambria Math" panose="02040503050406030204" pitchFamily="18" charset="0"/>
                              <a:cs typeface="+mn-ea"/>
                              <a:sym typeface="+mn-lt"/>
                            </a:rPr>
                          </m:ctrlPr>
                        </m:fPr>
                        <m:num>
                          <m:r>
                            <a:rPr lang="en-US" altLang="zh-CN" sz="2600">
                              <a:solidFill>
                                <a:prstClr val="black"/>
                              </a:solidFill>
                              <a:latin typeface="Cambria Math" panose="02040503050406030204" pitchFamily="18" charset="0"/>
                              <a:cs typeface="+mn-ea"/>
                              <a:sym typeface="+mn-lt"/>
                            </a:rPr>
                            <m:t>1</m:t>
                          </m:r>
                        </m:num>
                        <m:den>
                          <m:r>
                            <a:rPr lang="en-US" altLang="zh-CN" sz="2600">
                              <a:solidFill>
                                <a:prstClr val="black"/>
                              </a:solidFill>
                              <a:latin typeface="Cambria Math" panose="02040503050406030204" pitchFamily="18" charset="0"/>
                              <a:cs typeface="+mn-ea"/>
                              <a:sym typeface="+mn-lt"/>
                            </a:rPr>
                            <m:t>2</m:t>
                          </m:r>
                        </m:den>
                      </m:f>
                      <m:r>
                        <a:rPr lang="en-US" altLang="zh-CN" sz="2600" b="0" i="1">
                          <a:solidFill>
                            <a:prstClr val="black"/>
                          </a:solidFill>
                          <a:latin typeface="Cambria Math" panose="02040503050406030204" pitchFamily="18" charset="0"/>
                          <a:cs typeface="+mn-ea"/>
                          <a:sym typeface="+mn-lt"/>
                        </a:rPr>
                        <m:t> </m:t>
                      </m:r>
                    </m:oMath>
                  </a14:m>
                  <a:r>
                    <a:rPr lang="en-US" altLang="zh-CN" sz="2600" dirty="0">
                      <a:solidFill>
                        <a:prstClr val="black"/>
                      </a:solidFill>
                      <a:cs typeface="+mn-ea"/>
                      <a:sym typeface="+mn-lt"/>
                    </a:rPr>
                    <a:t>O</a:t>
                  </a:r>
                  <a:r>
                    <a:rPr lang="en-US" altLang="zh-CN" sz="2600" baseline="-25000" dirty="0">
                      <a:solidFill>
                        <a:prstClr val="black"/>
                      </a:solidFill>
                      <a:cs typeface="+mn-ea"/>
                      <a:sym typeface="+mn-lt"/>
                    </a:rPr>
                    <a:t>2</a:t>
                  </a:r>
                  <a:r>
                    <a:rPr lang="en-US" altLang="zh-CN" sz="2600" dirty="0">
                      <a:solidFill>
                        <a:prstClr val="black"/>
                      </a:solidFill>
                      <a:cs typeface="+mn-ea"/>
                      <a:sym typeface="+mn-lt"/>
                    </a:rPr>
                    <a:t>(g)           CO(g)     </a:t>
                  </a:r>
                  <a:r>
                    <a:rPr lang="el-GR" altLang="zh-CN" sz="2600" dirty="0">
                      <a:solidFill>
                        <a:prstClr val="black"/>
                      </a:solidFill>
                      <a:cs typeface="+mn-ea"/>
                      <a:sym typeface="+mn-lt"/>
                    </a:rPr>
                    <a:t>Δ</a:t>
                  </a:r>
                  <a:r>
                    <a:rPr lang="en-US" altLang="zh-CN" sz="2600" i="1" dirty="0">
                      <a:solidFill>
                        <a:prstClr val="black"/>
                      </a:solidFill>
                      <a:cs typeface="+mn-ea"/>
                      <a:sym typeface="+mn-lt"/>
                    </a:rPr>
                    <a:t>H </a:t>
                  </a:r>
                  <a:r>
                    <a:rPr lang="en-US" altLang="zh-CN" sz="2600" dirty="0">
                      <a:solidFill>
                        <a:prstClr val="black"/>
                      </a:solidFill>
                      <a:cs typeface="+mn-ea"/>
                      <a:sym typeface="+mn-lt"/>
                    </a:rPr>
                    <a:t>=?</a:t>
                  </a:r>
                </a:p>
              </p:txBody>
            </p:sp>
          </mc:Choice>
          <mc:Fallback xmlns:p159="http://schemas.microsoft.com/office/powerpoint/2015/09/main" xmlns:p15="http://schemas.microsoft.com/office/powerpoint/2012/main" xmlns:p14="http://schemas.microsoft.com/office/powerpoint/2010/main" xmlns:wp="http://schemas.openxmlformats.org/drawingml/2006/wordprocessingDrawing" xmlns:w="http://schemas.openxmlformats.org/wordprocessingml/2006/main" xmlns:m="http://schemas.openxmlformats.org/officeDocument/2006/math" xmlns="">
            <p:sp>
              <p:nvSpPr>
                <p:cNvPr id="17" name="Rectangle 5"/>
                <p:cNvSpPr>
                  <a:spLocks noRot="1" noChangeAspect="1" noMove="1" noResize="1" noEditPoints="1" noAdjustHandles="1" noChangeArrowheads="1" noChangeShapeType="1" noTextEdit="1"/>
                </p:cNvSpPr>
                <p:nvPr>
                  <p:custDataLst>
                    <p:tags r:id="rId13"/>
                  </p:custDataLst>
                </p:nvPr>
              </p:nvSpPr>
              <p:spPr bwMode="auto">
                <a:xfrm>
                  <a:off x="3522672" y="1484313"/>
                  <a:ext cx="5132367" cy="633956"/>
                </a:xfrm>
                <a:prstGeom prst="rect">
                  <a:avLst/>
                </a:prstGeom>
                <a:blipFill rotWithShape="1">
                  <a:blip r:embed="rId14"/>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txBody>
                <a:bodyPr/>
                <a:lstStyle/>
                <a:p>
                  <a:r>
                    <a:rPr lang="zh-CN" altLang="en-US">
                      <a:noFill/>
                    </a:rPr>
                    <a:t> </a:t>
                  </a:r>
                </a:p>
              </p:txBody>
            </p:sp>
          </mc:Fallback>
        </mc:AlternateContent>
        <p:grpSp>
          <p:nvGrpSpPr>
            <p:cNvPr id="7" name="组合 6">
              <a:extLst>
                <a:ext uri="{FF2B5EF4-FFF2-40B4-BE49-F238E27FC236}">
                  <a16:creationId xmlns:a16="http://schemas.microsoft.com/office/drawing/2014/main" id="{B1EF6BEA-F0D6-823E-7CD5-A97D204DA7B6}"/>
                </a:ext>
              </a:extLst>
            </p:cNvPr>
            <p:cNvGrpSpPr/>
            <p:nvPr>
              <p:custDataLst>
                <p:tags r:id="rId9"/>
              </p:custDataLst>
            </p:nvPr>
          </p:nvGrpSpPr>
          <p:grpSpPr>
            <a:xfrm>
              <a:off x="5694184" y="1744733"/>
              <a:ext cx="590400" cy="71438"/>
              <a:chOff x="6137274" y="2281383"/>
              <a:chExt cx="590400" cy="71438"/>
            </a:xfrm>
          </p:grpSpPr>
          <p:cxnSp>
            <p:nvCxnSpPr>
              <p:cNvPr id="8" name="直接连接符 7">
                <a:extLst>
                  <a:ext uri="{FF2B5EF4-FFF2-40B4-BE49-F238E27FC236}">
                    <a16:creationId xmlns:a16="http://schemas.microsoft.com/office/drawing/2014/main" id="{C79C4557-1E88-1977-89FA-454795163106}"/>
                  </a:ext>
                </a:extLst>
              </p:cNvPr>
              <p:cNvCxnSpPr/>
              <p:nvPr>
                <p:custDataLst>
                  <p:tags r:id="rId10"/>
                </p:custDataLst>
              </p:nvPr>
            </p:nvCxnSpPr>
            <p:spPr>
              <a:xfrm>
                <a:off x="6137274" y="2281383"/>
                <a:ext cx="590400" cy="0"/>
              </a:xfrm>
              <a:prstGeom prst="line">
                <a:avLst/>
              </a:prstGeom>
              <a:noFill/>
              <a:ln w="19050" cap="rnd" cmpd="sng" algn="ctr">
                <a:solidFill>
                  <a:schemeClr val="tx1"/>
                </a:solidFill>
                <a:prstDash val="solid"/>
              </a:ln>
              <a:effectLst/>
            </p:spPr>
          </p:cxnSp>
          <p:cxnSp>
            <p:nvCxnSpPr>
              <p:cNvPr id="9" name="直接连接符 8">
                <a:extLst>
                  <a:ext uri="{FF2B5EF4-FFF2-40B4-BE49-F238E27FC236}">
                    <a16:creationId xmlns:a16="http://schemas.microsoft.com/office/drawing/2014/main" id="{8806E2E1-1A1D-931D-E45E-1A05D159F9AE}"/>
                  </a:ext>
                </a:extLst>
              </p:cNvPr>
              <p:cNvCxnSpPr/>
              <p:nvPr>
                <p:custDataLst>
                  <p:tags r:id="rId11"/>
                </p:custDataLst>
              </p:nvPr>
            </p:nvCxnSpPr>
            <p:spPr>
              <a:xfrm>
                <a:off x="6137274" y="2352821"/>
                <a:ext cx="590400" cy="0"/>
              </a:xfrm>
              <a:prstGeom prst="line">
                <a:avLst/>
              </a:prstGeom>
              <a:noFill/>
              <a:ln w="19050" cap="rnd" cmpd="sng" algn="ctr">
                <a:solidFill>
                  <a:schemeClr val="tx1"/>
                </a:solidFill>
                <a:prstDash val="solid"/>
              </a:ln>
              <a:effectLst/>
            </p:spPr>
          </p:cxnSp>
        </p:grpSp>
      </p:grpSp>
      <p:grpSp>
        <p:nvGrpSpPr>
          <p:cNvPr id="13" name="组合 12">
            <a:extLst>
              <a:ext uri="{FF2B5EF4-FFF2-40B4-BE49-F238E27FC236}">
                <a16:creationId xmlns:a16="http://schemas.microsoft.com/office/drawing/2014/main" id="{D91CE123-71D2-6630-C991-B7FDFAE68FA7}"/>
              </a:ext>
            </a:extLst>
          </p:cNvPr>
          <p:cNvGrpSpPr/>
          <p:nvPr>
            <p:custDataLst>
              <p:tags r:id="rId4"/>
            </p:custDataLst>
          </p:nvPr>
        </p:nvGrpSpPr>
        <p:grpSpPr>
          <a:xfrm>
            <a:off x="2055721" y="3830063"/>
            <a:ext cx="8500188" cy="2954949"/>
            <a:chOff x="1968760" y="3563396"/>
            <a:chExt cx="8500188" cy="2954949"/>
          </a:xfrm>
        </p:grpSpPr>
        <p:sp>
          <p:nvSpPr>
            <p:cNvPr id="15" name="任意多边形: 形状 14">
              <a:extLst>
                <a:ext uri="{FF2B5EF4-FFF2-40B4-BE49-F238E27FC236}">
                  <a16:creationId xmlns:a16="http://schemas.microsoft.com/office/drawing/2014/main" id="{611AE9F4-9CAE-C689-11C4-65F582BA0B57}"/>
                </a:ext>
              </a:extLst>
            </p:cNvPr>
            <p:cNvSpPr/>
            <p:nvPr>
              <p:custDataLst>
                <p:tags r:id="rId5"/>
              </p:custDataLst>
            </p:nvPr>
          </p:nvSpPr>
          <p:spPr>
            <a:xfrm>
              <a:off x="1968760" y="3563396"/>
              <a:ext cx="8500188" cy="1516604"/>
            </a:xfrm>
            <a:custGeom>
              <a:avLst/>
              <a:gdLst>
                <a:gd name="connsiteX0" fmla="*/ 0 w 8500188"/>
                <a:gd name="connsiteY0" fmla="*/ 0 h 1902742"/>
                <a:gd name="connsiteX1" fmla="*/ 8500188 w 8500188"/>
                <a:gd name="connsiteY1" fmla="*/ 0 h 1902742"/>
                <a:gd name="connsiteX2" fmla="*/ 8500188 w 8500188"/>
                <a:gd name="connsiteY2" fmla="*/ 1545763 h 1902742"/>
                <a:gd name="connsiteX3" fmla="*/ 2132034 w 8500188"/>
                <a:gd name="connsiteY3" fmla="*/ 1545763 h 1902742"/>
                <a:gd name="connsiteX4" fmla="*/ 1946540 w 8500188"/>
                <a:gd name="connsiteY4" fmla="*/ 1902742 h 1902742"/>
                <a:gd name="connsiteX5" fmla="*/ 1914800 w 8500188"/>
                <a:gd name="connsiteY5" fmla="*/ 1545763 h 1902742"/>
                <a:gd name="connsiteX6" fmla="*/ 0 w 8500188"/>
                <a:gd name="connsiteY6" fmla="*/ 1545763 h 1902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00188" h="1902742">
                  <a:moveTo>
                    <a:pt x="0" y="0"/>
                  </a:moveTo>
                  <a:lnTo>
                    <a:pt x="8500188" y="0"/>
                  </a:lnTo>
                  <a:lnTo>
                    <a:pt x="8500188" y="1545763"/>
                  </a:lnTo>
                  <a:lnTo>
                    <a:pt x="2132034" y="1545763"/>
                  </a:lnTo>
                  <a:lnTo>
                    <a:pt x="1946540" y="1902742"/>
                  </a:lnTo>
                  <a:lnTo>
                    <a:pt x="1914800" y="1545763"/>
                  </a:lnTo>
                  <a:lnTo>
                    <a:pt x="0" y="1545763"/>
                  </a:lnTo>
                  <a:close/>
                </a:path>
              </a:pathLst>
            </a:custGeom>
            <a:solidFill>
              <a:srgbClr val="CFD9F2"/>
            </a:solid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文本框 15">
              <a:extLst>
                <a:ext uri="{FF2B5EF4-FFF2-40B4-BE49-F238E27FC236}">
                  <a16:creationId xmlns:a16="http://schemas.microsoft.com/office/drawing/2014/main" id="{BD36ED45-BB3A-64E8-C269-C2750B4CAB23}"/>
                </a:ext>
              </a:extLst>
            </p:cNvPr>
            <p:cNvSpPr txBox="1"/>
            <p:nvPr>
              <p:custDataLst>
                <p:tags r:id="rId6"/>
              </p:custDataLst>
            </p:nvPr>
          </p:nvSpPr>
          <p:spPr>
            <a:xfrm>
              <a:off x="1968761" y="3695890"/>
              <a:ext cx="8500187" cy="1011624"/>
            </a:xfrm>
            <a:prstGeom prst="rect">
              <a:avLst/>
            </a:prstGeom>
            <a:noFill/>
          </p:spPr>
          <p:txBody>
            <a:bodyPr wrap="square">
              <a:spAutoFit/>
            </a:bodyPr>
            <a:lstStyle/>
            <a:p>
              <a:pPr indent="457200" algn="just">
                <a:lnSpc>
                  <a:spcPct val="120000"/>
                </a:lnSpc>
              </a:pPr>
              <a:r>
                <a:rPr lang="zh-CN" altLang="en-US" sz="2600" dirty="0"/>
                <a:t>该反应的反应热是冶金工业中非常有用的数据，如何得到这个</a:t>
              </a:r>
              <a:r>
                <a:rPr lang="zh-CN" altLang="en-US" sz="2600" dirty="0">
                  <a:solidFill>
                    <a:srgbClr val="FF0000"/>
                  </a:solidFill>
                </a:rPr>
                <a:t>反应的反应热呢</a:t>
              </a:r>
              <a:r>
                <a:rPr lang="en-US" altLang="zh-CN" sz="2600" dirty="0">
                  <a:solidFill>
                    <a:srgbClr val="FF0000"/>
                  </a:solidFill>
                </a:rPr>
                <a:t>?</a:t>
              </a:r>
              <a:endParaRPr lang="zh-CN" altLang="en-US" sz="2600" dirty="0">
                <a:solidFill>
                  <a:srgbClr val="FF0000"/>
                </a:solidFill>
              </a:endParaRPr>
            </a:p>
          </p:txBody>
        </p:sp>
        <p:pic>
          <p:nvPicPr>
            <p:cNvPr id="17" name="图片 34图片 40molecular-configuratio00000000000000000000000000000000000000000000000000000000大鹿化学工作室制作，侵权必究n_68084">
              <a:extLst>
                <a:ext uri="{FF2B5EF4-FFF2-40B4-BE49-F238E27FC236}">
                  <a16:creationId xmlns:a16="http://schemas.microsoft.com/office/drawing/2014/main" id="{CFCCC91B-9985-B8A4-6F1D-8D5191D2ED44}"/>
                </a:ext>
              </a:extLst>
            </p:cNvPr>
            <p:cNvPicPr>
              <a:picLocks noChangeAspect="1"/>
            </p:cNvPicPr>
            <p:nvPr>
              <p:custDataLst>
                <p:tags r:id="rId7"/>
              </p:custDataLst>
            </p:nvPr>
          </p:nvPicPr>
          <p:blipFill>
            <a:blip r:embed="rId15" cstate="print">
              <a:extLst>
                <a:ext uri="{28A0092B-C50C-407E-A947-70E740481C1C}">
                  <a14:useLocalDpi xmlns:a14="http://schemas.microsoft.com/office/drawing/2010/main" val="0"/>
                </a:ext>
              </a:extLst>
            </a:blip>
            <a:stretch>
              <a:fillRect/>
            </a:stretch>
          </p:blipFill>
          <p:spPr>
            <a:xfrm>
              <a:off x="3285777" y="5197544"/>
              <a:ext cx="1294813" cy="1320801"/>
            </a:xfrm>
            <a:prstGeom prst="rect">
              <a:avLst/>
            </a:prstGeom>
          </p:spPr>
        </p:pic>
      </p:gr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文本框 24"/>
          <p:cNvSpPr txBox="1"/>
          <p:nvPr>
            <p:custDataLst>
              <p:tags r:id="rId2"/>
            </p:custDataLst>
          </p:nvPr>
        </p:nvSpPr>
        <p:spPr>
          <a:xfrm>
            <a:off x="334963" y="4308602"/>
            <a:ext cx="11522075" cy="1491755"/>
          </a:xfrm>
          <a:prstGeom prst="rect">
            <a:avLst/>
          </a:prstGeom>
          <a:noFill/>
        </p:spPr>
        <p:txBody>
          <a:bodyPr wrap="square" rtlCol="0">
            <a:spAutoFit/>
          </a:bodyPr>
          <a:lstStyle>
            <a:defPPr>
              <a:defRPr lang="zh-CN"/>
            </a:defPPr>
            <a:lvl1pPr algn="just">
              <a:lnSpc>
                <a:spcPct val="120000"/>
              </a:lnSpc>
              <a:defRPr sz="2200" b="1">
                <a:cs typeface="+mn-ea"/>
              </a:defRPr>
            </a:lvl1pPr>
          </a:lstStyle>
          <a:p>
            <a:r>
              <a:rPr lang="zh-CN" altLang="en-US" sz="2600" b="0" dirty="0">
                <a:sym typeface="+mn-lt"/>
              </a:rPr>
              <a:t>        化学家盖斯改进了拉瓦锡和拉普拉斯的冰量热计，从而</a:t>
            </a:r>
            <a:r>
              <a:rPr lang="zh-CN" altLang="en-US" sz="2600" b="0" dirty="0">
                <a:solidFill>
                  <a:srgbClr val="FF0000"/>
                </a:solidFill>
                <a:sym typeface="+mn-lt"/>
              </a:rPr>
              <a:t>较为准确</a:t>
            </a:r>
            <a:r>
              <a:rPr lang="zh-CN" altLang="en-US" sz="2600" b="0" dirty="0">
                <a:sym typeface="+mn-lt"/>
              </a:rPr>
              <a:t>地测量了许多化学反应的热效应。通过大量实验，盖斯发现：</a:t>
            </a:r>
            <a:r>
              <a:rPr lang="zh-CN" altLang="en-US" sz="2600" dirty="0">
                <a:cs typeface="+mn-ea"/>
                <a:sym typeface="+mn-lt"/>
              </a:rPr>
              <a:t>一个化学反应，不管是</a:t>
            </a:r>
            <a:r>
              <a:rPr lang="zh-CN" altLang="en-US" sz="2600" dirty="0">
                <a:solidFill>
                  <a:srgbClr val="FF0000"/>
                </a:solidFill>
                <a:cs typeface="+mn-ea"/>
                <a:sym typeface="+mn-lt"/>
              </a:rPr>
              <a:t>一步</a:t>
            </a:r>
            <a:r>
              <a:rPr lang="zh-CN" altLang="en-US" sz="2600" dirty="0">
                <a:cs typeface="+mn-ea"/>
                <a:sym typeface="+mn-lt"/>
              </a:rPr>
              <a:t>还是</a:t>
            </a:r>
            <a:r>
              <a:rPr lang="zh-CN" altLang="en-US" sz="2600" dirty="0">
                <a:solidFill>
                  <a:srgbClr val="FF0000"/>
                </a:solidFill>
                <a:cs typeface="+mn-ea"/>
                <a:sym typeface="+mn-lt"/>
              </a:rPr>
              <a:t>分几步完成</a:t>
            </a:r>
            <a:r>
              <a:rPr lang="zh-CN" altLang="en-US" sz="2600" dirty="0">
                <a:cs typeface="+mn-ea"/>
                <a:sym typeface="+mn-lt"/>
              </a:rPr>
              <a:t>，其</a:t>
            </a:r>
            <a:r>
              <a:rPr lang="zh-CN" altLang="en-US" sz="2600" dirty="0">
                <a:solidFill>
                  <a:srgbClr val="FF0000"/>
                </a:solidFill>
                <a:cs typeface="+mn-ea"/>
                <a:sym typeface="+mn-lt"/>
              </a:rPr>
              <a:t>反应热相同</a:t>
            </a:r>
            <a:r>
              <a:rPr lang="zh-CN" altLang="en-US" sz="2600" dirty="0">
                <a:solidFill>
                  <a:srgbClr val="FF0000"/>
                </a:solidFill>
                <a:sym typeface="+mn-lt"/>
              </a:rPr>
              <a:t>。</a:t>
            </a:r>
            <a:endParaRPr lang="en-US" altLang="zh-CN" sz="2600" b="0" dirty="0">
              <a:sym typeface="+mn-lt"/>
            </a:endParaRPr>
          </a:p>
        </p:txBody>
      </p:sp>
      <p:grpSp>
        <p:nvGrpSpPr>
          <p:cNvPr id="8" name="组合 7"/>
          <p:cNvGrpSpPr/>
          <p:nvPr>
            <p:custDataLst>
              <p:tags r:id="rId3"/>
            </p:custDataLst>
          </p:nvPr>
        </p:nvGrpSpPr>
        <p:grpSpPr>
          <a:xfrm>
            <a:off x="8964324" y="1047191"/>
            <a:ext cx="2761162" cy="2766182"/>
            <a:chOff x="4715419" y="1025333"/>
            <a:chExt cx="2761162" cy="2766182"/>
          </a:xfrm>
        </p:grpSpPr>
        <p:pic>
          <p:nvPicPr>
            <p:cNvPr id="10" name="图片 9"/>
            <p:cNvPicPr>
              <a:picLocks noChangeAspect="1"/>
            </p:cNvPicPr>
            <p:nvPr>
              <p:custDataLst>
                <p:tags r:id="rId8"/>
              </p:custDataLst>
            </p:nvPr>
          </p:nvPicPr>
          <p:blipFill>
            <a:blip r:embed="rId12"/>
            <a:stretch>
              <a:fillRect/>
            </a:stretch>
          </p:blipFill>
          <p:spPr>
            <a:xfrm>
              <a:off x="4715419" y="1025333"/>
              <a:ext cx="2761162" cy="2766182"/>
            </a:xfrm>
            <a:prstGeom prst="rect">
              <a:avLst/>
            </a:prstGeom>
            <a:ln>
              <a:noFill/>
            </a:ln>
          </p:spPr>
        </p:pic>
        <p:sp>
          <p:nvSpPr>
            <p:cNvPr id="6" name="椭圆 5"/>
            <p:cNvSpPr/>
            <p:nvPr>
              <p:custDataLst>
                <p:tags r:id="rId9"/>
              </p:custDataLst>
            </p:nvPr>
          </p:nvSpPr>
          <p:spPr>
            <a:xfrm>
              <a:off x="4715419" y="1025333"/>
              <a:ext cx="2761162" cy="2761162"/>
            </a:xfrm>
            <a:prstGeom prst="ellipse">
              <a:avLst/>
            </a:prstGeom>
            <a:noFill/>
            <a:ln w="38100" cap="flat" cmpd="sng" algn="ctr">
              <a:solidFill>
                <a:srgbClr val="354ECE"/>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文本框 11"/>
          <p:cNvSpPr txBox="1"/>
          <p:nvPr>
            <p:custDataLst>
              <p:tags r:id="rId4"/>
            </p:custDataLst>
          </p:nvPr>
        </p:nvSpPr>
        <p:spPr>
          <a:xfrm>
            <a:off x="1505382" y="292545"/>
            <a:ext cx="3738880" cy="579755"/>
          </a:xfrm>
          <a:prstGeom prst="rect">
            <a:avLst/>
          </a:prstGeom>
          <a:solidFill>
            <a:srgbClr val="354ECE"/>
          </a:solidFill>
        </p:spPr>
        <p:txBody>
          <a:bodyPr vert="horz" wrap="none" rtlCol="0" anchor="ctr">
            <a:noAutofit/>
          </a:bodyPr>
          <a:lstStyle/>
          <a:p>
            <a:pPr indent="0" algn="ctr" defTabSz="457200" fontAlgn="auto">
              <a:lnSpc>
                <a:spcPct val="120000"/>
              </a:lnSpc>
              <a:spcBef>
                <a:spcPct val="0"/>
              </a:spcBef>
              <a:buFont typeface="Wingdings" panose="05000000000000000000" pitchFamily="2" charset="2"/>
              <a:buNone/>
            </a:pPr>
            <a:r>
              <a:rPr lang="zh-CN" altLang="en-US" sz="2800" b="1">
                <a:solidFill>
                  <a:schemeClr val="bg1"/>
                </a:solidFill>
                <a:cs typeface="+mn-ea"/>
                <a:sym typeface="+mn-lt"/>
              </a:rPr>
              <a:t>反应热测定的发展简史</a:t>
            </a:r>
          </a:p>
        </p:txBody>
      </p:sp>
      <p:pic>
        <p:nvPicPr>
          <p:cNvPr id="16" name="图片 15">
            <a:extLst>
              <a:ext uri="{FF2B5EF4-FFF2-40B4-BE49-F238E27FC236}">
                <a16:creationId xmlns:a16="http://schemas.microsoft.com/office/drawing/2014/main" id="{0D70F2C4-7432-0472-473F-3FE2DEEA5E59}"/>
              </a:ext>
            </a:extLst>
          </p:cNvPr>
          <p:cNvPicPr>
            <a:picLocks noChangeAspect="1"/>
          </p:cNvPicPr>
          <p:nvPr>
            <p:custDataLst>
              <p:tags r:id="rId5"/>
            </p:custDataLst>
          </p:nvPr>
        </p:nvPicPr>
        <p:blipFill>
          <a:blip r:embed="rId13"/>
          <a:srcRect l="9070" t="3294" r="5775" b="36352"/>
          <a:stretch>
            <a:fillRect/>
          </a:stretch>
        </p:blipFill>
        <p:spPr>
          <a:xfrm>
            <a:off x="466514" y="1276346"/>
            <a:ext cx="2307872" cy="2307872"/>
          </a:xfrm>
          <a:custGeom>
            <a:avLst/>
            <a:gdLst>
              <a:gd name="connsiteX0" fmla="*/ 2069530 w 4139060"/>
              <a:gd name="connsiteY0" fmla="*/ 0 h 4139060"/>
              <a:gd name="connsiteX1" fmla="*/ 4139060 w 4139060"/>
              <a:gd name="connsiteY1" fmla="*/ 2069530 h 4139060"/>
              <a:gd name="connsiteX2" fmla="*/ 2069530 w 4139060"/>
              <a:gd name="connsiteY2" fmla="*/ 4139060 h 4139060"/>
              <a:gd name="connsiteX3" fmla="*/ 0 w 4139060"/>
              <a:gd name="connsiteY3" fmla="*/ 2069530 h 4139060"/>
              <a:gd name="connsiteX4" fmla="*/ 2069530 w 4139060"/>
              <a:gd name="connsiteY4" fmla="*/ 0 h 4139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9060" h="4139060">
                <a:moveTo>
                  <a:pt x="2069530" y="0"/>
                </a:moveTo>
                <a:cubicBezTo>
                  <a:pt x="3212500" y="0"/>
                  <a:pt x="4139060" y="926560"/>
                  <a:pt x="4139060" y="2069530"/>
                </a:cubicBezTo>
                <a:cubicBezTo>
                  <a:pt x="4139060" y="3212500"/>
                  <a:pt x="3212500" y="4139060"/>
                  <a:pt x="2069530" y="4139060"/>
                </a:cubicBezTo>
                <a:cubicBezTo>
                  <a:pt x="926560" y="4139060"/>
                  <a:pt x="0" y="3212500"/>
                  <a:pt x="0" y="2069530"/>
                </a:cubicBezTo>
                <a:cubicBezTo>
                  <a:pt x="0" y="926560"/>
                  <a:pt x="926560" y="0"/>
                  <a:pt x="2069530" y="0"/>
                </a:cubicBezTo>
                <a:close/>
              </a:path>
            </a:pathLst>
          </a:custGeom>
          <a:ln w="19050">
            <a:solidFill>
              <a:srgbClr val="354ECE"/>
            </a:solidFill>
          </a:ln>
        </p:spPr>
      </p:pic>
      <p:pic>
        <p:nvPicPr>
          <p:cNvPr id="27" name="图片 26">
            <a:extLst>
              <a:ext uri="{FF2B5EF4-FFF2-40B4-BE49-F238E27FC236}">
                <a16:creationId xmlns:a16="http://schemas.microsoft.com/office/drawing/2014/main" id="{7AC5190B-4B38-E8DB-8C48-3AB51AAD5807}"/>
              </a:ext>
            </a:extLst>
          </p:cNvPr>
          <p:cNvPicPr>
            <a:picLocks noChangeAspect="1"/>
          </p:cNvPicPr>
          <p:nvPr>
            <p:custDataLst>
              <p:tags r:id="rId6"/>
            </p:custDataLst>
          </p:nvPr>
        </p:nvPicPr>
        <p:blipFill>
          <a:blip r:embed="rId14"/>
          <a:srcRect l="1345" t="2747" r="20040" b="35737"/>
          <a:stretch>
            <a:fillRect/>
          </a:stretch>
        </p:blipFill>
        <p:spPr>
          <a:xfrm>
            <a:off x="3005245" y="1318948"/>
            <a:ext cx="2383938" cy="2383938"/>
          </a:xfrm>
          <a:custGeom>
            <a:avLst/>
            <a:gdLst>
              <a:gd name="connsiteX0" fmla="*/ 2069530 w 4139060"/>
              <a:gd name="connsiteY0" fmla="*/ 0 h 4139060"/>
              <a:gd name="connsiteX1" fmla="*/ 4139060 w 4139060"/>
              <a:gd name="connsiteY1" fmla="*/ 2069530 h 4139060"/>
              <a:gd name="connsiteX2" fmla="*/ 2069530 w 4139060"/>
              <a:gd name="connsiteY2" fmla="*/ 4139060 h 4139060"/>
              <a:gd name="connsiteX3" fmla="*/ 0 w 4139060"/>
              <a:gd name="connsiteY3" fmla="*/ 2069530 h 4139060"/>
              <a:gd name="connsiteX4" fmla="*/ 2069530 w 4139060"/>
              <a:gd name="connsiteY4" fmla="*/ 0 h 41390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39060" h="4139060">
                <a:moveTo>
                  <a:pt x="2069530" y="0"/>
                </a:moveTo>
                <a:cubicBezTo>
                  <a:pt x="3212500" y="0"/>
                  <a:pt x="4139060" y="926560"/>
                  <a:pt x="4139060" y="2069530"/>
                </a:cubicBezTo>
                <a:cubicBezTo>
                  <a:pt x="4139060" y="3212500"/>
                  <a:pt x="3212500" y="4139060"/>
                  <a:pt x="2069530" y="4139060"/>
                </a:cubicBezTo>
                <a:cubicBezTo>
                  <a:pt x="926560" y="4139060"/>
                  <a:pt x="0" y="3212500"/>
                  <a:pt x="0" y="2069530"/>
                </a:cubicBezTo>
                <a:cubicBezTo>
                  <a:pt x="0" y="926560"/>
                  <a:pt x="926560" y="0"/>
                  <a:pt x="2069530" y="0"/>
                </a:cubicBezTo>
                <a:close/>
              </a:path>
            </a:pathLst>
          </a:custGeom>
          <a:ln w="19050">
            <a:solidFill>
              <a:srgbClr val="354ECE"/>
            </a:solidFill>
          </a:ln>
        </p:spPr>
      </p:pic>
      <p:pic>
        <p:nvPicPr>
          <p:cNvPr id="33" name="图片 32">
            <a:extLst>
              <a:ext uri="{FF2B5EF4-FFF2-40B4-BE49-F238E27FC236}">
                <a16:creationId xmlns:a16="http://schemas.microsoft.com/office/drawing/2014/main" id="{7C9E4BBF-D66D-C915-DBDC-D53E32E07AD0}"/>
              </a:ext>
            </a:extLst>
          </p:cNvPr>
          <p:cNvPicPr>
            <a:picLocks noChangeAspect="1"/>
          </p:cNvPicPr>
          <p:nvPr>
            <p:custDataLst>
              <p:tags r:id="rId7"/>
            </p:custDataLst>
          </p:nvPr>
        </p:nvPicPr>
        <p:blipFill>
          <a:blip r:embed="rId15">
            <a:clrChange>
              <a:clrFrom>
                <a:srgbClr val="FFFFFF"/>
              </a:clrFrom>
              <a:clrTo>
                <a:srgbClr val="FFFFFF">
                  <a:alpha val="0"/>
                </a:srgbClr>
              </a:clrTo>
            </a:clrChange>
            <a:extLst>
              <a:ext uri="{BEBA8EAE-BF5A-486C-A8C5-ECC9F3942E4B}">
                <a14:imgProps xmlns:a14="http://schemas.microsoft.com/office/drawing/2010/main">
                  <a14:imgLayer r:embed="rId16">
                    <a14:imgEffect>
                      <a14:sharpenSoften amount="25000"/>
                    </a14:imgEffect>
                  </a14:imgLayer>
                </a14:imgProps>
              </a:ext>
            </a:extLst>
          </a:blip>
          <a:stretch>
            <a:fillRect/>
          </a:stretch>
        </p:blipFill>
        <p:spPr>
          <a:xfrm>
            <a:off x="5389183" y="1532699"/>
            <a:ext cx="3808352" cy="2500316"/>
          </a:xfrm>
          <a:prstGeom prst="rect">
            <a:avLst/>
          </a:prstGeom>
        </p:spPr>
      </p:pic>
    </p:spTree>
    <p:custDataLst>
      <p:tags r:id="rId1"/>
    </p:custData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5"/>
          <p:cNvSpPr>
            <a:spLocks noChangeArrowheads="1"/>
          </p:cNvSpPr>
          <p:nvPr>
            <p:custDataLst>
              <p:tags r:id="rId2"/>
            </p:custDataLst>
          </p:nvPr>
        </p:nvSpPr>
        <p:spPr bwMode="auto">
          <a:xfrm>
            <a:off x="334963" y="1039848"/>
            <a:ext cx="11522074" cy="1491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indent="457200" algn="just">
              <a:lnSpc>
                <a:spcPct val="120000"/>
              </a:lnSpc>
            </a:pPr>
            <a:r>
              <a:rPr lang="zh-CN" altLang="en-US" sz="2600" dirty="0">
                <a:cs typeface="+mn-ea"/>
                <a:sym typeface="+mn-lt"/>
              </a:rPr>
              <a:t>在一定条件下，化学反应的</a:t>
            </a:r>
            <a:r>
              <a:rPr lang="zh-CN" altLang="en-US" sz="2600" dirty="0">
                <a:solidFill>
                  <a:srgbClr val="FF0000"/>
                </a:solidFill>
                <a:cs typeface="+mn-ea"/>
                <a:sym typeface="+mn-lt"/>
              </a:rPr>
              <a:t>反应热</a:t>
            </a:r>
            <a:r>
              <a:rPr lang="zh-CN" altLang="en-US" sz="2600" dirty="0">
                <a:cs typeface="+mn-ea"/>
                <a:sym typeface="+mn-lt"/>
              </a:rPr>
              <a:t>只与反应体系的</a:t>
            </a:r>
            <a:r>
              <a:rPr lang="zh-CN" altLang="en-US" sz="2600" dirty="0">
                <a:solidFill>
                  <a:srgbClr val="FF0000"/>
                </a:solidFill>
                <a:cs typeface="+mn-ea"/>
                <a:sym typeface="+mn-lt"/>
              </a:rPr>
              <a:t>始态</a:t>
            </a:r>
            <a:r>
              <a:rPr lang="zh-CN" altLang="en-US" sz="2600" dirty="0">
                <a:cs typeface="+mn-ea"/>
                <a:sym typeface="+mn-lt"/>
              </a:rPr>
              <a:t>和</a:t>
            </a:r>
            <a:r>
              <a:rPr lang="zh-CN" altLang="en-US" sz="2600" dirty="0">
                <a:solidFill>
                  <a:srgbClr val="FF0000"/>
                </a:solidFill>
                <a:cs typeface="+mn-ea"/>
                <a:sym typeface="+mn-lt"/>
              </a:rPr>
              <a:t>终态</a:t>
            </a:r>
            <a:r>
              <a:rPr lang="zh-CN" altLang="en-US" sz="2600" dirty="0">
                <a:cs typeface="+mn-ea"/>
                <a:sym typeface="+mn-lt"/>
              </a:rPr>
              <a:t>有关，而与反应进行的途径无关。盖斯定律的提出使一些不易测定或无法测定的化学反应的反应热可以通过推算</a:t>
            </a:r>
            <a:r>
              <a:rPr lang="zh-CN" altLang="en-US" sz="2600" dirty="0">
                <a:solidFill>
                  <a:srgbClr val="FF0000"/>
                </a:solidFill>
                <a:cs typeface="+mn-ea"/>
                <a:sym typeface="+mn-lt"/>
              </a:rPr>
              <a:t>间接求得</a:t>
            </a:r>
            <a:r>
              <a:rPr lang="zh-CN" altLang="en-US" sz="2600" dirty="0">
                <a:cs typeface="+mn-ea"/>
                <a:sym typeface="+mn-lt"/>
              </a:rPr>
              <a:t>。</a:t>
            </a:r>
          </a:p>
        </p:txBody>
      </p:sp>
      <p:grpSp>
        <p:nvGrpSpPr>
          <p:cNvPr id="5" name="组合 4"/>
          <p:cNvGrpSpPr/>
          <p:nvPr>
            <p:custDataLst>
              <p:tags r:id="rId3"/>
            </p:custDataLst>
          </p:nvPr>
        </p:nvGrpSpPr>
        <p:grpSpPr>
          <a:xfrm>
            <a:off x="700297" y="2531603"/>
            <a:ext cx="6218233" cy="2644612"/>
            <a:chOff x="3769537" y="3465513"/>
            <a:chExt cx="6218233" cy="3132577"/>
          </a:xfrm>
        </p:grpSpPr>
        <p:pic>
          <p:nvPicPr>
            <p:cNvPr id="3" name="图片 2"/>
            <p:cNvPicPr>
              <a:picLocks noChangeAspect="1"/>
            </p:cNvPicPr>
            <p:nvPr>
              <p:custDataLst>
                <p:tags r:id="rId25"/>
              </p:custDataLst>
            </p:nvPr>
          </p:nvPicPr>
          <p:blipFill>
            <a:blip r:embed="rId30">
              <a:extLst>
                <a:ext uri="{BEBA8EAE-BF5A-486C-A8C5-ECC9F3942E4B}">
                  <a14:imgProps xmlns:a14="http://schemas.microsoft.com/office/drawing/2010/main">
                    <a14:imgLayer r:embed="rId31">
                      <a14:imgEffect>
                        <a14:saturation sat="200000"/>
                      </a14:imgEffect>
                      <a14:imgEffect>
                        <a14:sharpenSoften amount="25000"/>
                      </a14:imgEffect>
                    </a14:imgLayer>
                  </a14:imgProps>
                </a:ext>
              </a:extLst>
            </a:blip>
            <a:stretch>
              <a:fillRect/>
            </a:stretch>
          </p:blipFill>
          <p:spPr>
            <a:xfrm>
              <a:off x="3783491" y="3465513"/>
              <a:ext cx="4701294" cy="3132577"/>
            </a:xfrm>
            <a:prstGeom prst="rect">
              <a:avLst/>
            </a:prstGeom>
          </p:spPr>
        </p:pic>
        <p:sp>
          <p:nvSpPr>
            <p:cNvPr id="4" name="文本框 3"/>
            <p:cNvSpPr txBox="1"/>
            <p:nvPr>
              <p:custDataLst>
                <p:tags r:id="rId26"/>
              </p:custDataLst>
            </p:nvPr>
          </p:nvSpPr>
          <p:spPr>
            <a:xfrm>
              <a:off x="3769537" y="4918594"/>
              <a:ext cx="1569660" cy="461665"/>
            </a:xfrm>
            <a:prstGeom prst="rect">
              <a:avLst/>
            </a:prstGeom>
            <a:noFill/>
          </p:spPr>
          <p:txBody>
            <a:bodyPr wrap="none" rtlCol="0">
              <a:spAutoFit/>
            </a:bodyPr>
            <a:lstStyle/>
            <a:p>
              <a:r>
                <a:rPr lang="zh-CN" altLang="en-US" sz="2400" dirty="0"/>
                <a:t>海拔</a:t>
              </a:r>
              <a:r>
                <a:rPr lang="en-US" altLang="zh-CN" sz="2400" dirty="0"/>
                <a:t>100</a:t>
              </a:r>
              <a:r>
                <a:rPr lang="zh-CN" altLang="en-US" sz="2400" dirty="0"/>
                <a:t>米</a:t>
              </a:r>
              <a:endParaRPr lang="en-US" altLang="zh-CN" sz="2400" dirty="0"/>
            </a:p>
          </p:txBody>
        </p:sp>
        <p:sp>
          <p:nvSpPr>
            <p:cNvPr id="18" name="文本框 17"/>
            <p:cNvSpPr txBox="1"/>
            <p:nvPr>
              <p:custDataLst>
                <p:tags r:id="rId27"/>
              </p:custDataLst>
            </p:nvPr>
          </p:nvSpPr>
          <p:spPr>
            <a:xfrm>
              <a:off x="8418110" y="3552787"/>
              <a:ext cx="1569660" cy="461665"/>
            </a:xfrm>
            <a:prstGeom prst="rect">
              <a:avLst/>
            </a:prstGeom>
            <a:noFill/>
          </p:spPr>
          <p:txBody>
            <a:bodyPr wrap="none" rtlCol="0">
              <a:spAutoFit/>
            </a:bodyPr>
            <a:lstStyle/>
            <a:p>
              <a:r>
                <a:rPr lang="zh-CN" altLang="en-US" sz="2400" dirty="0"/>
                <a:t>海拔</a:t>
              </a:r>
              <a:r>
                <a:rPr lang="en-US" altLang="zh-CN" sz="2400" dirty="0"/>
                <a:t>400</a:t>
              </a:r>
              <a:r>
                <a:rPr lang="zh-CN" altLang="en-US" sz="2400" dirty="0"/>
                <a:t>米</a:t>
              </a:r>
              <a:endParaRPr lang="en-US" altLang="zh-CN" sz="2400" dirty="0"/>
            </a:p>
          </p:txBody>
        </p:sp>
      </p:grpSp>
      <p:sp>
        <p:nvSpPr>
          <p:cNvPr id="19" name="文本框 18"/>
          <p:cNvSpPr txBox="1"/>
          <p:nvPr>
            <p:custDataLst>
              <p:tags r:id="rId4"/>
            </p:custDataLst>
          </p:nvPr>
        </p:nvSpPr>
        <p:spPr>
          <a:xfrm>
            <a:off x="809904" y="4052438"/>
            <a:ext cx="1005403" cy="461665"/>
          </a:xfrm>
          <a:prstGeom prst="rect">
            <a:avLst/>
          </a:prstGeom>
          <a:noFill/>
        </p:spPr>
        <p:txBody>
          <a:bodyPr wrap="none" rtlCol="0">
            <a:spAutoFit/>
          </a:bodyPr>
          <a:lstStyle/>
          <a:p>
            <a:pPr algn="ctr"/>
            <a:r>
              <a:rPr kumimoji="0" lang="en-US" altLang="zh-CN" sz="2400" i="0" u="none" strike="noStrike" kern="1200" cap="none" spc="0" normalizeH="0" baseline="0" noProof="0" dirty="0">
                <a:ln>
                  <a:noFill/>
                </a:ln>
                <a:solidFill>
                  <a:srgbClr val="FF0000"/>
                </a:solidFill>
                <a:effectLst/>
                <a:uLnTx/>
                <a:uFillTx/>
                <a:latin typeface="Times New Roman"/>
                <a:ea typeface="微软雅黑" panose="020B0503020204020204" pitchFamily="34" charset="-122"/>
                <a:cs typeface="+mn-cs"/>
              </a:rPr>
              <a:t>(</a:t>
            </a:r>
            <a:r>
              <a:rPr kumimoji="0" lang="zh-CN" altLang="en-US" sz="2400" i="0" u="none" strike="noStrike" kern="1200" cap="none" spc="0" normalizeH="0" baseline="0" noProof="0" dirty="0">
                <a:ln>
                  <a:noFill/>
                </a:ln>
                <a:solidFill>
                  <a:srgbClr val="FF0000"/>
                </a:solidFill>
                <a:effectLst/>
                <a:uLnTx/>
                <a:uFillTx/>
                <a:latin typeface="Times New Roman"/>
                <a:ea typeface="微软雅黑" panose="020B0503020204020204" pitchFamily="34" charset="-122"/>
                <a:cs typeface="+mn-cs"/>
              </a:rPr>
              <a:t>始态</a:t>
            </a:r>
            <a:r>
              <a:rPr kumimoji="0" lang="en-US" altLang="zh-CN" sz="2400" i="0" u="none" strike="noStrike" kern="1200" cap="none" spc="0" normalizeH="0" baseline="0" noProof="0" dirty="0">
                <a:ln>
                  <a:noFill/>
                </a:ln>
                <a:solidFill>
                  <a:srgbClr val="FF0000"/>
                </a:solidFill>
                <a:effectLst/>
                <a:uLnTx/>
                <a:uFillTx/>
                <a:latin typeface="Times New Roman"/>
                <a:ea typeface="微软雅黑" panose="020B0503020204020204" pitchFamily="34" charset="-122"/>
                <a:cs typeface="+mn-cs"/>
              </a:rPr>
              <a:t>)</a:t>
            </a:r>
            <a:endParaRPr lang="zh-CN" altLang="en-US" sz="2400" dirty="0">
              <a:solidFill>
                <a:srgbClr val="FF0000"/>
              </a:solidFill>
            </a:endParaRPr>
          </a:p>
        </p:txBody>
      </p:sp>
      <p:sp>
        <p:nvSpPr>
          <p:cNvPr id="20" name="文本框 19"/>
          <p:cNvSpPr txBox="1"/>
          <p:nvPr>
            <p:custDataLst>
              <p:tags r:id="rId5"/>
            </p:custDataLst>
          </p:nvPr>
        </p:nvSpPr>
        <p:spPr>
          <a:xfrm>
            <a:off x="5593297" y="2883964"/>
            <a:ext cx="1005403" cy="461665"/>
          </a:xfrm>
          <a:prstGeom prst="rect">
            <a:avLst/>
          </a:prstGeom>
          <a:noFill/>
        </p:spPr>
        <p:txBody>
          <a:bodyPr wrap="none" rtlCol="0">
            <a:spAutoFit/>
          </a:bodyPr>
          <a:lstStyle/>
          <a:p>
            <a:pPr algn="ctr"/>
            <a:r>
              <a:rPr kumimoji="0" lang="en-US" altLang="zh-CN" sz="2400" i="0" u="none" strike="noStrike" kern="1200" cap="none" spc="0" normalizeH="0" baseline="0" noProof="0" dirty="0">
                <a:ln>
                  <a:noFill/>
                </a:ln>
                <a:solidFill>
                  <a:srgbClr val="FF0000"/>
                </a:solidFill>
                <a:effectLst/>
                <a:uLnTx/>
                <a:uFillTx/>
                <a:latin typeface="Times New Roman"/>
                <a:ea typeface="微软雅黑" panose="020B0503020204020204" pitchFamily="34" charset="-122"/>
                <a:cs typeface="+mn-cs"/>
              </a:rPr>
              <a:t>(</a:t>
            </a:r>
            <a:r>
              <a:rPr kumimoji="0" lang="zh-CN" altLang="en-US" sz="2400" i="0" u="none" strike="noStrike" kern="1200" cap="none" spc="0" normalizeH="0" baseline="0" noProof="0" dirty="0">
                <a:ln>
                  <a:noFill/>
                </a:ln>
                <a:solidFill>
                  <a:srgbClr val="FF0000"/>
                </a:solidFill>
                <a:effectLst/>
                <a:uLnTx/>
                <a:uFillTx/>
                <a:latin typeface="Times New Roman"/>
                <a:ea typeface="微软雅黑" panose="020B0503020204020204" pitchFamily="34" charset="-122"/>
                <a:cs typeface="+mn-cs"/>
              </a:rPr>
              <a:t>终态</a:t>
            </a:r>
            <a:r>
              <a:rPr kumimoji="0" lang="en-US" altLang="zh-CN" sz="2400" i="0" u="none" strike="noStrike" kern="1200" cap="none" spc="0" normalizeH="0" baseline="0" noProof="0" dirty="0">
                <a:ln>
                  <a:noFill/>
                </a:ln>
                <a:solidFill>
                  <a:srgbClr val="FF0000"/>
                </a:solidFill>
                <a:effectLst/>
                <a:uLnTx/>
                <a:uFillTx/>
                <a:latin typeface="Times New Roman"/>
                <a:ea typeface="微软雅黑" panose="020B0503020204020204" pitchFamily="34" charset="-122"/>
                <a:cs typeface="+mn-cs"/>
              </a:rPr>
              <a:t>)</a:t>
            </a:r>
            <a:endParaRPr lang="zh-CN" altLang="en-US" sz="2400" dirty="0">
              <a:solidFill>
                <a:srgbClr val="FF0000"/>
              </a:solidFill>
            </a:endParaRPr>
          </a:p>
        </p:txBody>
      </p:sp>
      <p:grpSp>
        <p:nvGrpSpPr>
          <p:cNvPr id="6" name="组合 5"/>
          <p:cNvGrpSpPr/>
          <p:nvPr>
            <p:custDataLst>
              <p:tags r:id="rId6"/>
            </p:custDataLst>
          </p:nvPr>
        </p:nvGrpSpPr>
        <p:grpSpPr>
          <a:xfrm>
            <a:off x="5300183" y="2531603"/>
            <a:ext cx="1638810" cy="2686094"/>
            <a:chOff x="9286620" y="3520520"/>
            <a:chExt cx="1638810" cy="3010378"/>
          </a:xfrm>
        </p:grpSpPr>
        <p:cxnSp>
          <p:nvCxnSpPr>
            <p:cNvPr id="26" name="直接连接符 25"/>
            <p:cNvCxnSpPr/>
            <p:nvPr>
              <p:custDataLst>
                <p:tags r:id="rId23"/>
              </p:custDataLst>
            </p:nvPr>
          </p:nvCxnSpPr>
          <p:spPr>
            <a:xfrm flipH="1">
              <a:off x="10106025" y="3520520"/>
              <a:ext cx="0" cy="3010378"/>
            </a:xfrm>
            <a:prstGeom prst="line">
              <a:avLst/>
            </a:prstGeom>
            <a:ln w="19050">
              <a:solidFill>
                <a:srgbClr val="354ECE"/>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 name="Text Box 8"/>
            <p:cNvSpPr txBox="1">
              <a:spLocks noChangeArrowheads="1"/>
            </p:cNvSpPr>
            <p:nvPr>
              <p:custDataLst>
                <p:tags r:id="rId24"/>
              </p:custDataLst>
            </p:nvPr>
          </p:nvSpPr>
          <p:spPr bwMode="auto">
            <a:xfrm>
              <a:off x="9286620" y="4777276"/>
              <a:ext cx="1638810" cy="496867"/>
            </a:xfrm>
            <a:prstGeom prst="rect">
              <a:avLst/>
            </a:prstGeom>
            <a:solidFill>
              <a:srgbClr val="F9F8FE"/>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algn="ctr" fontAlgn="base">
                <a:lnSpc>
                  <a:spcPct val="120000"/>
                </a:lnSpc>
                <a:spcBef>
                  <a:spcPct val="0"/>
                </a:spcBef>
                <a:spcAft>
                  <a:spcPct val="0"/>
                </a:spcAft>
              </a:pPr>
              <a:r>
                <a:rPr lang="en-US" altLang="zh-CN" sz="2400" i="1">
                  <a:solidFill>
                    <a:srgbClr val="354ECE"/>
                  </a:solidFill>
                  <a:cs typeface="+mn-ea"/>
                  <a:sym typeface="+mn-lt"/>
                </a:rPr>
                <a:t>h</a:t>
              </a:r>
              <a:r>
                <a:rPr lang="zh-CN" altLang="en-US" sz="2400">
                  <a:solidFill>
                    <a:srgbClr val="354ECE"/>
                  </a:solidFill>
                  <a:cs typeface="+mn-ea"/>
                  <a:sym typeface="+mn-lt"/>
                </a:rPr>
                <a:t>＝</a:t>
              </a:r>
              <a:r>
                <a:rPr lang="en-US" altLang="zh-CN" sz="2400">
                  <a:solidFill>
                    <a:srgbClr val="354ECE"/>
                  </a:solidFill>
                  <a:cs typeface="+mn-ea"/>
                  <a:sym typeface="+mn-lt"/>
                </a:rPr>
                <a:t>300 m</a:t>
              </a:r>
              <a:endParaRPr lang="zh-CN" altLang="en-US" sz="2400">
                <a:solidFill>
                  <a:srgbClr val="354ECE"/>
                </a:solidFill>
                <a:cs typeface="+mn-ea"/>
                <a:sym typeface="+mn-lt"/>
              </a:endParaRPr>
            </a:p>
          </p:txBody>
        </p:sp>
      </p:grpSp>
      <p:sp>
        <p:nvSpPr>
          <p:cNvPr id="10" name="文本框 9"/>
          <p:cNvSpPr txBox="1"/>
          <p:nvPr>
            <p:custDataLst>
              <p:tags r:id="rId7"/>
            </p:custDataLst>
          </p:nvPr>
        </p:nvSpPr>
        <p:spPr>
          <a:xfrm>
            <a:off x="1353738" y="332424"/>
            <a:ext cx="1620957" cy="565348"/>
          </a:xfrm>
          <a:prstGeom prst="rect">
            <a:avLst/>
          </a:prstGeom>
          <a:solidFill>
            <a:schemeClr val="accent1">
              <a:lumMod val="20000"/>
              <a:lumOff val="80000"/>
            </a:schemeClr>
          </a:solidFill>
        </p:spPr>
        <p:txBody>
          <a:bodyPr vert="horz" wrap="none" rtlCol="0" anchor="ctr">
            <a:spAutoFit/>
          </a:bodyPr>
          <a:lstStyle/>
          <a:p>
            <a:pPr indent="0" algn="ctr" defTabSz="457200" fontAlgn="auto">
              <a:lnSpc>
                <a:spcPct val="120000"/>
              </a:lnSpc>
              <a:spcBef>
                <a:spcPct val="0"/>
              </a:spcBef>
              <a:buFont typeface="Wingdings" panose="05000000000000000000" pitchFamily="2" charset="2"/>
              <a:buNone/>
            </a:pPr>
            <a:r>
              <a:rPr lang="zh-CN" altLang="en-US" sz="2800" b="1">
                <a:cs typeface="+mn-ea"/>
                <a:sym typeface="+mn-lt"/>
              </a:rPr>
              <a:t>盖斯定律</a:t>
            </a:r>
          </a:p>
        </p:txBody>
      </p:sp>
      <p:grpSp>
        <p:nvGrpSpPr>
          <p:cNvPr id="2" name="组合 1"/>
          <p:cNvGrpSpPr/>
          <p:nvPr>
            <p:custDataLst>
              <p:tags r:id="rId8"/>
            </p:custDataLst>
          </p:nvPr>
        </p:nvGrpSpPr>
        <p:grpSpPr>
          <a:xfrm>
            <a:off x="1215497" y="5093252"/>
            <a:ext cx="9761005" cy="1534856"/>
            <a:chOff x="1540349" y="5189701"/>
            <a:chExt cx="9761005" cy="1534856"/>
          </a:xfrm>
        </p:grpSpPr>
        <p:grpSp>
          <p:nvGrpSpPr>
            <p:cNvPr id="8" name="组合 7"/>
            <p:cNvGrpSpPr/>
            <p:nvPr>
              <p:custDataLst>
                <p:tags r:id="rId9"/>
              </p:custDataLst>
            </p:nvPr>
          </p:nvGrpSpPr>
          <p:grpSpPr>
            <a:xfrm>
              <a:off x="2277620" y="5882021"/>
              <a:ext cx="7239760" cy="411028"/>
              <a:chOff x="1669312" y="3785191"/>
              <a:chExt cx="5603358" cy="226998"/>
            </a:xfrm>
          </p:grpSpPr>
          <p:cxnSp>
            <p:nvCxnSpPr>
              <p:cNvPr id="42" name="直接连接符 41"/>
              <p:cNvCxnSpPr/>
              <p:nvPr>
                <p:custDataLst>
                  <p:tags r:id="rId20"/>
                </p:custDataLst>
              </p:nvPr>
            </p:nvCxnSpPr>
            <p:spPr>
              <a:xfrm flipH="1">
                <a:off x="1679944" y="3785191"/>
                <a:ext cx="0" cy="223283"/>
              </a:xfrm>
              <a:prstGeom prst="line">
                <a:avLst/>
              </a:prstGeom>
              <a:ln w="12700">
                <a:solidFill>
                  <a:srgbClr val="354ECE"/>
                </a:solidFill>
                <a:prstDash val="dash"/>
                <a:tailEnd type="none" w="lg" len="lg"/>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custDataLst>
                  <p:tags r:id="rId21"/>
                </p:custDataLst>
              </p:nvPr>
            </p:nvCxnSpPr>
            <p:spPr>
              <a:xfrm>
                <a:off x="1669312" y="4008474"/>
                <a:ext cx="5603358" cy="0"/>
              </a:xfrm>
              <a:prstGeom prst="line">
                <a:avLst/>
              </a:prstGeom>
              <a:ln w="12700">
                <a:solidFill>
                  <a:srgbClr val="354ECE"/>
                </a:solidFill>
                <a:prstDash val="dash"/>
                <a:tailEnd type="none" w="lg" len="lg"/>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custDataLst>
                  <p:tags r:id="rId22"/>
                </p:custDataLst>
              </p:nvPr>
            </p:nvCxnSpPr>
            <p:spPr>
              <a:xfrm flipH="1" flipV="1">
                <a:off x="7272670" y="3788905"/>
                <a:ext cx="0" cy="223284"/>
              </a:xfrm>
              <a:prstGeom prst="straightConnector1">
                <a:avLst/>
              </a:prstGeom>
              <a:ln w="12700">
                <a:solidFill>
                  <a:srgbClr val="354ECE"/>
                </a:solidFill>
                <a:prstDash val="dash"/>
                <a:tailEnd type="stealth" w="lg" len="lg"/>
              </a:ln>
            </p:spPr>
            <p:style>
              <a:lnRef idx="1">
                <a:schemeClr val="accent1"/>
              </a:lnRef>
              <a:fillRef idx="0">
                <a:schemeClr val="accent1"/>
              </a:fillRef>
              <a:effectRef idx="0">
                <a:schemeClr val="accent1"/>
              </a:effectRef>
              <a:fontRef idx="minor">
                <a:schemeClr val="tx1"/>
              </a:fontRef>
            </p:style>
          </p:cxnSp>
        </p:grpSp>
        <p:sp>
          <p:nvSpPr>
            <p:cNvPr id="13" name="矩形 12"/>
            <p:cNvSpPr/>
            <p:nvPr>
              <p:custDataLst>
                <p:tags r:id="rId10"/>
              </p:custDataLst>
            </p:nvPr>
          </p:nvSpPr>
          <p:spPr>
            <a:xfrm>
              <a:off x="4427113" y="6232114"/>
              <a:ext cx="3337773" cy="492443"/>
            </a:xfrm>
            <a:prstGeom prst="rect">
              <a:avLst/>
            </a:prstGeom>
          </p:spPr>
          <p:txBody>
            <a:bodyPr wrap="none">
              <a:spAutoFit/>
            </a:bodyPr>
            <a:lstStyle/>
            <a:p>
              <a:pPr algn="ctr"/>
              <a:r>
                <a:rPr lang="el-GR" altLang="zh-CN" sz="2600">
                  <a:solidFill>
                    <a:srgbClr val="FF0000"/>
                  </a:solidFill>
                  <a:cs typeface="+mn-ea"/>
                  <a:sym typeface="+mn-lt"/>
                </a:rPr>
                <a:t>Δ</a:t>
              </a:r>
              <a:r>
                <a:rPr lang="en-US" altLang="zh-CN" sz="2600" i="1">
                  <a:solidFill>
                    <a:srgbClr val="FF0000"/>
                  </a:solidFill>
                  <a:cs typeface="+mn-ea"/>
                  <a:sym typeface="+mn-lt"/>
                </a:rPr>
                <a:t>H</a:t>
              </a:r>
              <a:r>
                <a:rPr lang="zh-CN" altLang="en-US" sz="2600">
                  <a:solidFill>
                    <a:srgbClr val="FF0000"/>
                  </a:solidFill>
                  <a:cs typeface="+mn-ea"/>
                  <a:sym typeface="+mn-lt"/>
                </a:rPr>
                <a:t>＝</a:t>
              </a:r>
              <a:r>
                <a:rPr lang="el-GR" altLang="zh-CN" sz="2600">
                  <a:solidFill>
                    <a:srgbClr val="FF0000"/>
                  </a:solidFill>
                  <a:cs typeface="+mn-ea"/>
                  <a:sym typeface="+mn-lt"/>
                </a:rPr>
                <a:t>Δ</a:t>
              </a:r>
              <a:r>
                <a:rPr lang="en-US" altLang="zh-CN" sz="2600" i="1">
                  <a:solidFill>
                    <a:srgbClr val="FF0000"/>
                  </a:solidFill>
                  <a:cs typeface="+mn-ea"/>
                  <a:sym typeface="+mn-lt"/>
                </a:rPr>
                <a:t>H</a:t>
              </a:r>
              <a:r>
                <a:rPr lang="en-US" altLang="zh-CN" sz="2600" baseline="-25000">
                  <a:solidFill>
                    <a:srgbClr val="FF0000"/>
                  </a:solidFill>
                  <a:cs typeface="+mn-ea"/>
                  <a:sym typeface="+mn-lt"/>
                </a:rPr>
                <a:t>1</a:t>
              </a:r>
              <a:r>
                <a:rPr lang="zh-CN" altLang="en-US" sz="2600">
                  <a:solidFill>
                    <a:srgbClr val="FF0000"/>
                  </a:solidFill>
                  <a:cs typeface="+mn-ea"/>
                  <a:sym typeface="+mn-lt"/>
                </a:rPr>
                <a:t>＋</a:t>
              </a:r>
              <a:r>
                <a:rPr lang="el-GR" altLang="zh-CN" sz="2600">
                  <a:solidFill>
                    <a:srgbClr val="FF0000"/>
                  </a:solidFill>
                  <a:cs typeface="+mn-ea"/>
                  <a:sym typeface="+mn-lt"/>
                </a:rPr>
                <a:t>Δ</a:t>
              </a:r>
              <a:r>
                <a:rPr lang="en-US" altLang="zh-CN" sz="2600" i="1">
                  <a:solidFill>
                    <a:srgbClr val="FF0000"/>
                  </a:solidFill>
                  <a:cs typeface="+mn-ea"/>
                  <a:sym typeface="+mn-lt"/>
                </a:rPr>
                <a:t>H</a:t>
              </a:r>
              <a:r>
                <a:rPr lang="en-US" altLang="zh-CN" sz="2600" baseline="-25000">
                  <a:solidFill>
                    <a:srgbClr val="FF0000"/>
                  </a:solidFill>
                  <a:cs typeface="+mn-ea"/>
                  <a:sym typeface="+mn-lt"/>
                </a:rPr>
                <a:t>2</a:t>
              </a:r>
              <a:r>
                <a:rPr lang="zh-CN" altLang="en-US" sz="2600">
                  <a:solidFill>
                    <a:srgbClr val="FF0000"/>
                  </a:solidFill>
                  <a:cs typeface="+mn-ea"/>
                  <a:sym typeface="+mn-lt"/>
                </a:rPr>
                <a:t>＋</a:t>
              </a:r>
              <a:r>
                <a:rPr lang="el-GR" altLang="zh-CN" sz="2600">
                  <a:solidFill>
                    <a:srgbClr val="FF0000"/>
                  </a:solidFill>
                  <a:cs typeface="+mn-ea"/>
                  <a:sym typeface="+mn-lt"/>
                </a:rPr>
                <a:t>Δ</a:t>
              </a:r>
              <a:r>
                <a:rPr lang="en-US" altLang="zh-CN" sz="2600" i="1">
                  <a:solidFill>
                    <a:srgbClr val="FF0000"/>
                  </a:solidFill>
                  <a:cs typeface="+mn-ea"/>
                  <a:sym typeface="+mn-lt"/>
                </a:rPr>
                <a:t>H</a:t>
              </a:r>
              <a:r>
                <a:rPr lang="en-US" altLang="zh-CN" sz="2600" baseline="-25000">
                  <a:solidFill>
                    <a:srgbClr val="FF0000"/>
                  </a:solidFill>
                  <a:cs typeface="+mn-ea"/>
                  <a:sym typeface="+mn-lt"/>
                </a:rPr>
                <a:t>3</a:t>
              </a:r>
              <a:endParaRPr lang="zh-CN" altLang="en-US" sz="2600">
                <a:solidFill>
                  <a:srgbClr val="FF0000"/>
                </a:solidFill>
                <a:cs typeface="+mn-ea"/>
                <a:sym typeface="+mn-lt"/>
              </a:endParaRPr>
            </a:p>
          </p:txBody>
        </p:sp>
        <p:grpSp>
          <p:nvGrpSpPr>
            <p:cNvPr id="14" name="组合 13"/>
            <p:cNvGrpSpPr/>
            <p:nvPr>
              <p:custDataLst>
                <p:tags r:id="rId11"/>
              </p:custDataLst>
            </p:nvPr>
          </p:nvGrpSpPr>
          <p:grpSpPr>
            <a:xfrm>
              <a:off x="1540349" y="5189701"/>
              <a:ext cx="9761005" cy="696521"/>
              <a:chOff x="1842244" y="5610854"/>
              <a:chExt cx="9761005" cy="696521"/>
            </a:xfrm>
          </p:grpSpPr>
          <p:sp>
            <p:nvSpPr>
              <p:cNvPr id="16" name="文本框 15"/>
              <p:cNvSpPr txBox="1"/>
              <p:nvPr>
                <p:custDataLst>
                  <p:tags r:id="rId13"/>
                </p:custDataLst>
              </p:nvPr>
            </p:nvSpPr>
            <p:spPr>
              <a:xfrm>
                <a:off x="1842244" y="5776781"/>
                <a:ext cx="9761005" cy="530594"/>
              </a:xfrm>
              <a:prstGeom prst="rect">
                <a:avLst/>
              </a:prstGeom>
              <a:noFill/>
            </p:spPr>
            <p:txBody>
              <a:bodyPr wrap="none" rtlCol="0">
                <a:spAutoFit/>
              </a:bodyPr>
              <a:lstStyle/>
              <a:p>
                <a:pPr algn="just">
                  <a:lnSpc>
                    <a:spcPct val="120000"/>
                  </a:lnSpc>
                </a:pPr>
                <a:r>
                  <a:rPr lang="en-US" altLang="zh-CN" sz="2600" dirty="0">
                    <a:solidFill>
                      <a:srgbClr val="FF0000"/>
                    </a:solidFill>
                    <a:cs typeface="+mn-ea"/>
                    <a:sym typeface="+mn-lt"/>
                  </a:rPr>
                  <a:t>H</a:t>
                </a:r>
                <a:r>
                  <a:rPr lang="en-US" altLang="zh-CN" sz="2600" baseline="-25000" dirty="0">
                    <a:solidFill>
                      <a:srgbClr val="FF0000"/>
                    </a:solidFill>
                    <a:cs typeface="+mn-ea"/>
                    <a:sym typeface="+mn-lt"/>
                  </a:rPr>
                  <a:t>2</a:t>
                </a:r>
                <a:r>
                  <a:rPr lang="en-US" altLang="zh-CN" sz="2600" dirty="0">
                    <a:solidFill>
                      <a:srgbClr val="FF0000"/>
                    </a:solidFill>
                    <a:cs typeface="+mn-ea"/>
                    <a:sym typeface="+mn-lt"/>
                  </a:rPr>
                  <a:t>SO</a:t>
                </a:r>
                <a:r>
                  <a:rPr lang="en-US" altLang="zh-CN" sz="2600" baseline="-25000" dirty="0">
                    <a:solidFill>
                      <a:srgbClr val="FF0000"/>
                    </a:solidFill>
                    <a:cs typeface="+mn-ea"/>
                    <a:sym typeface="+mn-lt"/>
                  </a:rPr>
                  <a:t>4</a:t>
                </a:r>
                <a:r>
                  <a:rPr lang="en-US" altLang="zh-CN" sz="2600" dirty="0">
                    <a:solidFill>
                      <a:srgbClr val="00A5A9"/>
                    </a:solidFill>
                    <a:cs typeface="+mn-ea"/>
                    <a:sym typeface="+mn-lt"/>
                  </a:rPr>
                  <a:t>           </a:t>
                </a:r>
                <a:r>
                  <a:rPr lang="en-US" altLang="zh-CN" sz="2600" dirty="0">
                    <a:solidFill>
                      <a:srgbClr val="354ECE"/>
                    </a:solidFill>
                    <a:cs typeface="+mn-ea"/>
                    <a:sym typeface="+mn-lt"/>
                  </a:rPr>
                  <a:t>H</a:t>
                </a:r>
                <a:r>
                  <a:rPr lang="en-US" altLang="zh-CN" sz="2600" baseline="-25000" dirty="0">
                    <a:solidFill>
                      <a:srgbClr val="354ECE"/>
                    </a:solidFill>
                    <a:cs typeface="+mn-ea"/>
                    <a:sym typeface="+mn-lt"/>
                  </a:rPr>
                  <a:t>2</a:t>
                </a:r>
                <a:r>
                  <a:rPr lang="en-US" altLang="zh-CN" sz="2600" dirty="0">
                    <a:solidFill>
                      <a:srgbClr val="354ECE"/>
                    </a:solidFill>
                    <a:cs typeface="+mn-ea"/>
                    <a:sym typeface="+mn-lt"/>
                  </a:rPr>
                  <a:t>SO</a:t>
                </a:r>
                <a:r>
                  <a:rPr lang="en-US" altLang="zh-CN" sz="2600" baseline="-25000" dirty="0">
                    <a:solidFill>
                      <a:srgbClr val="354ECE"/>
                    </a:solidFill>
                    <a:cs typeface="+mn-ea"/>
                    <a:sym typeface="+mn-lt"/>
                  </a:rPr>
                  <a:t>4</a:t>
                </a:r>
                <a:r>
                  <a:rPr lang="en-US" altLang="zh-CN" sz="2600" dirty="0">
                    <a:solidFill>
                      <a:srgbClr val="354ECE"/>
                    </a:solidFill>
                    <a:cs typeface="+mn-ea"/>
                    <a:sym typeface="+mn-lt"/>
                  </a:rPr>
                  <a:t>·H</a:t>
                </a:r>
                <a:r>
                  <a:rPr lang="en-US" altLang="zh-CN" sz="2600" baseline="-25000" dirty="0">
                    <a:solidFill>
                      <a:srgbClr val="354ECE"/>
                    </a:solidFill>
                    <a:cs typeface="+mn-ea"/>
                    <a:sym typeface="+mn-lt"/>
                  </a:rPr>
                  <a:t>2</a:t>
                </a:r>
                <a:r>
                  <a:rPr lang="en-US" altLang="zh-CN" sz="2600" dirty="0">
                    <a:solidFill>
                      <a:srgbClr val="354ECE"/>
                    </a:solidFill>
                    <a:cs typeface="+mn-ea"/>
                    <a:sym typeface="+mn-lt"/>
                  </a:rPr>
                  <a:t>O</a:t>
                </a:r>
                <a:r>
                  <a:rPr lang="en-US" altLang="zh-CN" sz="2600" dirty="0">
                    <a:solidFill>
                      <a:srgbClr val="00A5A9"/>
                    </a:solidFill>
                    <a:cs typeface="+mn-ea"/>
                    <a:sym typeface="+mn-lt"/>
                  </a:rPr>
                  <a:t>            </a:t>
                </a:r>
                <a:r>
                  <a:rPr lang="en-US" altLang="zh-CN" sz="2600" dirty="0">
                    <a:solidFill>
                      <a:srgbClr val="354ECE"/>
                    </a:solidFill>
                    <a:cs typeface="+mn-ea"/>
                    <a:sym typeface="+mn-lt"/>
                  </a:rPr>
                  <a:t>H</a:t>
                </a:r>
                <a:r>
                  <a:rPr lang="en-US" altLang="zh-CN" sz="2600" baseline="-25000" dirty="0">
                    <a:solidFill>
                      <a:srgbClr val="354ECE"/>
                    </a:solidFill>
                    <a:cs typeface="+mn-ea"/>
                    <a:sym typeface="+mn-lt"/>
                  </a:rPr>
                  <a:t>2</a:t>
                </a:r>
                <a:r>
                  <a:rPr lang="en-US" altLang="zh-CN" sz="2600" dirty="0">
                    <a:solidFill>
                      <a:srgbClr val="354ECE"/>
                    </a:solidFill>
                    <a:cs typeface="+mn-ea"/>
                    <a:sym typeface="+mn-lt"/>
                  </a:rPr>
                  <a:t>SO</a:t>
                </a:r>
                <a:r>
                  <a:rPr lang="en-US" altLang="zh-CN" sz="2600" baseline="-25000" dirty="0">
                    <a:solidFill>
                      <a:srgbClr val="354ECE"/>
                    </a:solidFill>
                    <a:cs typeface="+mn-ea"/>
                    <a:sym typeface="+mn-lt"/>
                  </a:rPr>
                  <a:t>4</a:t>
                </a:r>
                <a:r>
                  <a:rPr lang="en-US" altLang="zh-CN" sz="2600" dirty="0">
                    <a:solidFill>
                      <a:srgbClr val="354ECE"/>
                    </a:solidFill>
                    <a:cs typeface="+mn-ea"/>
                    <a:sym typeface="+mn-lt"/>
                  </a:rPr>
                  <a:t>·2H</a:t>
                </a:r>
                <a:r>
                  <a:rPr lang="en-US" altLang="zh-CN" sz="2600" baseline="-25000" dirty="0">
                    <a:solidFill>
                      <a:srgbClr val="354ECE"/>
                    </a:solidFill>
                    <a:cs typeface="+mn-ea"/>
                    <a:sym typeface="+mn-lt"/>
                  </a:rPr>
                  <a:t>2</a:t>
                </a:r>
                <a:r>
                  <a:rPr lang="en-US" altLang="zh-CN" sz="2600" dirty="0">
                    <a:solidFill>
                      <a:srgbClr val="354ECE"/>
                    </a:solidFill>
                    <a:cs typeface="+mn-ea"/>
                    <a:sym typeface="+mn-lt"/>
                  </a:rPr>
                  <a:t>O</a:t>
                </a:r>
                <a:r>
                  <a:rPr lang="en-US" altLang="zh-CN" sz="2600" dirty="0">
                    <a:solidFill>
                      <a:srgbClr val="00A5A9"/>
                    </a:solidFill>
                    <a:cs typeface="+mn-ea"/>
                    <a:sym typeface="+mn-lt"/>
                  </a:rPr>
                  <a:t>             </a:t>
                </a:r>
                <a:r>
                  <a:rPr lang="en-US" altLang="zh-CN" sz="2600" dirty="0">
                    <a:solidFill>
                      <a:srgbClr val="FF0000"/>
                    </a:solidFill>
                    <a:cs typeface="+mn-ea"/>
                    <a:sym typeface="+mn-lt"/>
                  </a:rPr>
                  <a:t>H</a:t>
                </a:r>
                <a:r>
                  <a:rPr lang="en-US" altLang="zh-CN" sz="2600" baseline="-25000" dirty="0">
                    <a:solidFill>
                      <a:srgbClr val="FF0000"/>
                    </a:solidFill>
                    <a:cs typeface="+mn-ea"/>
                    <a:sym typeface="+mn-lt"/>
                  </a:rPr>
                  <a:t>2</a:t>
                </a:r>
                <a:r>
                  <a:rPr lang="en-US" altLang="zh-CN" sz="2600" dirty="0">
                    <a:solidFill>
                      <a:srgbClr val="FF0000"/>
                    </a:solidFill>
                    <a:cs typeface="+mn-ea"/>
                    <a:sym typeface="+mn-lt"/>
                  </a:rPr>
                  <a:t>SO</a:t>
                </a:r>
                <a:r>
                  <a:rPr lang="en-US" altLang="zh-CN" sz="2600" baseline="-25000" dirty="0">
                    <a:solidFill>
                      <a:srgbClr val="FF0000"/>
                    </a:solidFill>
                    <a:cs typeface="+mn-ea"/>
                    <a:sym typeface="+mn-lt"/>
                  </a:rPr>
                  <a:t>4</a:t>
                </a:r>
                <a:r>
                  <a:rPr lang="en-US" altLang="zh-CN" sz="2600" dirty="0">
                    <a:solidFill>
                      <a:srgbClr val="FF0000"/>
                    </a:solidFill>
                    <a:cs typeface="+mn-ea"/>
                    <a:sym typeface="+mn-lt"/>
                  </a:rPr>
                  <a:t>·3H</a:t>
                </a:r>
                <a:r>
                  <a:rPr lang="en-US" altLang="zh-CN" sz="2600" baseline="-25000" dirty="0">
                    <a:solidFill>
                      <a:srgbClr val="FF0000"/>
                    </a:solidFill>
                    <a:cs typeface="+mn-ea"/>
                    <a:sym typeface="+mn-lt"/>
                  </a:rPr>
                  <a:t>2</a:t>
                </a:r>
                <a:r>
                  <a:rPr lang="en-US" altLang="zh-CN" sz="2600" dirty="0">
                    <a:solidFill>
                      <a:srgbClr val="FF0000"/>
                    </a:solidFill>
                    <a:cs typeface="+mn-ea"/>
                    <a:sym typeface="+mn-lt"/>
                  </a:rPr>
                  <a:t>O </a:t>
                </a:r>
                <a:r>
                  <a:rPr lang="en-US" altLang="zh-CN" sz="2600" dirty="0">
                    <a:solidFill>
                      <a:srgbClr val="00A5A9"/>
                    </a:solidFill>
                    <a:cs typeface="+mn-ea"/>
                    <a:sym typeface="+mn-lt"/>
                  </a:rPr>
                  <a:t>       </a:t>
                </a:r>
              </a:p>
            </p:txBody>
          </p:sp>
          <p:sp>
            <p:nvSpPr>
              <p:cNvPr id="21" name="矩形 20"/>
              <p:cNvSpPr/>
              <p:nvPr>
                <p:custDataLst>
                  <p:tags r:id="rId14"/>
                </p:custDataLst>
              </p:nvPr>
            </p:nvSpPr>
            <p:spPr>
              <a:xfrm>
                <a:off x="2875451" y="5616298"/>
                <a:ext cx="750526" cy="492443"/>
              </a:xfrm>
              <a:prstGeom prst="rect">
                <a:avLst/>
              </a:prstGeom>
            </p:spPr>
            <p:txBody>
              <a:bodyPr wrap="none">
                <a:spAutoFit/>
              </a:bodyPr>
              <a:lstStyle/>
              <a:p>
                <a:pPr algn="ctr"/>
                <a:r>
                  <a:rPr lang="el-GR" altLang="zh-CN" sz="2600">
                    <a:solidFill>
                      <a:srgbClr val="FF0000"/>
                    </a:solidFill>
                    <a:cs typeface="+mn-ea"/>
                    <a:sym typeface="+mn-lt"/>
                  </a:rPr>
                  <a:t>Δ</a:t>
                </a:r>
                <a:r>
                  <a:rPr lang="en-US" altLang="zh-CN" sz="2600" i="1">
                    <a:solidFill>
                      <a:srgbClr val="FF0000"/>
                    </a:solidFill>
                    <a:cs typeface="+mn-ea"/>
                    <a:sym typeface="+mn-lt"/>
                  </a:rPr>
                  <a:t>H</a:t>
                </a:r>
                <a:r>
                  <a:rPr lang="en-US" altLang="zh-CN" sz="2600" baseline="-25000">
                    <a:solidFill>
                      <a:srgbClr val="FF0000"/>
                    </a:solidFill>
                    <a:cs typeface="+mn-ea"/>
                    <a:sym typeface="+mn-lt"/>
                  </a:rPr>
                  <a:t>1</a:t>
                </a:r>
                <a:endParaRPr lang="zh-CN" altLang="en-US" sz="2600">
                  <a:solidFill>
                    <a:srgbClr val="FF0000"/>
                  </a:solidFill>
                  <a:cs typeface="+mn-ea"/>
                  <a:sym typeface="+mn-lt"/>
                </a:endParaRPr>
              </a:p>
            </p:txBody>
          </p:sp>
          <p:sp>
            <p:nvSpPr>
              <p:cNvPr id="25" name="矩形 24"/>
              <p:cNvSpPr/>
              <p:nvPr>
                <p:custDataLst>
                  <p:tags r:id="rId15"/>
                </p:custDataLst>
              </p:nvPr>
            </p:nvSpPr>
            <p:spPr>
              <a:xfrm>
                <a:off x="5448869" y="5610854"/>
                <a:ext cx="750526" cy="492443"/>
              </a:xfrm>
              <a:prstGeom prst="rect">
                <a:avLst/>
              </a:prstGeom>
            </p:spPr>
            <p:txBody>
              <a:bodyPr wrap="none">
                <a:spAutoFit/>
              </a:bodyPr>
              <a:lstStyle/>
              <a:p>
                <a:pPr algn="ctr"/>
                <a:r>
                  <a:rPr lang="el-GR" altLang="zh-CN" sz="2600">
                    <a:solidFill>
                      <a:srgbClr val="FF0000"/>
                    </a:solidFill>
                    <a:cs typeface="+mn-ea"/>
                    <a:sym typeface="+mn-lt"/>
                  </a:rPr>
                  <a:t>Δ</a:t>
                </a:r>
                <a:r>
                  <a:rPr lang="en-US" altLang="zh-CN" sz="2600" i="1">
                    <a:solidFill>
                      <a:srgbClr val="FF0000"/>
                    </a:solidFill>
                    <a:cs typeface="+mn-ea"/>
                    <a:sym typeface="+mn-lt"/>
                  </a:rPr>
                  <a:t>H</a:t>
                </a:r>
                <a:r>
                  <a:rPr lang="en-US" altLang="zh-CN" sz="2600" baseline="-25000">
                    <a:solidFill>
                      <a:srgbClr val="FF0000"/>
                    </a:solidFill>
                    <a:cs typeface="+mn-ea"/>
                    <a:sym typeface="+mn-lt"/>
                  </a:rPr>
                  <a:t>2</a:t>
                </a:r>
                <a:endParaRPr lang="zh-CN" altLang="en-US" sz="2600">
                  <a:solidFill>
                    <a:srgbClr val="FF0000"/>
                  </a:solidFill>
                  <a:cs typeface="+mn-ea"/>
                  <a:sym typeface="+mn-lt"/>
                </a:endParaRPr>
              </a:p>
            </p:txBody>
          </p:sp>
          <p:sp>
            <p:nvSpPr>
              <p:cNvPr id="27" name="矩形 26"/>
              <p:cNvSpPr/>
              <p:nvPr>
                <p:custDataLst>
                  <p:tags r:id="rId16"/>
                </p:custDataLst>
              </p:nvPr>
            </p:nvSpPr>
            <p:spPr>
              <a:xfrm>
                <a:off x="8173019" y="5614398"/>
                <a:ext cx="750526" cy="492443"/>
              </a:xfrm>
              <a:prstGeom prst="rect">
                <a:avLst/>
              </a:prstGeom>
            </p:spPr>
            <p:txBody>
              <a:bodyPr wrap="none">
                <a:spAutoFit/>
              </a:bodyPr>
              <a:lstStyle/>
              <a:p>
                <a:pPr algn="ctr"/>
                <a:r>
                  <a:rPr lang="el-GR" altLang="zh-CN" sz="2600">
                    <a:solidFill>
                      <a:srgbClr val="FF0000"/>
                    </a:solidFill>
                    <a:cs typeface="+mn-ea"/>
                    <a:sym typeface="+mn-lt"/>
                  </a:rPr>
                  <a:t>Δ</a:t>
                </a:r>
                <a:r>
                  <a:rPr lang="en-US" altLang="zh-CN" sz="2600" i="1">
                    <a:solidFill>
                      <a:srgbClr val="FF0000"/>
                    </a:solidFill>
                    <a:cs typeface="+mn-ea"/>
                    <a:sym typeface="+mn-lt"/>
                  </a:rPr>
                  <a:t>H</a:t>
                </a:r>
                <a:r>
                  <a:rPr lang="en-US" altLang="zh-CN" sz="2600" baseline="-25000">
                    <a:solidFill>
                      <a:srgbClr val="FF0000"/>
                    </a:solidFill>
                    <a:cs typeface="+mn-ea"/>
                    <a:sym typeface="+mn-lt"/>
                  </a:rPr>
                  <a:t>3</a:t>
                </a:r>
                <a:endParaRPr lang="zh-CN" altLang="en-US" sz="2600">
                  <a:solidFill>
                    <a:srgbClr val="FF0000"/>
                  </a:solidFill>
                  <a:cs typeface="+mn-ea"/>
                  <a:sym typeface="+mn-lt"/>
                </a:endParaRPr>
              </a:p>
            </p:txBody>
          </p:sp>
          <p:cxnSp>
            <p:nvCxnSpPr>
              <p:cNvPr id="39" name="直接箭头连接符 38"/>
              <p:cNvCxnSpPr/>
              <p:nvPr>
                <p:custDataLst>
                  <p:tags r:id="rId17"/>
                </p:custDataLst>
              </p:nvPr>
            </p:nvCxnSpPr>
            <p:spPr>
              <a:xfrm>
                <a:off x="2937563" y="6106273"/>
                <a:ext cx="739154" cy="0"/>
              </a:xfrm>
              <a:prstGeom prst="straightConnector1">
                <a:avLst/>
              </a:prstGeom>
              <a:ln w="28575">
                <a:solidFill>
                  <a:srgbClr val="354ECE"/>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custDataLst>
                  <p:tags r:id="rId18"/>
                </p:custDataLst>
              </p:nvPr>
            </p:nvCxnSpPr>
            <p:spPr>
              <a:xfrm>
                <a:off x="5374667" y="6095835"/>
                <a:ext cx="898930" cy="0"/>
              </a:xfrm>
              <a:prstGeom prst="straightConnector1">
                <a:avLst/>
              </a:prstGeom>
              <a:ln w="28575">
                <a:solidFill>
                  <a:srgbClr val="354ECE"/>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custDataLst>
                  <p:tags r:id="rId19"/>
                </p:custDataLst>
              </p:nvPr>
            </p:nvCxnSpPr>
            <p:spPr>
              <a:xfrm>
                <a:off x="8066733" y="6095835"/>
                <a:ext cx="963098" cy="0"/>
              </a:xfrm>
              <a:prstGeom prst="straightConnector1">
                <a:avLst/>
              </a:prstGeom>
              <a:ln w="28575">
                <a:solidFill>
                  <a:srgbClr val="354ECE"/>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15" name="矩形 14"/>
            <p:cNvSpPr/>
            <p:nvPr>
              <p:custDataLst>
                <p:tags r:id="rId12"/>
              </p:custDataLst>
            </p:nvPr>
          </p:nvSpPr>
          <p:spPr>
            <a:xfrm>
              <a:off x="5757936" y="5837527"/>
              <a:ext cx="676127" cy="492443"/>
            </a:xfrm>
            <a:prstGeom prst="rect">
              <a:avLst/>
            </a:prstGeom>
          </p:spPr>
          <p:txBody>
            <a:bodyPr wrap="square">
              <a:spAutoFit/>
            </a:bodyPr>
            <a:lstStyle/>
            <a:p>
              <a:pPr algn="ctr"/>
              <a:r>
                <a:rPr lang="el-GR" altLang="zh-CN" sz="2600">
                  <a:solidFill>
                    <a:srgbClr val="FF0000"/>
                  </a:solidFill>
                  <a:cs typeface="+mn-ea"/>
                  <a:sym typeface="+mn-lt"/>
                </a:rPr>
                <a:t>Δ</a:t>
              </a:r>
              <a:r>
                <a:rPr lang="en-US" altLang="zh-CN" sz="2600" i="1">
                  <a:solidFill>
                    <a:srgbClr val="FF0000"/>
                  </a:solidFill>
                  <a:cs typeface="+mn-ea"/>
                  <a:sym typeface="+mn-lt"/>
                </a:rPr>
                <a:t>H</a:t>
              </a:r>
              <a:endParaRPr lang="zh-CN" altLang="en-US" sz="2600">
                <a:solidFill>
                  <a:srgbClr val="FF0000"/>
                </a:solidFill>
                <a:cs typeface="+mn-ea"/>
                <a:sym typeface="+mn-lt"/>
              </a:endParaRPr>
            </a:p>
          </p:txBody>
        </p:sp>
      </p:gr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6" presetClass="entr" presetSubtype="42"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arn(outHorizontal)">
                                      <p:cBhvr>
                                        <p:cTn id="17" dur="500"/>
                                        <p:tgtEl>
                                          <p:spTgt spid="6"/>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barn(inVertical)">
                                      <p:cBhvr>
                                        <p:cTn id="3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9" grpId="0"/>
      <p:bldP spid="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360188" y="1070204"/>
            <a:ext cx="8502649" cy="2633606"/>
          </a:xfrm>
          <a:prstGeom prst="rect">
            <a:avLst/>
          </a:prstGeom>
        </p:spPr>
        <p:txBody>
          <a:bodyPr wrap="none">
            <a:spAutoFit/>
          </a:bodyPr>
          <a:lstStyle/>
          <a:p>
            <a:pPr algn="just">
              <a:lnSpc>
                <a:spcPct val="120000"/>
              </a:lnSpc>
              <a:spcAft>
                <a:spcPct val="0"/>
              </a:spcAft>
              <a:tabLst>
                <a:tab pos="1029335" algn="l"/>
                <a:tab pos="1850390" algn="l"/>
                <a:tab pos="2538095" algn="l"/>
                <a:tab pos="3221990" algn="l"/>
              </a:tabLst>
            </a:pPr>
            <a:r>
              <a:rPr lang="zh-CN" altLang="zh-CN" sz="2800" kern="100">
                <a:solidFill>
                  <a:srgbClr val="FF0000"/>
                </a:solidFill>
                <a:cs typeface="+mn-ea"/>
                <a:sym typeface="+mn-lt"/>
              </a:rPr>
              <a:t>【例</a:t>
            </a:r>
            <a:r>
              <a:rPr lang="en-US" altLang="zh-CN" sz="2800" kern="100">
                <a:solidFill>
                  <a:srgbClr val="FF0000"/>
                </a:solidFill>
                <a:cs typeface="+mn-ea"/>
                <a:sym typeface="+mn-lt"/>
              </a:rPr>
              <a:t>1</a:t>
            </a:r>
            <a:r>
              <a:rPr lang="zh-CN" altLang="zh-CN" sz="2800" kern="100">
                <a:solidFill>
                  <a:srgbClr val="FF0000"/>
                </a:solidFill>
                <a:cs typeface="+mn-ea"/>
                <a:sym typeface="+mn-lt"/>
              </a:rPr>
              <a:t>】</a:t>
            </a:r>
            <a:r>
              <a:rPr lang="zh-CN" altLang="zh-CN" sz="2800" kern="100">
                <a:cs typeface="+mn-ea"/>
                <a:sym typeface="+mn-lt"/>
              </a:rPr>
              <a:t>下列说法</a:t>
            </a:r>
            <a:r>
              <a:rPr lang="zh-CN" altLang="zh-CN" sz="2800" kern="100">
                <a:solidFill>
                  <a:srgbClr val="FF0000"/>
                </a:solidFill>
                <a:cs typeface="+mn-ea"/>
                <a:sym typeface="+mn-lt"/>
              </a:rPr>
              <a:t>正确</a:t>
            </a:r>
            <a:r>
              <a:rPr lang="zh-CN" altLang="zh-CN" sz="2800" kern="100">
                <a:cs typeface="+mn-ea"/>
                <a:sym typeface="+mn-lt"/>
              </a:rPr>
              <a:t>的是</a:t>
            </a:r>
            <a:r>
              <a:rPr lang="en-US" altLang="zh-CN" sz="2800" kern="100">
                <a:cs typeface="+mn-ea"/>
                <a:sym typeface="+mn-lt"/>
              </a:rPr>
              <a:t>(</a:t>
            </a:r>
            <a:r>
              <a:rPr lang="zh-CN" altLang="zh-CN" sz="2800" kern="100">
                <a:cs typeface="+mn-ea"/>
                <a:sym typeface="+mn-lt"/>
              </a:rPr>
              <a:t>　　</a:t>
            </a:r>
            <a:r>
              <a:rPr lang="en-US" altLang="zh-CN" sz="2800" kern="100">
                <a:cs typeface="+mn-ea"/>
                <a:sym typeface="+mn-lt"/>
              </a:rPr>
              <a:t>)</a:t>
            </a:r>
          </a:p>
          <a:p>
            <a:pPr algn="just">
              <a:lnSpc>
                <a:spcPct val="120000"/>
              </a:lnSpc>
              <a:spcAft>
                <a:spcPct val="0"/>
              </a:spcAft>
              <a:tabLst>
                <a:tab pos="1029335" algn="l"/>
                <a:tab pos="1850390" algn="l"/>
                <a:tab pos="2538095" algn="l"/>
                <a:tab pos="3221990" algn="l"/>
              </a:tabLst>
            </a:pPr>
            <a:r>
              <a:rPr lang="en-US" altLang="zh-CN" sz="2800" kern="100">
                <a:cs typeface="+mn-ea"/>
                <a:sym typeface="+mn-lt"/>
              </a:rPr>
              <a:t>A.</a:t>
            </a:r>
            <a:r>
              <a:rPr lang="zh-CN" altLang="zh-CN" sz="2800" kern="100">
                <a:cs typeface="+mn-ea"/>
                <a:sym typeface="+mn-lt"/>
              </a:rPr>
              <a:t>化学反应的反应热与反应过程有密切的关系</a:t>
            </a:r>
            <a:endParaRPr lang="en-US" altLang="zh-CN" sz="2800" kern="100">
              <a:cs typeface="+mn-ea"/>
              <a:sym typeface="+mn-lt"/>
            </a:endParaRPr>
          </a:p>
          <a:p>
            <a:pPr algn="just">
              <a:lnSpc>
                <a:spcPct val="120000"/>
              </a:lnSpc>
              <a:spcAft>
                <a:spcPct val="0"/>
              </a:spcAft>
              <a:tabLst>
                <a:tab pos="1029335" algn="l"/>
                <a:tab pos="1850390" algn="l"/>
                <a:tab pos="2538095" algn="l"/>
                <a:tab pos="3221990" algn="l"/>
              </a:tabLst>
            </a:pPr>
            <a:r>
              <a:rPr lang="en-US" altLang="zh-CN" sz="2800" kern="100">
                <a:cs typeface="+mn-ea"/>
                <a:sym typeface="+mn-lt"/>
              </a:rPr>
              <a:t>B.</a:t>
            </a:r>
            <a:r>
              <a:rPr lang="zh-CN" altLang="zh-CN" sz="2800" kern="100">
                <a:cs typeface="+mn-ea"/>
                <a:sym typeface="+mn-lt"/>
              </a:rPr>
              <a:t>化学反应的反应热取决于反应体系的始态和终态</a:t>
            </a:r>
            <a:endParaRPr lang="en-US" altLang="zh-CN" sz="2800" kern="100">
              <a:cs typeface="+mn-ea"/>
              <a:sym typeface="+mn-lt"/>
            </a:endParaRPr>
          </a:p>
          <a:p>
            <a:pPr algn="just">
              <a:lnSpc>
                <a:spcPct val="120000"/>
              </a:lnSpc>
              <a:spcAft>
                <a:spcPct val="0"/>
              </a:spcAft>
              <a:tabLst>
                <a:tab pos="1029335" algn="l"/>
                <a:tab pos="1850390" algn="l"/>
                <a:tab pos="2538095" algn="l"/>
                <a:tab pos="3221990" algn="l"/>
              </a:tabLst>
            </a:pPr>
            <a:r>
              <a:rPr lang="en-US" altLang="zh-CN" sz="2800" kern="100">
                <a:cs typeface="+mn-ea"/>
                <a:sym typeface="+mn-lt"/>
              </a:rPr>
              <a:t>C.</a:t>
            </a:r>
            <a:r>
              <a:rPr lang="zh-CN" altLang="zh-CN" sz="2800" kern="100">
                <a:cs typeface="+mn-ea"/>
                <a:sym typeface="+mn-lt"/>
              </a:rPr>
              <a:t>盖斯定律只是一条简单的自然规律</a:t>
            </a:r>
            <a:r>
              <a:rPr lang="en-US" altLang="zh-CN" sz="2800" kern="100">
                <a:cs typeface="+mn-ea"/>
                <a:sym typeface="+mn-lt"/>
              </a:rPr>
              <a:t>,</a:t>
            </a:r>
            <a:r>
              <a:rPr lang="zh-CN" altLang="zh-CN" sz="2800" kern="100">
                <a:cs typeface="+mn-ea"/>
                <a:sym typeface="+mn-lt"/>
              </a:rPr>
              <a:t>其实际作用不大</a:t>
            </a:r>
            <a:endParaRPr lang="en-US" altLang="zh-CN" sz="2800" kern="100">
              <a:cs typeface="+mn-ea"/>
              <a:sym typeface="+mn-lt"/>
            </a:endParaRPr>
          </a:p>
          <a:p>
            <a:pPr algn="just">
              <a:lnSpc>
                <a:spcPct val="120000"/>
              </a:lnSpc>
              <a:spcAft>
                <a:spcPct val="0"/>
              </a:spcAft>
              <a:tabLst>
                <a:tab pos="1029335" algn="l"/>
                <a:tab pos="1850390" algn="l"/>
                <a:tab pos="2538095" algn="l"/>
                <a:tab pos="3221990" algn="l"/>
              </a:tabLst>
            </a:pPr>
            <a:r>
              <a:rPr lang="en-US" altLang="zh-CN" sz="2800" kern="100">
                <a:cs typeface="+mn-ea"/>
                <a:sym typeface="+mn-lt"/>
              </a:rPr>
              <a:t>D.</a:t>
            </a:r>
            <a:r>
              <a:rPr lang="zh-CN" altLang="zh-CN" sz="2800" kern="100">
                <a:cs typeface="+mn-ea"/>
                <a:sym typeface="+mn-lt"/>
              </a:rPr>
              <a:t>有的化学反应过程没有能量变化</a:t>
            </a:r>
          </a:p>
        </p:txBody>
      </p:sp>
      <p:sp>
        <p:nvSpPr>
          <p:cNvPr id="3" name="矩形 2"/>
          <p:cNvSpPr/>
          <p:nvPr>
            <p:custDataLst>
              <p:tags r:id="rId2"/>
            </p:custDataLst>
          </p:nvPr>
        </p:nvSpPr>
        <p:spPr>
          <a:xfrm>
            <a:off x="4911900" y="1070204"/>
            <a:ext cx="423513" cy="564257"/>
          </a:xfrm>
          <a:prstGeom prst="rect">
            <a:avLst/>
          </a:prstGeom>
        </p:spPr>
        <p:txBody>
          <a:bodyPr wrap="none">
            <a:spAutoFit/>
          </a:bodyPr>
          <a:lstStyle/>
          <a:p>
            <a:pPr algn="ctr">
              <a:lnSpc>
                <a:spcPct val="120000"/>
              </a:lnSpc>
              <a:spcAft>
                <a:spcPct val="0"/>
              </a:spcAft>
              <a:tabLst>
                <a:tab pos="1029335" algn="l"/>
                <a:tab pos="1850390" algn="l"/>
                <a:tab pos="2538095" algn="l"/>
                <a:tab pos="3221990" algn="l"/>
              </a:tabLst>
            </a:pPr>
            <a:r>
              <a:rPr lang="en-US" altLang="zh-CN" sz="2800" kern="100">
                <a:solidFill>
                  <a:srgbClr val="FF0000"/>
                </a:solidFill>
                <a:cs typeface="+mn-ea"/>
                <a:sym typeface="+mn-lt"/>
              </a:rPr>
              <a:t>B</a:t>
            </a:r>
            <a:endParaRPr lang="zh-CN" altLang="zh-CN" sz="2800" kern="100">
              <a:solidFill>
                <a:srgbClr val="FF0000"/>
              </a:solidFill>
              <a:cs typeface="+mn-ea"/>
              <a:sym typeface="+mn-lt"/>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6" name="矩形 15"/>
              <p:cNvSpPr/>
              <p:nvPr>
                <p:custDataLst>
                  <p:tags r:id="rId2"/>
                </p:custDataLst>
              </p:nvPr>
            </p:nvSpPr>
            <p:spPr>
              <a:xfrm>
                <a:off x="656015" y="3639382"/>
                <a:ext cx="9660017" cy="1309076"/>
              </a:xfrm>
              <a:prstGeom prst="rect">
                <a:avLst/>
              </a:prstGeom>
            </p:spPr>
            <p:txBody>
              <a:bodyPr wrap="none">
                <a:spAutoFit/>
              </a:bodyPr>
              <a:lstStyle/>
              <a:p>
                <a:pPr lvl="0">
                  <a:lnSpc>
                    <a:spcPct val="120000"/>
                  </a:lnSpc>
                  <a:defRPr/>
                </a:pPr>
                <a:r>
                  <a:rPr kumimoji="0" lang="en-US" altLang="zh-CN" sz="2800" i="0" u="none" strike="noStrike" kern="0" cap="none" spc="0" normalizeH="0" baseline="0" noProof="0" dirty="0">
                    <a:ln>
                      <a:noFill/>
                    </a:ln>
                    <a:solidFill>
                      <a:srgbClr val="354ECE"/>
                    </a:solidFill>
                    <a:effectLst/>
                    <a:uLnTx/>
                    <a:uFillTx/>
                    <a:cs typeface="+mn-ea"/>
                    <a:sym typeface="+mn-lt"/>
                  </a:rPr>
                  <a:t>                  C(s) + O</a:t>
                </a:r>
                <a:r>
                  <a:rPr kumimoji="0" lang="en-US" altLang="zh-CN" sz="2800" i="0" u="none" strike="noStrike" kern="0" cap="none" spc="0" normalizeH="0" baseline="-25000" noProof="0" dirty="0">
                    <a:ln>
                      <a:noFill/>
                    </a:ln>
                    <a:solidFill>
                      <a:srgbClr val="354ECE"/>
                    </a:solidFill>
                    <a:effectLst/>
                    <a:uLnTx/>
                    <a:uFillTx/>
                    <a:cs typeface="+mn-ea"/>
                    <a:sym typeface="+mn-lt"/>
                  </a:rPr>
                  <a:t>2</a:t>
                </a:r>
                <a:r>
                  <a:rPr kumimoji="0" lang="en-US" altLang="zh-CN" sz="2800" i="0" u="none" strike="noStrike" kern="0" cap="none" spc="0" normalizeH="0" baseline="0" noProof="0" dirty="0">
                    <a:ln>
                      <a:noFill/>
                    </a:ln>
                    <a:solidFill>
                      <a:srgbClr val="354ECE"/>
                    </a:solidFill>
                    <a:effectLst/>
                    <a:uLnTx/>
                    <a:uFillTx/>
                    <a:cs typeface="+mn-ea"/>
                    <a:sym typeface="+mn-lt"/>
                  </a:rPr>
                  <a:t>(g)       CO</a:t>
                </a:r>
                <a:r>
                  <a:rPr kumimoji="0" lang="en-US" altLang="zh-CN" sz="2800" i="0" u="none" strike="noStrike" kern="0" cap="none" spc="0" normalizeH="0" baseline="-25000" noProof="0" dirty="0">
                    <a:ln>
                      <a:noFill/>
                    </a:ln>
                    <a:solidFill>
                      <a:srgbClr val="354ECE"/>
                    </a:solidFill>
                    <a:effectLst/>
                    <a:uLnTx/>
                    <a:uFillTx/>
                    <a:cs typeface="+mn-ea"/>
                    <a:sym typeface="+mn-lt"/>
                  </a:rPr>
                  <a:t>2</a:t>
                </a:r>
                <a:r>
                  <a:rPr kumimoji="0" lang="en-US" altLang="zh-CN" sz="2800" i="0" u="none" strike="noStrike" kern="0" cap="none" spc="0" normalizeH="0" baseline="0" noProof="0" dirty="0">
                    <a:ln>
                      <a:noFill/>
                    </a:ln>
                    <a:solidFill>
                      <a:srgbClr val="354ECE"/>
                    </a:solidFill>
                    <a:effectLst/>
                    <a:uLnTx/>
                    <a:uFillTx/>
                    <a:cs typeface="+mn-ea"/>
                    <a:sym typeface="+mn-lt"/>
                  </a:rPr>
                  <a:t>(g)             </a:t>
                </a:r>
                <a:r>
                  <a:rPr kumimoji="0" lang="el-GR" altLang="zh-CN" sz="2800" i="0" u="none" strike="noStrike" kern="0" cap="none" spc="0" normalizeH="0" baseline="0" noProof="0" dirty="0">
                    <a:ln>
                      <a:noFill/>
                    </a:ln>
                    <a:solidFill>
                      <a:srgbClr val="354ECE"/>
                    </a:solidFill>
                    <a:effectLst/>
                    <a:uLnTx/>
                    <a:uFillTx/>
                    <a:cs typeface="+mn-ea"/>
                    <a:sym typeface="+mn-lt"/>
                  </a:rPr>
                  <a:t>Δ</a:t>
                </a:r>
                <a:r>
                  <a:rPr kumimoji="0" lang="en-US" altLang="zh-CN" sz="2800" i="1" u="none" strike="noStrike" kern="0" cap="none" spc="0" normalizeH="0" baseline="0" noProof="0" dirty="0">
                    <a:ln>
                      <a:noFill/>
                    </a:ln>
                    <a:solidFill>
                      <a:srgbClr val="354ECE"/>
                    </a:solidFill>
                    <a:effectLst/>
                    <a:uLnTx/>
                    <a:uFillTx/>
                    <a:cs typeface="+mn-ea"/>
                    <a:sym typeface="+mn-lt"/>
                  </a:rPr>
                  <a:t>H</a:t>
                </a:r>
                <a:r>
                  <a:rPr kumimoji="0" lang="en-US" altLang="zh-CN" sz="2800" i="0" u="none" strike="noStrike" kern="0" cap="none" spc="0" normalizeH="0" baseline="-25000" noProof="0" dirty="0">
                    <a:ln>
                      <a:noFill/>
                    </a:ln>
                    <a:solidFill>
                      <a:srgbClr val="354ECE"/>
                    </a:solidFill>
                    <a:effectLst/>
                    <a:uLnTx/>
                    <a:uFillTx/>
                    <a:cs typeface="+mn-ea"/>
                    <a:sym typeface="+mn-lt"/>
                  </a:rPr>
                  <a:t>1</a:t>
                </a:r>
                <a:r>
                  <a:rPr lang="en-US" altLang="zh-CN" sz="2800" kern="0" dirty="0">
                    <a:solidFill>
                      <a:srgbClr val="354ECE"/>
                    </a:solidFill>
                    <a:cs typeface="+mn-ea"/>
                    <a:sym typeface="+mn-lt"/>
                  </a:rPr>
                  <a:t> </a:t>
                </a:r>
                <a:r>
                  <a:rPr lang="zh-CN" altLang="en-US" sz="2800" dirty="0">
                    <a:solidFill>
                      <a:srgbClr val="354ECE"/>
                    </a:solidFill>
                    <a:cs typeface="+mn-ea"/>
                    <a:sym typeface="+mn-lt"/>
                  </a:rPr>
                  <a:t>＝</a:t>
                </a:r>
                <a:r>
                  <a:rPr lang="en-US" altLang="zh-CN" sz="2800" kern="0" dirty="0">
                    <a:solidFill>
                      <a:srgbClr val="354ECE"/>
                    </a:solidFill>
                    <a:cs typeface="+mn-ea"/>
                    <a:sym typeface="+mn-lt"/>
                  </a:rPr>
                  <a:t> −393.5 kJ/mol</a:t>
                </a:r>
                <a:endParaRPr kumimoji="0" lang="en-US" altLang="zh-CN" sz="2800" i="0" u="none" strike="noStrike" kern="0" cap="none" spc="0" normalizeH="0" baseline="0" noProof="0" dirty="0">
                  <a:ln>
                    <a:noFill/>
                  </a:ln>
                  <a:solidFill>
                    <a:srgbClr val="354ECE"/>
                  </a:solidFill>
                  <a:effectLst/>
                  <a:uLnTx/>
                  <a:uFillTx/>
                  <a:cs typeface="+mn-ea"/>
                  <a:sym typeface="+mn-lt"/>
                </a:endParaRPr>
              </a:p>
              <a:p>
                <a:pPr lvl="0">
                  <a:lnSpc>
                    <a:spcPct val="120000"/>
                  </a:lnSpc>
                </a:pPr>
                <a:r>
                  <a:rPr lang="en-US" altLang="zh-CN" sz="2800" kern="0" dirty="0">
                    <a:solidFill>
                      <a:srgbClr val="354ECE"/>
                    </a:solidFill>
                    <a:cs typeface="+mn-ea"/>
                    <a:sym typeface="+mn-lt"/>
                  </a:rPr>
                  <a:t>	    -  </a:t>
                </a:r>
                <a:r>
                  <a:rPr lang="en-US" altLang="zh-CN" sz="2800" dirty="0">
                    <a:cs typeface="+mn-ea"/>
                    <a:sym typeface="+mn-lt"/>
                  </a:rPr>
                  <a:t>CO(g)</a:t>
                </a:r>
                <a:r>
                  <a:rPr lang="zh-CN" altLang="en-US" sz="2800" dirty="0">
                    <a:cs typeface="+mn-ea"/>
                    <a:sym typeface="+mn-lt"/>
                  </a:rPr>
                  <a:t>＋</a:t>
                </a:r>
                <a:r>
                  <a:rPr lang="en-US" altLang="zh-CN" sz="2800" dirty="0">
                    <a:cs typeface="+mn-ea"/>
                    <a:sym typeface="+mn-lt"/>
                  </a:rPr>
                  <a:t> </a:t>
                </a:r>
                <a14:m>
                  <m:oMath xmlns:m="http://schemas.openxmlformats.org/officeDocument/2006/math">
                    <m:f>
                      <m:fPr>
                        <m:ctrlPr>
                          <a:rPr lang="en-US" altLang="zh-CN" sz="2800" i="1">
                            <a:latin typeface="Cambria Math" panose="02040503050406030204" pitchFamily="18" charset="0"/>
                            <a:cs typeface="+mn-ea"/>
                            <a:sym typeface="+mn-lt"/>
                          </a:rPr>
                        </m:ctrlPr>
                      </m:fPr>
                      <m:num>
                        <m:r>
                          <a:rPr lang="en-US" altLang="zh-CN" sz="2800">
                            <a:latin typeface="Cambria Math" panose="02040503050406030204" pitchFamily="18" charset="0"/>
                            <a:cs typeface="+mn-ea"/>
                            <a:sym typeface="+mn-lt"/>
                          </a:rPr>
                          <m:t>1</m:t>
                        </m:r>
                      </m:num>
                      <m:den>
                        <m:r>
                          <a:rPr lang="en-US" altLang="zh-CN" sz="2800">
                            <a:latin typeface="Cambria Math" panose="02040503050406030204" pitchFamily="18" charset="0"/>
                            <a:cs typeface="+mn-ea"/>
                            <a:sym typeface="+mn-lt"/>
                          </a:rPr>
                          <m:t>2</m:t>
                        </m:r>
                      </m:den>
                    </m:f>
                    <m:r>
                      <a:rPr lang="en-US" altLang="zh-CN" sz="2800" i="1">
                        <a:latin typeface="Cambria Math" panose="02040503050406030204" pitchFamily="18" charset="0"/>
                        <a:cs typeface="+mn-ea"/>
                        <a:sym typeface="+mn-lt"/>
                      </a:rPr>
                      <m:t> </m:t>
                    </m:r>
                  </m:oMath>
                </a14:m>
                <a:r>
                  <a:rPr lang="en-US" altLang="zh-CN" sz="2800" dirty="0">
                    <a:cs typeface="+mn-ea"/>
                    <a:sym typeface="+mn-lt"/>
                  </a:rPr>
                  <a:t>O</a:t>
                </a:r>
                <a:r>
                  <a:rPr lang="en-US" altLang="zh-CN" sz="2800" baseline="-25000" dirty="0">
                    <a:cs typeface="+mn-ea"/>
                    <a:sym typeface="+mn-lt"/>
                  </a:rPr>
                  <a:t>2</a:t>
                </a:r>
                <a:r>
                  <a:rPr lang="en-US" altLang="zh-CN" sz="2800" dirty="0">
                    <a:cs typeface="+mn-ea"/>
                    <a:sym typeface="+mn-lt"/>
                  </a:rPr>
                  <a:t>(g)       CO</a:t>
                </a:r>
                <a:r>
                  <a:rPr lang="en-US" altLang="zh-CN" sz="2800" baseline="-25000" dirty="0">
                    <a:cs typeface="+mn-ea"/>
                    <a:sym typeface="+mn-lt"/>
                  </a:rPr>
                  <a:t>2</a:t>
                </a:r>
                <a:r>
                  <a:rPr lang="en-US" altLang="zh-CN" sz="2800" dirty="0">
                    <a:cs typeface="+mn-ea"/>
                    <a:sym typeface="+mn-lt"/>
                  </a:rPr>
                  <a:t>(g)       </a:t>
                </a:r>
                <a:r>
                  <a:rPr lang="el-GR" altLang="zh-CN" sz="2800" dirty="0">
                    <a:cs typeface="+mn-ea"/>
                    <a:sym typeface="+mn-lt"/>
                  </a:rPr>
                  <a:t>Δ</a:t>
                </a:r>
                <a:r>
                  <a:rPr lang="en-US" altLang="zh-CN" sz="2800" i="1" dirty="0">
                    <a:cs typeface="+mn-ea"/>
                    <a:sym typeface="+mn-lt"/>
                  </a:rPr>
                  <a:t>H</a:t>
                </a:r>
                <a:r>
                  <a:rPr lang="en-US" altLang="zh-CN" sz="2800" baseline="-25000" dirty="0">
                    <a:cs typeface="+mn-ea"/>
                    <a:sym typeface="+mn-lt"/>
                  </a:rPr>
                  <a:t>2</a:t>
                </a:r>
                <a:r>
                  <a:rPr lang="en-US" altLang="zh-CN" sz="2800" dirty="0">
                    <a:cs typeface="+mn-ea"/>
                    <a:sym typeface="+mn-lt"/>
                  </a:rPr>
                  <a:t>= </a:t>
                </a:r>
                <a:r>
                  <a:rPr lang="en-US" altLang="zh-CN" sz="2800" kern="0" dirty="0">
                    <a:cs typeface="+mn-ea"/>
                    <a:sym typeface="+mn-lt"/>
                  </a:rPr>
                  <a:t>−</a:t>
                </a:r>
                <a:r>
                  <a:rPr lang="en-US" altLang="zh-CN" sz="2800" dirty="0">
                    <a:cs typeface="+mn-ea"/>
                    <a:sym typeface="+mn-lt"/>
                  </a:rPr>
                  <a:t>283.0 kJ/mol</a:t>
                </a:r>
                <a:endParaRPr kumimoji="0" lang="zh-CN" altLang="en-US" sz="2800" i="0" u="none" strike="noStrike" kern="0" cap="none" spc="0" normalizeH="0" noProof="0" dirty="0">
                  <a:ln>
                    <a:noFill/>
                  </a:ln>
                  <a:solidFill>
                    <a:srgbClr val="FF0000"/>
                  </a:solidFill>
                  <a:effectLst/>
                  <a:uLnTx/>
                  <a:uFillTx/>
                  <a:cs typeface="+mn-ea"/>
                  <a:sym typeface="+mn-lt"/>
                </a:endParaRPr>
              </a:p>
            </p:txBody>
          </p:sp>
        </mc:Choice>
        <mc:Fallback>
          <p:sp>
            <p:nvSpPr>
              <p:cNvPr id="16" name="矩形 15"/>
              <p:cNvSpPr>
                <a:spLocks noRot="1" noChangeAspect="1" noMove="1" noResize="1" noEditPoints="1" noAdjustHandles="1" noChangeArrowheads="1" noChangeShapeType="1" noTextEdit="1"/>
              </p:cNvSpPr>
              <p:nvPr>
                <p:custDataLst>
                  <p:tags r:id="rId2"/>
                </p:custDataLst>
              </p:nvPr>
            </p:nvSpPr>
            <p:spPr>
              <a:xfrm>
                <a:off x="656015" y="3639382"/>
                <a:ext cx="9660017" cy="1309076"/>
              </a:xfrm>
              <a:prstGeom prst="rect">
                <a:avLst/>
              </a:prstGeom>
              <a:blipFill>
                <a:blip r:embed="rId32"/>
                <a:stretch>
                  <a:fillRect t="-1395" r="-126" b="-4651"/>
                </a:stretch>
              </a:blipFill>
            </p:spPr>
            <p:txBody>
              <a:bodyPr/>
              <a:lstStyle/>
              <a:p>
                <a:r>
                  <a:rPr lang="en-US">
                    <a:noFill/>
                  </a:rPr>
                  <a:t> </a:t>
                </a:r>
              </a:p>
            </p:txBody>
          </p:sp>
        </mc:Fallback>
      </mc:AlternateContent>
      <p:cxnSp>
        <p:nvCxnSpPr>
          <p:cNvPr id="29" name="直接连接符 28"/>
          <p:cNvCxnSpPr/>
          <p:nvPr>
            <p:custDataLst>
              <p:tags r:id="rId3"/>
            </p:custDataLst>
          </p:nvPr>
        </p:nvCxnSpPr>
        <p:spPr>
          <a:xfrm>
            <a:off x="536575" y="5087848"/>
            <a:ext cx="11104563" cy="0"/>
          </a:xfrm>
          <a:prstGeom prst="line">
            <a:avLst/>
          </a:prstGeom>
          <a:ln w="28575">
            <a:solidFill>
              <a:srgbClr val="354ECE"/>
            </a:solidFill>
          </a:ln>
        </p:spPr>
        <p:style>
          <a:lnRef idx="1">
            <a:schemeClr val="accent1"/>
          </a:lnRef>
          <a:fillRef idx="0">
            <a:schemeClr val="accent1"/>
          </a:fillRef>
          <a:effectRef idx="0">
            <a:schemeClr val="accent1"/>
          </a:effectRef>
          <a:fontRef idx="minor">
            <a:schemeClr val="tx1"/>
          </a:fontRef>
        </p:style>
      </p:cxnSp>
      <p:sp>
        <p:nvSpPr>
          <p:cNvPr id="18" name="文本框 17"/>
          <p:cNvSpPr txBox="1"/>
          <p:nvPr>
            <p:custDataLst>
              <p:tags r:id="rId4"/>
            </p:custDataLst>
          </p:nvPr>
        </p:nvSpPr>
        <p:spPr>
          <a:xfrm>
            <a:off x="6615851" y="5262080"/>
            <a:ext cx="5280548" cy="523220"/>
          </a:xfrm>
          <a:prstGeom prst="rect">
            <a:avLst/>
          </a:prstGeom>
          <a:noFill/>
        </p:spPr>
        <p:txBody>
          <a:bodyPr wrap="none">
            <a:spAutoFit/>
          </a:bodyPr>
          <a:lstStyle/>
          <a:p>
            <a:r>
              <a:rPr lang="en-US" altLang="zh-CN" sz="2800">
                <a:solidFill>
                  <a:srgbClr val="FF0000"/>
                </a:solidFill>
                <a:cs typeface="+mn-ea"/>
                <a:sym typeface="+mn-lt"/>
              </a:rPr>
              <a:t>  </a:t>
            </a:r>
            <a:r>
              <a:rPr lang="el-GR" altLang="zh-CN" sz="2800">
                <a:solidFill>
                  <a:srgbClr val="FF0000"/>
                </a:solidFill>
                <a:cs typeface="+mn-ea"/>
                <a:sym typeface="+mn-lt"/>
              </a:rPr>
              <a:t>Δ</a:t>
            </a:r>
            <a:r>
              <a:rPr lang="en-US" altLang="zh-CN" sz="2800" i="1">
                <a:solidFill>
                  <a:srgbClr val="FF0000"/>
                </a:solidFill>
                <a:cs typeface="+mn-ea"/>
                <a:sym typeface="+mn-lt"/>
              </a:rPr>
              <a:t>H</a:t>
            </a:r>
            <a:r>
              <a:rPr lang="en-US" altLang="zh-CN" sz="2800" baseline="-25000">
                <a:solidFill>
                  <a:srgbClr val="FF0000"/>
                </a:solidFill>
                <a:cs typeface="+mn-ea"/>
                <a:sym typeface="+mn-lt"/>
              </a:rPr>
              <a:t>3</a:t>
            </a:r>
            <a:r>
              <a:rPr lang="zh-CN" altLang="en-US" sz="2800">
                <a:solidFill>
                  <a:srgbClr val="FF0000"/>
                </a:solidFill>
                <a:cs typeface="+mn-ea"/>
                <a:sym typeface="+mn-lt"/>
              </a:rPr>
              <a:t>＝</a:t>
            </a:r>
            <a:r>
              <a:rPr lang="el-GR" altLang="zh-CN" sz="2800">
                <a:solidFill>
                  <a:srgbClr val="FF0000"/>
                </a:solidFill>
                <a:cs typeface="+mn-ea"/>
                <a:sym typeface="+mn-lt"/>
              </a:rPr>
              <a:t>Δ</a:t>
            </a:r>
            <a:r>
              <a:rPr lang="en-US" altLang="zh-CN" sz="2800" i="1">
                <a:solidFill>
                  <a:srgbClr val="FF0000"/>
                </a:solidFill>
                <a:cs typeface="+mn-ea"/>
                <a:sym typeface="+mn-lt"/>
              </a:rPr>
              <a:t>H</a:t>
            </a:r>
            <a:r>
              <a:rPr lang="en-US" altLang="zh-CN" sz="2800" baseline="-25000">
                <a:solidFill>
                  <a:srgbClr val="FF0000"/>
                </a:solidFill>
                <a:cs typeface="+mn-ea"/>
                <a:sym typeface="+mn-lt"/>
              </a:rPr>
              <a:t>1 </a:t>
            </a:r>
            <a:r>
              <a:rPr lang="en-US" altLang="zh-CN" sz="2800" kern="0">
                <a:solidFill>
                  <a:srgbClr val="FF0000"/>
                </a:solidFill>
                <a:cs typeface="+mn-ea"/>
                <a:sym typeface="+mn-lt"/>
              </a:rPr>
              <a:t>−</a:t>
            </a:r>
            <a:r>
              <a:rPr lang="en-US" altLang="zh-CN" sz="2800">
                <a:solidFill>
                  <a:srgbClr val="FF0000"/>
                </a:solidFill>
                <a:cs typeface="+mn-ea"/>
                <a:sym typeface="+mn-lt"/>
              </a:rPr>
              <a:t> </a:t>
            </a:r>
            <a:r>
              <a:rPr lang="el-GR" altLang="zh-CN" sz="2800">
                <a:solidFill>
                  <a:srgbClr val="FF0000"/>
                </a:solidFill>
                <a:cs typeface="+mn-ea"/>
                <a:sym typeface="+mn-lt"/>
              </a:rPr>
              <a:t>Δ</a:t>
            </a:r>
            <a:r>
              <a:rPr lang="en-US" altLang="zh-CN" sz="2800" i="1">
                <a:solidFill>
                  <a:srgbClr val="FF0000"/>
                </a:solidFill>
                <a:cs typeface="+mn-ea"/>
                <a:sym typeface="+mn-lt"/>
              </a:rPr>
              <a:t>H</a:t>
            </a:r>
            <a:r>
              <a:rPr lang="en-US" altLang="zh-CN" sz="2800" baseline="-25000">
                <a:solidFill>
                  <a:srgbClr val="FF0000"/>
                </a:solidFill>
                <a:cs typeface="+mn-ea"/>
                <a:sym typeface="+mn-lt"/>
              </a:rPr>
              <a:t>2</a:t>
            </a:r>
            <a:r>
              <a:rPr lang="en-US" altLang="zh-CN" sz="2800">
                <a:solidFill>
                  <a:srgbClr val="FF0000"/>
                </a:solidFill>
                <a:cs typeface="+mn-ea"/>
                <a:sym typeface="+mn-lt"/>
              </a:rPr>
              <a:t>=</a:t>
            </a:r>
            <a:r>
              <a:rPr lang="en-US" altLang="zh-CN" sz="2800" kern="0">
                <a:solidFill>
                  <a:srgbClr val="FF0000"/>
                </a:solidFill>
                <a:cs typeface="+mn-ea"/>
                <a:sym typeface="+mn-lt"/>
              </a:rPr>
              <a:t> −</a:t>
            </a:r>
            <a:r>
              <a:rPr lang="en-US" altLang="zh-CN" sz="2800">
                <a:solidFill>
                  <a:srgbClr val="FF0000"/>
                </a:solidFill>
                <a:cs typeface="+mn-ea"/>
                <a:sym typeface="+mn-lt"/>
              </a:rPr>
              <a:t>110.5 kJ/mol</a:t>
            </a:r>
            <a:r>
              <a:rPr lang="en-US" altLang="zh-CN" sz="2800" baseline="-25000">
                <a:solidFill>
                  <a:srgbClr val="FF0000"/>
                </a:solidFill>
                <a:cs typeface="+mn-ea"/>
                <a:sym typeface="+mn-lt"/>
              </a:rPr>
              <a:t> </a:t>
            </a:r>
            <a:endParaRPr lang="zh-CN" altLang="en-US" sz="2800">
              <a:solidFill>
                <a:srgbClr val="FF0000"/>
              </a:solidFill>
              <a:cs typeface="+mn-ea"/>
              <a:sym typeface="+mn-lt"/>
            </a:endParaRPr>
          </a:p>
        </p:txBody>
      </p:sp>
      <p:grpSp>
        <p:nvGrpSpPr>
          <p:cNvPr id="2" name="组合 1"/>
          <p:cNvGrpSpPr/>
          <p:nvPr>
            <p:custDataLst>
              <p:tags r:id="rId5"/>
            </p:custDataLst>
          </p:nvPr>
        </p:nvGrpSpPr>
        <p:grpSpPr>
          <a:xfrm>
            <a:off x="1556581" y="1841337"/>
            <a:ext cx="9215728" cy="1398460"/>
            <a:chOff x="1578574" y="2468569"/>
            <a:chExt cx="9215728" cy="1398460"/>
          </a:xfrm>
        </p:grpSpPr>
        <p:sp>
          <p:nvSpPr>
            <p:cNvPr id="26" name="Rectangle 5"/>
            <p:cNvSpPr>
              <a:spLocks noChangeArrowheads="1"/>
            </p:cNvSpPr>
            <p:nvPr>
              <p:custDataLst>
                <p:tags r:id="rId22"/>
              </p:custDataLst>
            </p:nvPr>
          </p:nvSpPr>
          <p:spPr bwMode="auto">
            <a:xfrm>
              <a:off x="1578574" y="2505260"/>
              <a:ext cx="902811"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342900" indent="-342900">
                <a:lnSpc>
                  <a:spcPct val="120000"/>
                </a:lnSpc>
              </a:pPr>
              <a:r>
                <a:rPr lang="zh-CN" altLang="en-US" sz="2800">
                  <a:cs typeface="+mn-ea"/>
                  <a:sym typeface="+mn-lt"/>
                </a:rPr>
                <a:t>已知</a:t>
              </a:r>
              <a:endParaRPr lang="en-US" altLang="zh-CN" sz="2800">
                <a:cs typeface="+mn-ea"/>
                <a:sym typeface="+mn-lt"/>
              </a:endParaRPr>
            </a:p>
          </p:txBody>
        </p:sp>
        <mc:AlternateContent xmlns:mc="http://schemas.openxmlformats.org/markup-compatibility/2006" xmlns:a14="http://schemas.microsoft.com/office/drawing/2010/main">
          <mc:Choice Requires="a14">
            <p:sp>
              <p:nvSpPr>
                <p:cNvPr id="27" name="矩形 26"/>
                <p:cNvSpPr/>
                <p:nvPr>
                  <p:custDataLst>
                    <p:tags r:id="rId23"/>
                  </p:custDataLst>
                </p:nvPr>
              </p:nvSpPr>
              <p:spPr>
                <a:xfrm>
                  <a:off x="2481385" y="2468569"/>
                  <a:ext cx="8312917" cy="1398460"/>
                </a:xfrm>
                <a:prstGeom prst="rect">
                  <a:avLst/>
                </a:prstGeom>
              </p:spPr>
              <p:txBody>
                <a:bodyPr wrap="none">
                  <a:spAutoFit/>
                </a:bodyPr>
                <a:lstStyle/>
                <a:p>
                  <a:pPr lvl="0">
                    <a:lnSpc>
                      <a:spcPct val="120000"/>
                    </a:lnSpc>
                    <a:defRPr/>
                  </a:pPr>
                  <a:r>
                    <a:rPr lang="en-US" altLang="zh-CN" sz="2800" kern="0" dirty="0">
                      <a:solidFill>
                        <a:schemeClr val="tx1"/>
                      </a:solidFill>
                      <a:cs typeface="+mn-ea"/>
                      <a:sym typeface="+mn-lt"/>
                    </a:rPr>
                    <a:t>①</a:t>
                  </a:r>
                  <a:r>
                    <a:rPr kumimoji="0" lang="en-US" altLang="zh-CN" sz="2800" i="0" u="none" strike="noStrike" kern="0" cap="none" spc="0" normalizeH="0" baseline="0" noProof="0" dirty="0">
                      <a:ln>
                        <a:noFill/>
                      </a:ln>
                      <a:solidFill>
                        <a:schemeClr val="tx1"/>
                      </a:solidFill>
                      <a:effectLst/>
                      <a:uLnTx/>
                      <a:uFillTx/>
                      <a:cs typeface="+mn-ea"/>
                      <a:sym typeface="+mn-lt"/>
                    </a:rPr>
                    <a:t>  C(s)</a:t>
                  </a:r>
                  <a:r>
                    <a:rPr kumimoji="0" lang="zh-CN" altLang="en-US" sz="2800" i="0" u="none" strike="noStrike" kern="0" cap="none" spc="0" normalizeH="0" baseline="0" noProof="0" dirty="0">
                      <a:ln>
                        <a:noFill/>
                      </a:ln>
                      <a:solidFill>
                        <a:schemeClr val="tx1"/>
                      </a:solidFill>
                      <a:effectLst/>
                      <a:uLnTx/>
                      <a:uFillTx/>
                      <a:cs typeface="+mn-ea"/>
                      <a:sym typeface="+mn-lt"/>
                    </a:rPr>
                    <a:t>＋</a:t>
                  </a:r>
                  <a:r>
                    <a:rPr kumimoji="0" lang="en-US" altLang="zh-CN" sz="2800" i="0" u="none" strike="noStrike" kern="0" cap="none" spc="0" normalizeH="0" baseline="0" noProof="0" dirty="0">
                      <a:ln>
                        <a:noFill/>
                      </a:ln>
                      <a:solidFill>
                        <a:schemeClr val="tx1"/>
                      </a:solidFill>
                      <a:effectLst/>
                      <a:uLnTx/>
                      <a:uFillTx/>
                      <a:cs typeface="+mn-ea"/>
                      <a:sym typeface="+mn-lt"/>
                    </a:rPr>
                    <a:t> O</a:t>
                  </a:r>
                  <a:r>
                    <a:rPr kumimoji="0" lang="en-US" altLang="zh-CN" sz="2800" i="0" u="none" strike="noStrike" kern="0" cap="none" spc="0" normalizeH="0" baseline="-25000" noProof="0" dirty="0">
                      <a:ln>
                        <a:noFill/>
                      </a:ln>
                      <a:solidFill>
                        <a:schemeClr val="tx1"/>
                      </a:solidFill>
                      <a:effectLst/>
                      <a:uLnTx/>
                      <a:uFillTx/>
                      <a:cs typeface="+mn-ea"/>
                      <a:sym typeface="+mn-lt"/>
                    </a:rPr>
                    <a:t>2</a:t>
                  </a:r>
                  <a:r>
                    <a:rPr kumimoji="0" lang="en-US" altLang="zh-CN" sz="2800" i="0" u="none" strike="noStrike" kern="0" cap="none" spc="0" normalizeH="0" baseline="0" noProof="0" dirty="0">
                      <a:ln>
                        <a:noFill/>
                      </a:ln>
                      <a:solidFill>
                        <a:schemeClr val="tx1"/>
                      </a:solidFill>
                      <a:effectLst/>
                      <a:uLnTx/>
                      <a:uFillTx/>
                      <a:cs typeface="+mn-ea"/>
                      <a:sym typeface="+mn-lt"/>
                    </a:rPr>
                    <a:t>(g)       CO</a:t>
                  </a:r>
                  <a:r>
                    <a:rPr kumimoji="0" lang="en-US" altLang="zh-CN" sz="2800" i="0" u="none" strike="noStrike" kern="0" cap="none" spc="0" normalizeH="0" baseline="-25000" noProof="0" dirty="0">
                      <a:ln>
                        <a:noFill/>
                      </a:ln>
                      <a:solidFill>
                        <a:schemeClr val="tx1"/>
                      </a:solidFill>
                      <a:effectLst/>
                      <a:uLnTx/>
                      <a:uFillTx/>
                      <a:cs typeface="+mn-ea"/>
                      <a:sym typeface="+mn-lt"/>
                    </a:rPr>
                    <a:t>2</a:t>
                  </a:r>
                  <a:r>
                    <a:rPr kumimoji="0" lang="en-US" altLang="zh-CN" sz="2800" i="0" u="none" strike="noStrike" kern="0" cap="none" spc="0" normalizeH="0" baseline="0" noProof="0" dirty="0">
                      <a:ln>
                        <a:noFill/>
                      </a:ln>
                      <a:solidFill>
                        <a:schemeClr val="tx1"/>
                      </a:solidFill>
                      <a:effectLst/>
                      <a:uLnTx/>
                      <a:uFillTx/>
                      <a:cs typeface="+mn-ea"/>
                      <a:sym typeface="+mn-lt"/>
                    </a:rPr>
                    <a:t>(g)           </a:t>
                  </a:r>
                  <a:r>
                    <a:rPr kumimoji="0" lang="el-GR" altLang="zh-CN" sz="2800" i="0" u="none" strike="noStrike" kern="0" cap="none" spc="0" normalizeH="0" baseline="0" noProof="0" dirty="0">
                      <a:ln>
                        <a:noFill/>
                      </a:ln>
                      <a:solidFill>
                        <a:schemeClr val="tx1"/>
                      </a:solidFill>
                      <a:effectLst/>
                      <a:uLnTx/>
                      <a:uFillTx/>
                      <a:cs typeface="+mn-ea"/>
                      <a:sym typeface="+mn-lt"/>
                    </a:rPr>
                    <a:t>Δ</a:t>
                  </a:r>
                  <a:r>
                    <a:rPr kumimoji="0" lang="en-US" altLang="zh-CN" sz="2800" i="1" u="none" strike="noStrike" kern="0" cap="none" spc="0" normalizeH="0" baseline="0" noProof="0" dirty="0">
                      <a:ln>
                        <a:noFill/>
                      </a:ln>
                      <a:solidFill>
                        <a:schemeClr val="tx1"/>
                      </a:solidFill>
                      <a:effectLst/>
                      <a:uLnTx/>
                      <a:uFillTx/>
                      <a:cs typeface="+mn-ea"/>
                      <a:sym typeface="+mn-lt"/>
                    </a:rPr>
                    <a:t>H</a:t>
                  </a:r>
                  <a:r>
                    <a:rPr kumimoji="0" lang="en-US" altLang="zh-CN" sz="2800" i="0" u="none" strike="noStrike" kern="0" cap="none" spc="0" normalizeH="0" baseline="-25000" noProof="0" dirty="0">
                      <a:ln>
                        <a:noFill/>
                      </a:ln>
                      <a:solidFill>
                        <a:schemeClr val="tx1"/>
                      </a:solidFill>
                      <a:effectLst/>
                      <a:uLnTx/>
                      <a:uFillTx/>
                      <a:cs typeface="+mn-ea"/>
                      <a:sym typeface="+mn-lt"/>
                    </a:rPr>
                    <a:t>1</a:t>
                  </a:r>
                  <a:r>
                    <a:rPr kumimoji="0" lang="en-US" altLang="zh-CN" sz="2800" i="0" u="none" strike="noStrike" kern="0" cap="none" spc="0" normalizeH="0" baseline="0" noProof="0" dirty="0">
                      <a:ln>
                        <a:noFill/>
                      </a:ln>
                      <a:solidFill>
                        <a:schemeClr val="tx1"/>
                      </a:solidFill>
                      <a:effectLst/>
                      <a:uLnTx/>
                      <a:uFillTx/>
                      <a:cs typeface="+mn-ea"/>
                      <a:sym typeface="+mn-lt"/>
                    </a:rPr>
                    <a:t>= −393.5 kJ/mol</a:t>
                  </a:r>
                </a:p>
                <a:p>
                  <a:pPr lvl="0">
                    <a:lnSpc>
                      <a:spcPct val="120000"/>
                    </a:lnSpc>
                  </a:pPr>
                  <a:r>
                    <a:rPr lang="en-US" altLang="zh-CN" sz="2800" kern="0" dirty="0">
                      <a:solidFill>
                        <a:schemeClr val="tx1"/>
                      </a:solidFill>
                      <a:cs typeface="+mn-ea"/>
                      <a:sym typeface="+mn-lt"/>
                    </a:rPr>
                    <a:t>②</a:t>
                  </a:r>
                  <a:r>
                    <a:rPr lang="en-US" altLang="zh-CN" sz="2800" dirty="0">
                      <a:solidFill>
                        <a:schemeClr val="tx1"/>
                      </a:solidFill>
                      <a:cs typeface="+mn-ea"/>
                      <a:sym typeface="+mn-lt"/>
                    </a:rPr>
                    <a:t>  CO(g)</a:t>
                  </a:r>
                  <a:r>
                    <a:rPr lang="zh-CN" altLang="en-US" sz="2800" dirty="0">
                      <a:cs typeface="+mn-ea"/>
                      <a:sym typeface="+mn-lt"/>
                    </a:rPr>
                    <a:t>＋</a:t>
                  </a:r>
                  <a:r>
                    <a:rPr lang="en-US" altLang="zh-CN" sz="2800" dirty="0">
                      <a:solidFill>
                        <a:schemeClr val="tx1"/>
                      </a:solidFill>
                      <a:cs typeface="+mn-ea"/>
                      <a:sym typeface="+mn-lt"/>
                    </a:rPr>
                    <a:t> </a:t>
                  </a:r>
                  <a14:m>
                    <m:oMath xmlns:m="http://schemas.openxmlformats.org/officeDocument/2006/math">
                      <m:f>
                        <m:fPr>
                          <m:ctrlPr>
                            <a:rPr lang="en-US" altLang="zh-CN" sz="2800" i="1">
                              <a:solidFill>
                                <a:schemeClr val="tx1"/>
                              </a:solidFill>
                              <a:latin typeface="Cambria Math" panose="02040503050406030204" pitchFamily="18" charset="0"/>
                              <a:cs typeface="+mn-ea"/>
                              <a:sym typeface="+mn-lt"/>
                            </a:rPr>
                          </m:ctrlPr>
                        </m:fPr>
                        <m:num>
                          <m:r>
                            <a:rPr lang="en-US" altLang="zh-CN" sz="2800">
                              <a:solidFill>
                                <a:schemeClr val="tx1"/>
                              </a:solidFill>
                              <a:latin typeface="Cambria Math" panose="02040503050406030204" pitchFamily="18" charset="0"/>
                              <a:cs typeface="+mn-ea"/>
                              <a:sym typeface="+mn-lt"/>
                            </a:rPr>
                            <m:t>1</m:t>
                          </m:r>
                        </m:num>
                        <m:den>
                          <m:r>
                            <a:rPr lang="en-US" altLang="zh-CN" sz="2800">
                              <a:solidFill>
                                <a:schemeClr val="tx1"/>
                              </a:solidFill>
                              <a:latin typeface="Cambria Math" panose="02040503050406030204" pitchFamily="18" charset="0"/>
                              <a:cs typeface="+mn-ea"/>
                              <a:sym typeface="+mn-lt"/>
                            </a:rPr>
                            <m:t>2</m:t>
                          </m:r>
                        </m:den>
                      </m:f>
                      <m:r>
                        <a:rPr lang="en-US" altLang="zh-CN" sz="2800" b="0" i="1">
                          <a:solidFill>
                            <a:schemeClr val="tx1"/>
                          </a:solidFill>
                          <a:latin typeface="Cambria Math" panose="02040503050406030204" pitchFamily="18" charset="0"/>
                          <a:cs typeface="+mn-ea"/>
                          <a:sym typeface="+mn-lt"/>
                        </a:rPr>
                        <m:t> </m:t>
                      </m:r>
                    </m:oMath>
                  </a14:m>
                  <a:r>
                    <a:rPr lang="en-US" altLang="zh-CN" sz="2800" dirty="0">
                      <a:solidFill>
                        <a:schemeClr val="tx1"/>
                      </a:solidFill>
                      <a:cs typeface="+mn-ea"/>
                      <a:sym typeface="+mn-lt"/>
                    </a:rPr>
                    <a:t>O</a:t>
                  </a:r>
                  <a:r>
                    <a:rPr lang="en-US" altLang="zh-CN" sz="2800" baseline="-25000" dirty="0">
                      <a:solidFill>
                        <a:schemeClr val="tx1"/>
                      </a:solidFill>
                      <a:cs typeface="+mn-ea"/>
                      <a:sym typeface="+mn-lt"/>
                    </a:rPr>
                    <a:t>2</a:t>
                  </a:r>
                  <a:r>
                    <a:rPr lang="en-US" altLang="zh-CN" sz="2800" dirty="0">
                      <a:solidFill>
                        <a:schemeClr val="tx1"/>
                      </a:solidFill>
                      <a:cs typeface="+mn-ea"/>
                      <a:sym typeface="+mn-lt"/>
                    </a:rPr>
                    <a:t>(g)       CO</a:t>
                  </a:r>
                  <a:r>
                    <a:rPr lang="en-US" altLang="zh-CN" sz="2800" baseline="-25000" dirty="0">
                      <a:solidFill>
                        <a:schemeClr val="tx1"/>
                      </a:solidFill>
                      <a:cs typeface="+mn-ea"/>
                      <a:sym typeface="+mn-lt"/>
                    </a:rPr>
                    <a:t>2</a:t>
                  </a:r>
                  <a:r>
                    <a:rPr lang="en-US" altLang="zh-CN" sz="2800" dirty="0">
                      <a:solidFill>
                        <a:schemeClr val="tx1"/>
                      </a:solidFill>
                      <a:cs typeface="+mn-ea"/>
                      <a:sym typeface="+mn-lt"/>
                    </a:rPr>
                    <a:t>(g)      </a:t>
                  </a:r>
                  <a:r>
                    <a:rPr lang="el-GR" altLang="zh-CN" sz="2800" dirty="0">
                      <a:solidFill>
                        <a:schemeClr val="tx1"/>
                      </a:solidFill>
                      <a:cs typeface="+mn-ea"/>
                      <a:sym typeface="+mn-lt"/>
                    </a:rPr>
                    <a:t>Δ</a:t>
                  </a:r>
                  <a:r>
                    <a:rPr lang="en-US" altLang="zh-CN" sz="2800" i="1" dirty="0">
                      <a:solidFill>
                        <a:schemeClr val="tx1"/>
                      </a:solidFill>
                      <a:cs typeface="+mn-ea"/>
                      <a:sym typeface="+mn-lt"/>
                    </a:rPr>
                    <a:t>H</a:t>
                  </a:r>
                  <a:r>
                    <a:rPr lang="en-US" altLang="zh-CN" sz="2800" baseline="-25000" dirty="0">
                      <a:solidFill>
                        <a:schemeClr val="tx1"/>
                      </a:solidFill>
                      <a:cs typeface="+mn-ea"/>
                      <a:sym typeface="+mn-lt"/>
                    </a:rPr>
                    <a:t>2</a:t>
                  </a:r>
                  <a:r>
                    <a:rPr lang="en-US" altLang="zh-CN" sz="2800" dirty="0">
                      <a:solidFill>
                        <a:schemeClr val="tx1"/>
                      </a:solidFill>
                      <a:cs typeface="+mn-ea"/>
                      <a:sym typeface="+mn-lt"/>
                    </a:rPr>
                    <a:t>= </a:t>
                  </a:r>
                  <a:r>
                    <a:rPr lang="en-US" altLang="zh-CN" sz="2800" kern="0" dirty="0">
                      <a:solidFill>
                        <a:schemeClr val="tx1"/>
                      </a:solidFill>
                      <a:cs typeface="+mn-ea"/>
                      <a:sym typeface="+mn-lt"/>
                    </a:rPr>
                    <a:t>−</a:t>
                  </a:r>
                  <a:r>
                    <a:rPr lang="en-US" altLang="zh-CN" sz="2800" dirty="0">
                      <a:solidFill>
                        <a:schemeClr val="tx1"/>
                      </a:solidFill>
                      <a:cs typeface="+mn-ea"/>
                      <a:sym typeface="+mn-lt"/>
                    </a:rPr>
                    <a:t>283.0 kJ/mol</a:t>
                  </a:r>
                  <a:endParaRPr kumimoji="0" lang="zh-CN" altLang="en-US" sz="2800" i="0" u="none" strike="noStrike" kern="0" cap="none" spc="0" normalizeH="0" baseline="0" noProof="0" dirty="0">
                    <a:ln>
                      <a:noFill/>
                    </a:ln>
                    <a:solidFill>
                      <a:schemeClr val="tx1"/>
                    </a:solidFill>
                    <a:effectLst/>
                    <a:uLnTx/>
                    <a:uFillTx/>
                    <a:cs typeface="+mn-ea"/>
                    <a:sym typeface="+mn-lt"/>
                  </a:endParaRPr>
                </a:p>
              </p:txBody>
            </p:sp>
          </mc:Choice>
          <mc:Fallback xmlns:p159="http://schemas.microsoft.com/office/powerpoint/2015/09/main" xmlns:p15="http://schemas.microsoft.com/office/powerpoint/2012/main" xmlns:p14="http://schemas.microsoft.com/office/powerpoint/2010/main" xmlns:wp="http://schemas.openxmlformats.org/drawingml/2006/wordprocessingDrawing" xmlns:w="http://schemas.openxmlformats.org/wordprocessingml/2006/main" xmlns:m="http://schemas.openxmlformats.org/officeDocument/2006/math" xmlns="">
            <p:sp>
              <p:nvSpPr>
                <p:cNvPr id="27" name="矩形 26"/>
                <p:cNvSpPr>
                  <a:spLocks noRot="1" noChangeAspect="1" noMove="1" noResize="1" noEditPoints="1" noAdjustHandles="1" noChangeArrowheads="1" noChangeShapeType="1" noTextEdit="1"/>
                </p:cNvSpPr>
                <p:nvPr>
                  <p:custDataLst>
                    <p:tags r:id="rId33"/>
                  </p:custDataLst>
                </p:nvPr>
              </p:nvSpPr>
              <p:spPr>
                <a:xfrm>
                  <a:off x="2481385" y="2468569"/>
                  <a:ext cx="8312917" cy="1398460"/>
                </a:xfrm>
                <a:prstGeom prst="rect">
                  <a:avLst/>
                </a:prstGeom>
                <a:blipFill rotWithShape="1">
                  <a:blip r:embed="rId34"/>
                  <a:stretch>
                    <a:fillRect/>
                  </a:stretch>
                </a:blipFill>
              </p:spPr>
              <p:txBody>
                <a:bodyPr/>
                <a:lstStyle/>
                <a:p>
                  <a:r>
                    <a:rPr lang="zh-CN" altLang="en-US">
                      <a:noFill/>
                    </a:rPr>
                    <a:t> </a:t>
                  </a:r>
                </a:p>
              </p:txBody>
            </p:sp>
          </mc:Fallback>
        </mc:AlternateContent>
        <p:grpSp>
          <p:nvGrpSpPr>
            <p:cNvPr id="37" name="组合 36"/>
            <p:cNvGrpSpPr>
              <a:grpSpLocks noChangeAspect="1"/>
            </p:cNvGrpSpPr>
            <p:nvPr>
              <p:custDataLst>
                <p:tags r:id="rId24"/>
              </p:custDataLst>
            </p:nvPr>
          </p:nvGrpSpPr>
          <p:grpSpPr>
            <a:xfrm>
              <a:off x="5056007" y="2787934"/>
              <a:ext cx="413283" cy="50028"/>
              <a:chOff x="6137274" y="2248725"/>
              <a:chExt cx="590400" cy="71468"/>
            </a:xfrm>
          </p:grpSpPr>
          <p:cxnSp>
            <p:nvCxnSpPr>
              <p:cNvPr id="38" name="直接连接符 37"/>
              <p:cNvCxnSpPr/>
              <p:nvPr>
                <p:custDataLst>
                  <p:tags r:id="rId28"/>
                </p:custDataLst>
              </p:nvPr>
            </p:nvCxnSpPr>
            <p:spPr>
              <a:xfrm>
                <a:off x="6137274" y="2248725"/>
                <a:ext cx="590400" cy="0"/>
              </a:xfrm>
              <a:prstGeom prst="line">
                <a:avLst/>
              </a:prstGeom>
              <a:noFill/>
              <a:ln w="21590" cap="flat" cmpd="sng" algn="ctr">
                <a:solidFill>
                  <a:schemeClr val="tx1"/>
                </a:solidFill>
                <a:prstDash val="solid"/>
              </a:ln>
              <a:effectLst/>
            </p:spPr>
          </p:cxnSp>
          <p:cxnSp>
            <p:nvCxnSpPr>
              <p:cNvPr id="39" name="直接连接符 38"/>
              <p:cNvCxnSpPr/>
              <p:nvPr>
                <p:custDataLst>
                  <p:tags r:id="rId29"/>
                </p:custDataLst>
              </p:nvPr>
            </p:nvCxnSpPr>
            <p:spPr>
              <a:xfrm>
                <a:off x="6137274" y="2320193"/>
                <a:ext cx="590400" cy="0"/>
              </a:xfrm>
              <a:prstGeom prst="line">
                <a:avLst/>
              </a:prstGeom>
              <a:noFill/>
              <a:ln w="21590" cap="flat" cmpd="sng" algn="ctr">
                <a:solidFill>
                  <a:schemeClr val="tx1"/>
                </a:solidFill>
                <a:prstDash val="solid"/>
              </a:ln>
              <a:effectLst/>
            </p:spPr>
          </p:cxnSp>
        </p:grpSp>
        <p:grpSp>
          <p:nvGrpSpPr>
            <p:cNvPr id="40" name="组合 39"/>
            <p:cNvGrpSpPr>
              <a:grpSpLocks noChangeAspect="1"/>
            </p:cNvGrpSpPr>
            <p:nvPr>
              <p:custDataLst>
                <p:tags r:id="rId25"/>
              </p:custDataLst>
            </p:nvPr>
          </p:nvGrpSpPr>
          <p:grpSpPr>
            <a:xfrm>
              <a:off x="5545887" y="3445514"/>
              <a:ext cx="413283" cy="50007"/>
              <a:chOff x="6317948" y="2281383"/>
              <a:chExt cx="590401" cy="71438"/>
            </a:xfrm>
          </p:grpSpPr>
          <p:cxnSp>
            <p:nvCxnSpPr>
              <p:cNvPr id="41" name="直接连接符 40"/>
              <p:cNvCxnSpPr/>
              <p:nvPr>
                <p:custDataLst>
                  <p:tags r:id="rId26"/>
                </p:custDataLst>
              </p:nvPr>
            </p:nvCxnSpPr>
            <p:spPr>
              <a:xfrm>
                <a:off x="6317948" y="2281383"/>
                <a:ext cx="590400" cy="0"/>
              </a:xfrm>
              <a:prstGeom prst="line">
                <a:avLst/>
              </a:prstGeom>
              <a:noFill/>
              <a:ln w="21590" cap="flat" cmpd="sng" algn="ctr">
                <a:solidFill>
                  <a:schemeClr val="tx1"/>
                </a:solidFill>
                <a:prstDash val="solid"/>
              </a:ln>
              <a:effectLst/>
            </p:spPr>
          </p:cxnSp>
          <p:cxnSp>
            <p:nvCxnSpPr>
              <p:cNvPr id="42" name="直接连接符 41"/>
              <p:cNvCxnSpPr/>
              <p:nvPr>
                <p:custDataLst>
                  <p:tags r:id="rId27"/>
                </p:custDataLst>
              </p:nvPr>
            </p:nvCxnSpPr>
            <p:spPr>
              <a:xfrm>
                <a:off x="6317949" y="2352821"/>
                <a:ext cx="590400" cy="0"/>
              </a:xfrm>
              <a:prstGeom prst="line">
                <a:avLst/>
              </a:prstGeom>
              <a:noFill/>
              <a:ln w="21590" cap="flat" cmpd="sng" algn="ctr">
                <a:solidFill>
                  <a:schemeClr val="tx1"/>
                </a:solidFill>
                <a:prstDash val="solid"/>
              </a:ln>
              <a:effectLst/>
            </p:spPr>
          </p:cxnSp>
        </p:grpSp>
      </p:grpSp>
      <p:grpSp>
        <p:nvGrpSpPr>
          <p:cNvPr id="43" name="组合 42"/>
          <p:cNvGrpSpPr>
            <a:grpSpLocks noChangeAspect="1"/>
          </p:cNvGrpSpPr>
          <p:nvPr>
            <p:custDataLst>
              <p:tags r:id="rId6"/>
            </p:custDataLst>
          </p:nvPr>
        </p:nvGrpSpPr>
        <p:grpSpPr>
          <a:xfrm>
            <a:off x="4252646" y="3940713"/>
            <a:ext cx="413283" cy="50007"/>
            <a:chOff x="6137274" y="2281383"/>
            <a:chExt cx="590400" cy="71438"/>
          </a:xfrm>
        </p:grpSpPr>
        <p:cxnSp>
          <p:nvCxnSpPr>
            <p:cNvPr id="44" name="直接连接符 43"/>
            <p:cNvCxnSpPr/>
            <p:nvPr>
              <p:custDataLst>
                <p:tags r:id="rId20"/>
              </p:custDataLst>
            </p:nvPr>
          </p:nvCxnSpPr>
          <p:spPr>
            <a:xfrm>
              <a:off x="6137274" y="2281383"/>
              <a:ext cx="590400" cy="0"/>
            </a:xfrm>
            <a:prstGeom prst="line">
              <a:avLst/>
            </a:prstGeom>
            <a:noFill/>
            <a:ln w="21590" cap="rnd" cmpd="sng" algn="ctr">
              <a:solidFill>
                <a:srgbClr val="354ECE"/>
              </a:solidFill>
              <a:prstDash val="solid"/>
            </a:ln>
            <a:effectLst/>
          </p:spPr>
        </p:cxnSp>
        <p:cxnSp>
          <p:nvCxnSpPr>
            <p:cNvPr id="45" name="直接连接符 44"/>
            <p:cNvCxnSpPr/>
            <p:nvPr>
              <p:custDataLst>
                <p:tags r:id="rId21"/>
              </p:custDataLst>
            </p:nvPr>
          </p:nvCxnSpPr>
          <p:spPr>
            <a:xfrm>
              <a:off x="6137274" y="2352821"/>
              <a:ext cx="590400" cy="0"/>
            </a:xfrm>
            <a:prstGeom prst="line">
              <a:avLst/>
            </a:prstGeom>
            <a:noFill/>
            <a:ln w="21590" cap="rnd" cmpd="sng" algn="ctr">
              <a:solidFill>
                <a:srgbClr val="354ECE"/>
              </a:solidFill>
              <a:prstDash val="solid"/>
            </a:ln>
            <a:effectLst/>
          </p:spPr>
        </p:cxnSp>
      </p:grpSp>
      <p:grpSp>
        <p:nvGrpSpPr>
          <p:cNvPr id="46" name="组合 45"/>
          <p:cNvGrpSpPr>
            <a:grpSpLocks noChangeAspect="1"/>
          </p:cNvGrpSpPr>
          <p:nvPr>
            <p:custDataLst>
              <p:tags r:id="rId7"/>
            </p:custDataLst>
          </p:nvPr>
        </p:nvGrpSpPr>
        <p:grpSpPr>
          <a:xfrm>
            <a:off x="4665929" y="4601913"/>
            <a:ext cx="413283" cy="50007"/>
            <a:chOff x="6137274" y="2281383"/>
            <a:chExt cx="590400" cy="71438"/>
          </a:xfrm>
        </p:grpSpPr>
        <p:cxnSp>
          <p:nvCxnSpPr>
            <p:cNvPr id="47" name="直接连接符 46"/>
            <p:cNvCxnSpPr/>
            <p:nvPr>
              <p:custDataLst>
                <p:tags r:id="rId18"/>
              </p:custDataLst>
            </p:nvPr>
          </p:nvCxnSpPr>
          <p:spPr>
            <a:xfrm>
              <a:off x="6137274" y="2281383"/>
              <a:ext cx="590400" cy="0"/>
            </a:xfrm>
            <a:prstGeom prst="line">
              <a:avLst/>
            </a:prstGeom>
            <a:noFill/>
            <a:ln w="21590" cap="rnd" cmpd="sng" algn="ctr">
              <a:solidFill>
                <a:schemeClr val="tx1"/>
              </a:solidFill>
              <a:prstDash val="solid"/>
            </a:ln>
            <a:effectLst/>
          </p:spPr>
        </p:cxnSp>
        <p:cxnSp>
          <p:nvCxnSpPr>
            <p:cNvPr id="48" name="直接连接符 47"/>
            <p:cNvCxnSpPr/>
            <p:nvPr>
              <p:custDataLst>
                <p:tags r:id="rId19"/>
              </p:custDataLst>
            </p:nvPr>
          </p:nvCxnSpPr>
          <p:spPr>
            <a:xfrm>
              <a:off x="6137274" y="2352821"/>
              <a:ext cx="590400" cy="0"/>
            </a:xfrm>
            <a:prstGeom prst="line">
              <a:avLst/>
            </a:prstGeom>
            <a:noFill/>
            <a:ln w="21590" cap="rnd" cmpd="sng" algn="ctr">
              <a:solidFill>
                <a:schemeClr val="tx1"/>
              </a:solidFill>
              <a:prstDash val="solid"/>
            </a:ln>
            <a:effectLst/>
          </p:spPr>
        </p:cxnSp>
      </p:grpSp>
      <p:grpSp>
        <p:nvGrpSpPr>
          <p:cNvPr id="3" name="组合 2"/>
          <p:cNvGrpSpPr/>
          <p:nvPr>
            <p:custDataLst>
              <p:tags r:id="rId8"/>
            </p:custDataLst>
          </p:nvPr>
        </p:nvGrpSpPr>
        <p:grpSpPr>
          <a:xfrm>
            <a:off x="536575" y="5170332"/>
            <a:ext cx="5804794" cy="609398"/>
            <a:chOff x="549275" y="5180219"/>
            <a:chExt cx="5804794" cy="609398"/>
          </a:xfrm>
        </p:grpSpPr>
        <mc:AlternateContent xmlns:mc="http://schemas.openxmlformats.org/markup-compatibility/2006">
          <mc:Choice xmlns:a14="http://schemas.microsoft.com/office/drawing/2010/main" Requires="a14">
            <p:sp>
              <p:nvSpPr>
                <p:cNvPr id="25" name="Rectangle 5"/>
                <p:cNvSpPr>
                  <a:spLocks noChangeArrowheads="1"/>
                </p:cNvSpPr>
                <p:nvPr>
                  <p:custDataLst>
                    <p:tags r:id="rId14"/>
                  </p:custDataLst>
                </p:nvPr>
              </p:nvSpPr>
              <p:spPr bwMode="auto">
                <a:xfrm>
                  <a:off x="549275" y="5180219"/>
                  <a:ext cx="5804794" cy="60939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fontAlgn="base">
                    <a:lnSpc>
                      <a:spcPct val="80000"/>
                    </a:lnSpc>
                    <a:spcBef>
                      <a:spcPct val="20000"/>
                    </a:spcBef>
                    <a:spcAft>
                      <a:spcPct val="0"/>
                    </a:spcAft>
                    <a:buClr>
                      <a:srgbClr val="D9BE02"/>
                    </a:buClr>
                  </a:pPr>
                  <a:r>
                    <a:rPr lang="zh-CN" altLang="en-US" sz="2800" dirty="0">
                      <a:solidFill>
                        <a:srgbClr val="FF0000"/>
                      </a:solidFill>
                      <a:cs typeface="+mn-ea"/>
                      <a:sym typeface="+mn-lt"/>
                    </a:rPr>
                    <a:t>                      </a:t>
                  </a:r>
                  <a:r>
                    <a:rPr lang="en-US" altLang="zh-CN" sz="2800" dirty="0">
                      <a:solidFill>
                        <a:srgbClr val="FF0000"/>
                      </a:solidFill>
                      <a:cs typeface="+mn-ea"/>
                      <a:sym typeface="+mn-lt"/>
                    </a:rPr>
                    <a:t>C(s)</a:t>
                  </a:r>
                  <a:r>
                    <a:rPr lang="zh-CN" altLang="zh-CN" sz="2800" kern="100" dirty="0">
                      <a:solidFill>
                        <a:srgbClr val="FF0000"/>
                      </a:solidFill>
                      <a:cs typeface="+mn-ea"/>
                      <a:sym typeface="+mn-lt"/>
                    </a:rPr>
                    <a:t>＋</a:t>
                  </a:r>
                  <a:r>
                    <a:rPr lang="en-US" altLang="zh-CN" sz="2800" dirty="0">
                      <a:solidFill>
                        <a:srgbClr val="FF0000"/>
                      </a:solidFill>
                      <a:cs typeface="+mn-ea"/>
                      <a:sym typeface="+mn-lt"/>
                    </a:rPr>
                    <a:t> </a:t>
                  </a:r>
                  <a14:m>
                    <m:oMath xmlns:m="http://schemas.openxmlformats.org/officeDocument/2006/math">
                      <m:f>
                        <m:fPr>
                          <m:ctrlPr>
                            <a:rPr lang="en-US" altLang="zh-CN" sz="2800" i="1">
                              <a:solidFill>
                                <a:srgbClr val="FF0000"/>
                              </a:solidFill>
                              <a:latin typeface="Cambria Math" panose="02040503050406030204" pitchFamily="18" charset="0"/>
                              <a:cs typeface="+mn-ea"/>
                              <a:sym typeface="+mn-lt"/>
                            </a:rPr>
                          </m:ctrlPr>
                        </m:fPr>
                        <m:num>
                          <m:r>
                            <a:rPr lang="en-US" altLang="zh-CN" sz="2800">
                              <a:solidFill>
                                <a:srgbClr val="FF0000"/>
                              </a:solidFill>
                              <a:latin typeface="Cambria Math" panose="02040503050406030204" pitchFamily="18" charset="0"/>
                              <a:cs typeface="+mn-ea"/>
                              <a:sym typeface="+mn-lt"/>
                            </a:rPr>
                            <m:t>1</m:t>
                          </m:r>
                        </m:num>
                        <m:den>
                          <m:r>
                            <a:rPr lang="en-US" altLang="zh-CN" sz="2800">
                              <a:solidFill>
                                <a:srgbClr val="FF0000"/>
                              </a:solidFill>
                              <a:latin typeface="Cambria Math" panose="02040503050406030204" pitchFamily="18" charset="0"/>
                              <a:cs typeface="+mn-ea"/>
                              <a:sym typeface="+mn-lt"/>
                            </a:rPr>
                            <m:t>2</m:t>
                          </m:r>
                        </m:den>
                      </m:f>
                      <m:r>
                        <a:rPr lang="en-US" altLang="zh-CN" sz="2800" b="0" i="1">
                          <a:solidFill>
                            <a:srgbClr val="FF0000"/>
                          </a:solidFill>
                          <a:latin typeface="Cambria Math" panose="02040503050406030204" pitchFamily="18" charset="0"/>
                          <a:cs typeface="+mn-ea"/>
                          <a:sym typeface="+mn-lt"/>
                        </a:rPr>
                        <m:t> </m:t>
                      </m:r>
                    </m:oMath>
                  </a14:m>
                  <a:r>
                    <a:rPr lang="en-US" altLang="zh-CN" sz="2800" dirty="0">
                      <a:solidFill>
                        <a:srgbClr val="FF0000"/>
                      </a:solidFill>
                      <a:cs typeface="+mn-ea"/>
                      <a:sym typeface="+mn-lt"/>
                    </a:rPr>
                    <a:t>O</a:t>
                  </a:r>
                  <a:r>
                    <a:rPr lang="en-US" altLang="zh-CN" sz="2800" baseline="-25000" dirty="0">
                      <a:solidFill>
                        <a:srgbClr val="FF0000"/>
                      </a:solidFill>
                      <a:cs typeface="+mn-ea"/>
                      <a:sym typeface="+mn-lt"/>
                    </a:rPr>
                    <a:t>2</a:t>
                  </a:r>
                  <a:r>
                    <a:rPr lang="en-US" altLang="zh-CN" sz="2800" dirty="0">
                      <a:solidFill>
                        <a:srgbClr val="FF0000"/>
                      </a:solidFill>
                      <a:cs typeface="+mn-ea"/>
                      <a:sym typeface="+mn-lt"/>
                    </a:rPr>
                    <a:t>(g)       CO(g)</a:t>
                  </a:r>
                </a:p>
              </p:txBody>
            </p:sp>
          </mc:Choice>
          <mc:Fallback>
            <p:sp>
              <p:nvSpPr>
                <p:cNvPr id="25" name="Rectangle 5"/>
                <p:cNvSpPr>
                  <a:spLocks noRot="1" noChangeAspect="1" noMove="1" noResize="1" noEditPoints="1" noAdjustHandles="1" noChangeArrowheads="1" noChangeShapeType="1" noTextEdit="1"/>
                </p:cNvSpPr>
                <p:nvPr>
                  <p:custDataLst>
                    <p:tags r:id="rId14"/>
                  </p:custDataLst>
                </p:nvPr>
              </p:nvSpPr>
              <p:spPr bwMode="auto">
                <a:xfrm>
                  <a:off x="549275" y="5180219"/>
                  <a:ext cx="5804794" cy="609398"/>
                </a:xfrm>
                <a:prstGeom prst="rect">
                  <a:avLst/>
                </a:prstGeom>
                <a:blipFill>
                  <a:blip r:embed="rId35"/>
                  <a:stretch>
                    <a:fillRect t="-11000" r="-1050" b="-120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nvGrpSpPr>
            <p:cNvPr id="49" name="组合 48"/>
            <p:cNvGrpSpPr>
              <a:grpSpLocks noChangeAspect="1"/>
            </p:cNvGrpSpPr>
            <p:nvPr>
              <p:custDataLst>
                <p:tags r:id="rId15"/>
              </p:custDataLst>
            </p:nvPr>
          </p:nvGrpSpPr>
          <p:grpSpPr>
            <a:xfrm>
              <a:off x="4793412" y="5483572"/>
              <a:ext cx="413285" cy="50015"/>
              <a:chOff x="6259774" y="2276466"/>
              <a:chExt cx="590403" cy="71449"/>
            </a:xfrm>
          </p:grpSpPr>
          <p:cxnSp>
            <p:nvCxnSpPr>
              <p:cNvPr id="50" name="直接连接符 49"/>
              <p:cNvCxnSpPr/>
              <p:nvPr>
                <p:custDataLst>
                  <p:tags r:id="rId16"/>
                </p:custDataLst>
              </p:nvPr>
            </p:nvCxnSpPr>
            <p:spPr>
              <a:xfrm>
                <a:off x="6259774" y="2276466"/>
                <a:ext cx="590400" cy="0"/>
              </a:xfrm>
              <a:prstGeom prst="line">
                <a:avLst/>
              </a:prstGeom>
              <a:noFill/>
              <a:ln w="21590" cap="rnd" cmpd="sng" algn="ctr">
                <a:solidFill>
                  <a:srgbClr val="FF0000"/>
                </a:solidFill>
                <a:prstDash val="solid"/>
              </a:ln>
              <a:effectLst/>
            </p:spPr>
          </p:cxnSp>
          <p:cxnSp>
            <p:nvCxnSpPr>
              <p:cNvPr id="51" name="直接连接符 50"/>
              <p:cNvCxnSpPr/>
              <p:nvPr>
                <p:custDataLst>
                  <p:tags r:id="rId17"/>
                </p:custDataLst>
              </p:nvPr>
            </p:nvCxnSpPr>
            <p:spPr>
              <a:xfrm>
                <a:off x="6259777" y="2347915"/>
                <a:ext cx="590400" cy="0"/>
              </a:xfrm>
              <a:prstGeom prst="line">
                <a:avLst/>
              </a:prstGeom>
              <a:noFill/>
              <a:ln w="21590" cap="rnd" cmpd="sng" algn="ctr">
                <a:solidFill>
                  <a:srgbClr val="FF0000"/>
                </a:solidFill>
                <a:prstDash val="solid"/>
              </a:ln>
              <a:effectLst/>
            </p:spPr>
          </p:cxnSp>
        </p:grpSp>
      </p:grpSp>
      <p:grpSp>
        <p:nvGrpSpPr>
          <p:cNvPr id="52" name="组合 51"/>
          <p:cNvGrpSpPr/>
          <p:nvPr>
            <p:custDataLst>
              <p:tags r:id="rId9"/>
            </p:custDataLst>
          </p:nvPr>
        </p:nvGrpSpPr>
        <p:grpSpPr>
          <a:xfrm>
            <a:off x="238045" y="849761"/>
            <a:ext cx="7570727" cy="792012"/>
            <a:chOff x="427286" y="872148"/>
            <a:chExt cx="7570727" cy="792012"/>
          </a:xfrm>
        </p:grpSpPr>
        <mc:AlternateContent xmlns:mc="http://schemas.openxmlformats.org/markup-compatibility/2006">
          <mc:Choice xmlns:a14="http://schemas.microsoft.com/office/drawing/2010/main" Requires="a14">
            <p:sp>
              <p:nvSpPr>
                <p:cNvPr id="53" name="Rectangle 4"/>
                <p:cNvSpPr>
                  <a:spLocks noChangeArrowheads="1"/>
                </p:cNvSpPr>
                <p:nvPr>
                  <p:custDataLst>
                    <p:tags r:id="rId10"/>
                  </p:custDataLst>
                </p:nvPr>
              </p:nvSpPr>
              <p:spPr bwMode="auto">
                <a:xfrm>
                  <a:off x="427286" y="872148"/>
                  <a:ext cx="7570727" cy="79201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p>
                  <a:pPr algn="just">
                    <a:lnSpc>
                      <a:spcPct val="120000"/>
                    </a:lnSpc>
                  </a:pPr>
                  <a:r>
                    <a:rPr lang="en-US" altLang="zh-CN" sz="2800" dirty="0">
                      <a:solidFill>
                        <a:srgbClr val="FF0000"/>
                      </a:solidFill>
                      <a:cs typeface="+mn-ea"/>
                      <a:sym typeface="+mn-lt"/>
                    </a:rPr>
                    <a:t>【</a:t>
                  </a:r>
                  <a:r>
                    <a:rPr lang="zh-CN" altLang="en-US" sz="2800" dirty="0">
                      <a:solidFill>
                        <a:srgbClr val="FF0000"/>
                      </a:solidFill>
                      <a:cs typeface="+mn-ea"/>
                      <a:sym typeface="+mn-lt"/>
                    </a:rPr>
                    <a:t>例</a:t>
                  </a:r>
                  <a:r>
                    <a:rPr lang="en-US" altLang="zh-CN" sz="2800" dirty="0">
                      <a:solidFill>
                        <a:srgbClr val="FF0000"/>
                      </a:solidFill>
                      <a:cs typeface="+mn-ea"/>
                      <a:sym typeface="+mn-lt"/>
                    </a:rPr>
                    <a:t>】</a:t>
                  </a:r>
                  <a:r>
                    <a:rPr lang="en-US" altLang="zh-CN" sz="2800" dirty="0">
                      <a:solidFill>
                        <a:schemeClr val="tx1"/>
                      </a:solidFill>
                      <a:effectLst/>
                      <a:cs typeface="+mn-ea"/>
                      <a:sym typeface="+mn-lt"/>
                    </a:rPr>
                    <a:t> C (s</a:t>
                  </a:r>
                  <a:r>
                    <a:rPr lang="en-US" altLang="zh-CN" sz="2800" dirty="0">
                      <a:effectLst/>
                      <a:cs typeface="+mn-ea"/>
                      <a:sym typeface="+mn-lt"/>
                    </a:rPr>
                    <a:t>) </a:t>
                  </a:r>
                  <a:r>
                    <a:rPr lang="zh-CN" altLang="zh-CN" sz="2800" kern="100" dirty="0">
                      <a:cs typeface="+mn-ea"/>
                      <a:sym typeface="+mn-lt"/>
                    </a:rPr>
                    <a:t>＋</a:t>
                  </a:r>
                  <a:r>
                    <a:rPr lang="en-US" altLang="zh-CN" sz="2800" dirty="0">
                      <a:effectLst/>
                      <a:cs typeface="+mn-ea"/>
                      <a:sym typeface="+mn-lt"/>
                    </a:rPr>
                    <a:t> </a:t>
                  </a:r>
                  <a14:m>
                    <m:oMath xmlns:m="http://schemas.openxmlformats.org/officeDocument/2006/math">
                      <m:f>
                        <m:fPr>
                          <m:ctrlPr>
                            <a:rPr lang="en-US" altLang="zh-CN" sz="2800" i="1">
                              <a:solidFill>
                                <a:schemeClr val="tx1"/>
                              </a:solidFill>
                              <a:effectLst/>
                              <a:latin typeface="Cambria Math" panose="02040503050406030204" pitchFamily="18" charset="0"/>
                              <a:cs typeface="+mn-ea"/>
                              <a:sym typeface="+mn-lt"/>
                            </a:rPr>
                          </m:ctrlPr>
                        </m:fPr>
                        <m:num>
                          <m:r>
                            <a:rPr lang="en-US" altLang="zh-CN" sz="2800">
                              <a:solidFill>
                                <a:schemeClr val="tx1"/>
                              </a:solidFill>
                              <a:effectLst/>
                              <a:latin typeface="Cambria Math" panose="02040503050406030204" pitchFamily="18" charset="0"/>
                              <a:cs typeface="+mn-ea"/>
                              <a:sym typeface="+mn-lt"/>
                            </a:rPr>
                            <m:t>1</m:t>
                          </m:r>
                        </m:num>
                        <m:den>
                          <m:r>
                            <a:rPr lang="en-US" altLang="zh-CN" sz="2800">
                              <a:solidFill>
                                <a:schemeClr val="tx1"/>
                              </a:solidFill>
                              <a:effectLst/>
                              <a:latin typeface="Cambria Math" panose="02040503050406030204" pitchFamily="18" charset="0"/>
                              <a:cs typeface="+mn-ea"/>
                              <a:sym typeface="+mn-lt"/>
                            </a:rPr>
                            <m:t>2</m:t>
                          </m:r>
                        </m:den>
                      </m:f>
                      <m:r>
                        <a:rPr lang="en-US" altLang="zh-CN" sz="2800" b="0" i="1">
                          <a:solidFill>
                            <a:schemeClr val="tx1"/>
                          </a:solidFill>
                          <a:effectLst/>
                          <a:latin typeface="Cambria Math" panose="02040503050406030204" pitchFamily="18" charset="0"/>
                          <a:cs typeface="+mn-ea"/>
                          <a:sym typeface="+mn-lt"/>
                        </a:rPr>
                        <m:t> </m:t>
                      </m:r>
                    </m:oMath>
                  </a14:m>
                  <a:r>
                    <a:rPr lang="en-US" altLang="zh-CN" sz="2800" dirty="0">
                      <a:solidFill>
                        <a:schemeClr val="tx1"/>
                      </a:solidFill>
                      <a:effectLst/>
                      <a:cs typeface="+mn-ea"/>
                      <a:sym typeface="+mn-lt"/>
                    </a:rPr>
                    <a:t>O</a:t>
                  </a:r>
                  <a:r>
                    <a:rPr lang="en-US" altLang="zh-CN" sz="2800" baseline="-25000" dirty="0">
                      <a:solidFill>
                        <a:schemeClr val="tx1"/>
                      </a:solidFill>
                      <a:effectLst/>
                      <a:cs typeface="+mn-ea"/>
                      <a:sym typeface="+mn-lt"/>
                    </a:rPr>
                    <a:t>2 </a:t>
                  </a:r>
                  <a:r>
                    <a:rPr lang="en-US" altLang="zh-CN" sz="2800" dirty="0">
                      <a:solidFill>
                        <a:schemeClr val="tx1"/>
                      </a:solidFill>
                      <a:effectLst/>
                      <a:cs typeface="+mn-ea"/>
                      <a:sym typeface="+mn-lt"/>
                    </a:rPr>
                    <a:t>(g)             CO (g)        </a:t>
                  </a:r>
                  <a:r>
                    <a:rPr lang="el-GR" altLang="zh-CN" sz="2800" dirty="0">
                      <a:solidFill>
                        <a:schemeClr val="tx1"/>
                      </a:solidFill>
                      <a:effectLst/>
                      <a:cs typeface="+mn-ea"/>
                      <a:sym typeface="+mn-lt"/>
                    </a:rPr>
                    <a:t>Δ</a:t>
                  </a:r>
                  <a:r>
                    <a:rPr lang="en-US" altLang="zh-CN" sz="2800" i="1" dirty="0">
                      <a:solidFill>
                        <a:schemeClr val="tx1"/>
                      </a:solidFill>
                      <a:effectLst/>
                      <a:cs typeface="+mn-ea"/>
                      <a:sym typeface="+mn-lt"/>
                    </a:rPr>
                    <a:t>H</a:t>
                  </a:r>
                  <a:r>
                    <a:rPr lang="zh-CN" altLang="en-US" sz="2800" dirty="0">
                      <a:cs typeface="+mn-ea"/>
                      <a:sym typeface="+mn-lt"/>
                    </a:rPr>
                    <a:t>＝</a:t>
                  </a:r>
                  <a:r>
                    <a:rPr lang="en-US" altLang="zh-CN" sz="2800" dirty="0">
                      <a:effectLst/>
                      <a:cs typeface="+mn-ea"/>
                      <a:sym typeface="+mn-lt"/>
                    </a:rPr>
                    <a:t>?</a:t>
                  </a:r>
                </a:p>
              </p:txBody>
            </p:sp>
          </mc:Choice>
          <mc:Fallback>
            <p:sp>
              <p:nvSpPr>
                <p:cNvPr id="53" name="Rectangle 4"/>
                <p:cNvSpPr>
                  <a:spLocks noRot="1" noChangeAspect="1" noMove="1" noResize="1" noEditPoints="1" noAdjustHandles="1" noChangeArrowheads="1" noChangeShapeType="1" noTextEdit="1"/>
                </p:cNvSpPr>
                <p:nvPr>
                  <p:custDataLst>
                    <p:tags r:id="rId10"/>
                  </p:custDataLst>
                </p:nvPr>
              </p:nvSpPr>
              <p:spPr bwMode="auto">
                <a:xfrm>
                  <a:off x="427286" y="872148"/>
                  <a:ext cx="7570727" cy="792012"/>
                </a:xfrm>
                <a:prstGeom prst="rect">
                  <a:avLst/>
                </a:prstGeom>
                <a:blipFill>
                  <a:blip r:embed="rId36"/>
                  <a:stretch>
                    <a:fillRect l="-1610" r="-644" b="-846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nvGrpSpPr>
            <p:cNvPr id="54" name="组合 53"/>
            <p:cNvGrpSpPr/>
            <p:nvPr>
              <p:custDataLst>
                <p:tags r:id="rId11"/>
              </p:custDataLst>
            </p:nvPr>
          </p:nvGrpSpPr>
          <p:grpSpPr>
            <a:xfrm>
              <a:off x="4264770" y="1387475"/>
              <a:ext cx="590400" cy="71438"/>
              <a:chOff x="6343915" y="2281383"/>
              <a:chExt cx="590400" cy="71438"/>
            </a:xfrm>
          </p:grpSpPr>
          <p:cxnSp>
            <p:nvCxnSpPr>
              <p:cNvPr id="55" name="直接连接符 54"/>
              <p:cNvCxnSpPr/>
              <p:nvPr>
                <p:custDataLst>
                  <p:tags r:id="rId12"/>
                </p:custDataLst>
              </p:nvPr>
            </p:nvCxnSpPr>
            <p:spPr>
              <a:xfrm>
                <a:off x="6343915" y="2281383"/>
                <a:ext cx="590400" cy="0"/>
              </a:xfrm>
              <a:prstGeom prst="line">
                <a:avLst/>
              </a:prstGeom>
              <a:noFill/>
              <a:ln w="19050" cap="rnd" cmpd="sng" algn="ctr">
                <a:solidFill>
                  <a:schemeClr val="tx1"/>
                </a:solidFill>
                <a:prstDash val="solid"/>
              </a:ln>
              <a:effectLst/>
            </p:spPr>
          </p:cxnSp>
          <p:cxnSp>
            <p:nvCxnSpPr>
              <p:cNvPr id="56" name="直接连接符 55"/>
              <p:cNvCxnSpPr/>
              <p:nvPr>
                <p:custDataLst>
                  <p:tags r:id="rId13"/>
                </p:custDataLst>
              </p:nvPr>
            </p:nvCxnSpPr>
            <p:spPr>
              <a:xfrm>
                <a:off x="6343915" y="2352821"/>
                <a:ext cx="590400" cy="0"/>
              </a:xfrm>
              <a:prstGeom prst="line">
                <a:avLst/>
              </a:prstGeom>
              <a:noFill/>
              <a:ln w="19050" cap="rnd" cmpd="sng" algn="ctr">
                <a:solidFill>
                  <a:schemeClr val="tx1"/>
                </a:solidFill>
                <a:prstDash val="solid"/>
              </a:ln>
              <a:effectLst/>
            </p:spPr>
          </p:cxnSp>
        </p:grpSp>
      </p:gr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P spid="1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组合 47"/>
          <p:cNvGrpSpPr/>
          <p:nvPr>
            <p:custDataLst>
              <p:tags r:id="rId1"/>
            </p:custDataLst>
          </p:nvPr>
        </p:nvGrpSpPr>
        <p:grpSpPr>
          <a:xfrm>
            <a:off x="488599" y="1963209"/>
            <a:ext cx="11214801" cy="3116174"/>
            <a:chOff x="546143" y="2747729"/>
            <a:chExt cx="11214801" cy="3116174"/>
          </a:xfrm>
        </p:grpSpPr>
        <p:grpSp>
          <p:nvGrpSpPr>
            <p:cNvPr id="47" name="组合 46"/>
            <p:cNvGrpSpPr/>
            <p:nvPr>
              <p:custDataLst>
                <p:tags r:id="rId5"/>
              </p:custDataLst>
            </p:nvPr>
          </p:nvGrpSpPr>
          <p:grpSpPr>
            <a:xfrm>
              <a:off x="2011754" y="2867910"/>
              <a:ext cx="9629384" cy="2715626"/>
              <a:chOff x="2011754" y="2867910"/>
              <a:chExt cx="9629384" cy="2715626"/>
            </a:xfrm>
          </p:grpSpPr>
          <p:sp>
            <p:nvSpPr>
              <p:cNvPr id="12" name="MH_Text_2"/>
              <p:cNvSpPr>
                <a:spLocks noChangeArrowheads="1"/>
              </p:cNvSpPr>
              <p:nvPr>
                <p:custDataLst>
                  <p:tags r:id="rId19"/>
                </p:custDataLst>
              </p:nvPr>
            </p:nvSpPr>
            <p:spPr bwMode="auto">
              <a:xfrm>
                <a:off x="2011754" y="3624623"/>
                <a:ext cx="9629384" cy="484623"/>
              </a:xfrm>
              <a:prstGeom prst="rect">
                <a:avLst/>
              </a:prstGeom>
              <a:solidFill>
                <a:srgbClr val="CFD9F2"/>
              </a:solidFill>
              <a:ln w="3175" cap="flat" cmpd="sng" algn="ctr">
                <a:noFill/>
                <a:prstDash val="solid"/>
              </a:ln>
              <a:effectLst/>
            </p:spPr>
            <p:txBody>
              <a:bodyPr wrap="square" anchor="ctr">
                <a:normAutofit lnSpcReduction="10000"/>
              </a:bodyPr>
              <a:lstStyle/>
              <a:p>
                <a:pPr lvl="0" algn="r">
                  <a:lnSpc>
                    <a:spcPct val="120000"/>
                  </a:lnSpc>
                  <a:defRPr/>
                </a:pPr>
                <a:endParaRPr lang="zh-CN" altLang="en-US" sz="2400" kern="0">
                  <a:solidFill>
                    <a:srgbClr val="3F3F3F"/>
                  </a:solidFill>
                  <a:latin typeface="微软雅黑" panose="020B0503020204020204" pitchFamily="34" charset="-122"/>
                  <a:ea typeface="微软雅黑" panose="020B0503020204020204" pitchFamily="34" charset="-122"/>
                </a:endParaRPr>
              </a:p>
            </p:txBody>
          </p:sp>
          <p:sp>
            <p:nvSpPr>
              <p:cNvPr id="15" name="MH_Text_3"/>
              <p:cNvSpPr>
                <a:spLocks noChangeArrowheads="1"/>
              </p:cNvSpPr>
              <p:nvPr>
                <p:custDataLst>
                  <p:tags r:id="rId20"/>
                </p:custDataLst>
              </p:nvPr>
            </p:nvSpPr>
            <p:spPr bwMode="auto">
              <a:xfrm>
                <a:off x="2011754" y="4381337"/>
                <a:ext cx="9629384" cy="484623"/>
              </a:xfrm>
              <a:prstGeom prst="rect">
                <a:avLst/>
              </a:prstGeom>
              <a:solidFill>
                <a:srgbClr val="CFD9F2"/>
              </a:solidFill>
              <a:ln w="3175" cap="flat" cmpd="sng" algn="ctr">
                <a:noFill/>
                <a:prstDash val="solid"/>
              </a:ln>
              <a:effectLst/>
            </p:spPr>
            <p:txBody>
              <a:bodyPr wrap="square" anchor="ctr">
                <a:normAutofit lnSpcReduction="10000"/>
              </a:bodyPr>
              <a:lstStyle/>
              <a:p>
                <a:pPr lvl="0" algn="r">
                  <a:lnSpc>
                    <a:spcPct val="120000"/>
                  </a:lnSpc>
                  <a:defRPr/>
                </a:pPr>
                <a:endParaRPr lang="zh-CN" altLang="en-US" sz="2400" kern="0">
                  <a:solidFill>
                    <a:srgbClr val="3F3F3F"/>
                  </a:solidFill>
                  <a:latin typeface="微软雅黑" panose="020B0503020204020204" pitchFamily="34" charset="-122"/>
                  <a:ea typeface="微软雅黑" panose="020B0503020204020204" pitchFamily="34" charset="-122"/>
                </a:endParaRPr>
              </a:p>
            </p:txBody>
          </p:sp>
          <p:sp>
            <p:nvSpPr>
              <p:cNvPr id="20" name="MH_Text_5"/>
              <p:cNvSpPr>
                <a:spLocks noChangeArrowheads="1"/>
              </p:cNvSpPr>
              <p:nvPr>
                <p:custDataLst>
                  <p:tags r:id="rId21"/>
                </p:custDataLst>
              </p:nvPr>
            </p:nvSpPr>
            <p:spPr bwMode="auto">
              <a:xfrm>
                <a:off x="2011754" y="5098913"/>
                <a:ext cx="9629384" cy="484623"/>
              </a:xfrm>
              <a:prstGeom prst="rect">
                <a:avLst/>
              </a:prstGeom>
              <a:solidFill>
                <a:srgbClr val="CFD9F2"/>
              </a:solidFill>
              <a:ln w="3175" cap="flat" cmpd="sng" algn="ctr">
                <a:noFill/>
                <a:prstDash val="solid"/>
              </a:ln>
              <a:effectLst/>
            </p:spPr>
            <p:txBody>
              <a:bodyPr wrap="square" anchor="ctr">
                <a:normAutofit lnSpcReduction="10000"/>
              </a:bodyPr>
              <a:lstStyle/>
              <a:p>
                <a:pPr lvl="0" algn="r">
                  <a:lnSpc>
                    <a:spcPct val="120000"/>
                  </a:lnSpc>
                  <a:defRPr/>
                </a:pPr>
                <a:endParaRPr lang="zh-CN" altLang="en-US" sz="2400" kern="0">
                  <a:solidFill>
                    <a:srgbClr val="3F3F3F"/>
                  </a:solidFill>
                  <a:latin typeface="微软雅黑" panose="020B0503020204020204" pitchFamily="34" charset="-122"/>
                  <a:ea typeface="微软雅黑" panose="020B0503020204020204" pitchFamily="34" charset="-122"/>
                </a:endParaRPr>
              </a:p>
            </p:txBody>
          </p:sp>
          <p:sp>
            <p:nvSpPr>
              <p:cNvPr id="23" name="MH_Text_1"/>
              <p:cNvSpPr>
                <a:spLocks noChangeArrowheads="1"/>
              </p:cNvSpPr>
              <p:nvPr>
                <p:custDataLst>
                  <p:tags r:id="rId22"/>
                </p:custDataLst>
              </p:nvPr>
            </p:nvSpPr>
            <p:spPr bwMode="auto">
              <a:xfrm>
                <a:off x="2011754" y="2867910"/>
                <a:ext cx="9629384" cy="484622"/>
              </a:xfrm>
              <a:prstGeom prst="rect">
                <a:avLst/>
              </a:prstGeom>
              <a:solidFill>
                <a:srgbClr val="CFD9F2"/>
              </a:solidFill>
              <a:ln w="3175" cap="flat" cmpd="sng" algn="ctr">
                <a:noFill/>
                <a:prstDash val="solid"/>
              </a:ln>
              <a:effectLst/>
            </p:spPr>
            <p:txBody>
              <a:bodyPr wrap="square" anchor="ctr">
                <a:normAutofit lnSpcReduction="10000"/>
              </a:bodyPr>
              <a:lstStyle/>
              <a:p>
                <a:pPr lvl="0" algn="r">
                  <a:lnSpc>
                    <a:spcPct val="120000"/>
                  </a:lnSpc>
                  <a:defRPr/>
                </a:pPr>
                <a:endParaRPr lang="zh-CN" altLang="en-US" sz="2400" kern="0">
                  <a:solidFill>
                    <a:srgbClr val="3F3F3F"/>
                  </a:solidFill>
                  <a:latin typeface="微软雅黑" panose="020B0503020204020204" pitchFamily="34" charset="-122"/>
                  <a:ea typeface="微软雅黑" panose="020B0503020204020204" pitchFamily="34" charset="-122"/>
                </a:endParaRPr>
              </a:p>
            </p:txBody>
          </p:sp>
        </p:grpSp>
        <p:sp>
          <p:nvSpPr>
            <p:cNvPr id="27" name="矩形 26"/>
            <p:cNvSpPr/>
            <p:nvPr>
              <p:custDataLst>
                <p:tags r:id="rId6"/>
              </p:custDataLst>
            </p:nvPr>
          </p:nvSpPr>
          <p:spPr>
            <a:xfrm>
              <a:off x="2035205" y="2817078"/>
              <a:ext cx="9725739" cy="497765"/>
            </a:xfrm>
            <a:prstGeom prst="rect">
              <a:avLst/>
            </a:prstGeom>
          </p:spPr>
          <p:txBody>
            <a:bodyPr wrap="none">
              <a:spAutoFit/>
            </a:bodyPr>
            <a:lstStyle/>
            <a:p>
              <a:pPr algn="just">
                <a:lnSpc>
                  <a:spcPct val="120000"/>
                </a:lnSpc>
                <a:spcAft>
                  <a:spcPct val="0"/>
                </a:spcAft>
                <a:tabLst>
                  <a:tab pos="1029335" algn="l"/>
                  <a:tab pos="1850390" algn="l"/>
                  <a:tab pos="2538095" algn="l"/>
                  <a:tab pos="3221990" algn="l"/>
                </a:tabLst>
              </a:pPr>
              <a:r>
                <a:rPr kumimoji="0" lang="zh-CN" altLang="en-US" sz="2400" i="0" u="none" strike="noStrike" kern="1200" cap="none" spc="0" normalizeH="0" baseline="0" noProof="0">
                  <a:ln>
                    <a:noFill/>
                  </a:ln>
                  <a:solidFill>
                    <a:srgbClr val="000000"/>
                  </a:solidFill>
                  <a:effectLst/>
                  <a:uLnTx/>
                  <a:uFillTx/>
                  <a:latin typeface="Times New Roman"/>
                  <a:ea typeface="微软雅黑" panose="020B0503020204020204" pitchFamily="34" charset="-122"/>
                  <a:cs typeface="+mn-ea"/>
                  <a:sym typeface="+mn-lt"/>
                </a:rPr>
                <a:t>找出</a:t>
              </a:r>
              <a:r>
                <a:rPr kumimoji="0" lang="zh-CN" altLang="zh-CN" sz="2400" i="0" u="none" strike="noStrike" kern="1200" cap="none" spc="0" normalizeH="0" baseline="0" noProof="0">
                  <a:ln>
                    <a:noFill/>
                  </a:ln>
                  <a:solidFill>
                    <a:srgbClr val="000000"/>
                  </a:solidFill>
                  <a:effectLst/>
                  <a:uLnTx/>
                  <a:uFillTx/>
                  <a:latin typeface="Times New Roman"/>
                  <a:ea typeface="微软雅黑" panose="020B0503020204020204" pitchFamily="34" charset="-122"/>
                  <a:cs typeface="+mn-ea"/>
                  <a:sym typeface="+mn-lt"/>
                </a:rPr>
                <a:t>待求解的热化学方程式中</a:t>
              </a:r>
              <a:r>
                <a:rPr kumimoji="0" lang="zh-CN" altLang="en-US" sz="2400" i="0" u="none" strike="noStrike" kern="1200" cap="none" spc="0" normalizeH="0" baseline="0" noProof="0">
                  <a:ln>
                    <a:noFill/>
                  </a:ln>
                  <a:solidFill>
                    <a:srgbClr val="000000"/>
                  </a:solidFill>
                  <a:effectLst/>
                  <a:uLnTx/>
                  <a:uFillTx/>
                  <a:latin typeface="Times New Roman"/>
                  <a:ea typeface="微软雅黑" panose="020B0503020204020204" pitchFamily="34" charset="-122"/>
                  <a:cs typeface="+mn-ea"/>
                  <a:sym typeface="+mn-lt"/>
                </a:rPr>
                <a:t>各物质出现在已知热化学方程式中的位置</a:t>
              </a:r>
              <a:endParaRPr lang="zh-CN" altLang="zh-CN" sz="2400">
                <a:solidFill>
                  <a:srgbClr val="000000"/>
                </a:solidFill>
                <a:effectLst/>
                <a:cs typeface="+mn-ea"/>
                <a:sym typeface="+mn-lt"/>
              </a:endParaRPr>
            </a:p>
          </p:txBody>
        </p:sp>
        <p:sp>
          <p:nvSpPr>
            <p:cNvPr id="29" name="矩形 28"/>
            <p:cNvSpPr/>
            <p:nvPr>
              <p:custDataLst>
                <p:tags r:id="rId7"/>
              </p:custDataLst>
            </p:nvPr>
          </p:nvSpPr>
          <p:spPr>
            <a:xfrm>
              <a:off x="2035205" y="3593966"/>
              <a:ext cx="5836854" cy="497765"/>
            </a:xfrm>
            <a:prstGeom prst="rect">
              <a:avLst/>
            </a:prstGeom>
          </p:spPr>
          <p:txBody>
            <a:bodyPr wrap="none">
              <a:spAutoFit/>
            </a:bodyPr>
            <a:lstStyle/>
            <a:p>
              <a:pPr>
                <a:lnSpc>
                  <a:spcPct val="120000"/>
                </a:lnSpc>
              </a:pPr>
              <a:r>
                <a:rPr lang="zh-CN" altLang="en-US" sz="2400" dirty="0">
                  <a:cs typeface="+mn-ea"/>
                  <a:sym typeface="+mn-lt"/>
                </a:rPr>
                <a:t>调整已知热化学方程式的</a:t>
              </a:r>
              <a:r>
                <a:rPr lang="zh-CN" altLang="en-US" sz="2400" dirty="0">
                  <a:solidFill>
                    <a:srgbClr val="FF0000"/>
                  </a:solidFill>
                  <a:cs typeface="+mn-ea"/>
                  <a:sym typeface="+mn-lt"/>
                </a:rPr>
                <a:t>方向、系数和</a:t>
              </a:r>
              <a:r>
                <a:rPr lang="en-US" altLang="zh-CN" sz="2400" dirty="0">
                  <a:solidFill>
                    <a:srgbClr val="FF0000"/>
                  </a:solidFill>
                  <a:cs typeface="+mn-ea"/>
                  <a:sym typeface="+mn-lt"/>
                </a:rPr>
                <a:t>Δ</a:t>
              </a:r>
              <a:r>
                <a:rPr lang="en-US" altLang="zh-CN" sz="2400" i="1" dirty="0">
                  <a:solidFill>
                    <a:srgbClr val="FF0000"/>
                  </a:solidFill>
                  <a:cs typeface="+mn-ea"/>
                  <a:sym typeface="+mn-lt"/>
                </a:rPr>
                <a:t>H</a:t>
              </a:r>
              <a:endParaRPr lang="zh-CN" altLang="en-US" sz="2400" i="1" dirty="0">
                <a:solidFill>
                  <a:srgbClr val="FF0000"/>
                </a:solidFill>
                <a:cs typeface="+mn-ea"/>
                <a:sym typeface="+mn-lt"/>
              </a:endParaRPr>
            </a:p>
          </p:txBody>
        </p:sp>
        <p:grpSp>
          <p:nvGrpSpPr>
            <p:cNvPr id="45" name="组合 44"/>
            <p:cNvGrpSpPr/>
            <p:nvPr>
              <p:custDataLst>
                <p:tags r:id="rId8"/>
              </p:custDataLst>
            </p:nvPr>
          </p:nvGrpSpPr>
          <p:grpSpPr>
            <a:xfrm>
              <a:off x="546143" y="2747729"/>
              <a:ext cx="1403600" cy="3116174"/>
              <a:chOff x="546143" y="2616598"/>
              <a:chExt cx="1403600" cy="3184977"/>
            </a:xfrm>
          </p:grpSpPr>
          <p:sp>
            <p:nvSpPr>
              <p:cNvPr id="14" name="MH_SubTitle_2"/>
              <p:cNvSpPr/>
              <p:nvPr>
                <p:custDataLst>
                  <p:tags r:id="rId11"/>
                </p:custDataLst>
              </p:nvPr>
            </p:nvSpPr>
            <p:spPr>
              <a:xfrm>
                <a:off x="546143" y="3390434"/>
                <a:ext cx="1403600" cy="903065"/>
              </a:xfrm>
              <a:custGeom>
                <a:avLst/>
                <a:gdLst/>
                <a:ahLst/>
                <a:cxnLst/>
                <a:rect l="l" t="t" r="r" b="b"/>
                <a:pathLst>
                  <a:path w="2343150" h="1557338">
                    <a:moveTo>
                      <a:pt x="0" y="0"/>
                    </a:moveTo>
                    <a:lnTo>
                      <a:pt x="1171575" y="389335"/>
                    </a:lnTo>
                    <a:lnTo>
                      <a:pt x="2343150" y="0"/>
                    </a:lnTo>
                    <a:lnTo>
                      <a:pt x="2343150" y="1168004"/>
                    </a:lnTo>
                    <a:lnTo>
                      <a:pt x="1171575" y="1557338"/>
                    </a:lnTo>
                    <a:lnTo>
                      <a:pt x="0" y="1168004"/>
                    </a:lnTo>
                    <a:close/>
                  </a:path>
                </a:pathLst>
              </a:custGeom>
              <a:solidFill>
                <a:srgbClr val="354ECE"/>
              </a:solidFill>
              <a:ln w="3175" cap="flat" cmpd="sng" algn="ctr">
                <a:noFill/>
                <a:prstDash val="solid"/>
              </a:ln>
              <a:effectLst/>
            </p:spPr>
            <p:txBody>
              <a:bodyPr vert="horz" wrap="square" lIns="0" tIns="144000" rIns="0" bIns="0" anchor="ctr">
                <a:normAutofit/>
              </a:bodyPr>
              <a:lstStyle/>
              <a:p>
                <a:pPr lvl="0" algn="ctr">
                  <a:defRPr/>
                </a:pPr>
                <a:endParaRPr lang="zh-CN" altLang="en-US" sz="2400" kern="10">
                  <a:ln w="9525">
                    <a:noFill/>
                    <a:round/>
                  </a:ln>
                  <a:solidFill>
                    <a:srgbClr val="FFFFFF"/>
                  </a:solidFill>
                  <a:latin typeface="微软雅黑" panose="020B0503020204020204" pitchFamily="34" charset="-122"/>
                  <a:ea typeface="微软雅黑" panose="020B0503020204020204" pitchFamily="34" charset="-122"/>
                </a:endParaRPr>
              </a:p>
            </p:txBody>
          </p:sp>
          <p:sp>
            <p:nvSpPr>
              <p:cNvPr id="22" name="MH_SubTitle_5"/>
              <p:cNvSpPr/>
              <p:nvPr>
                <p:custDataLst>
                  <p:tags r:id="rId12"/>
                </p:custDataLst>
              </p:nvPr>
            </p:nvSpPr>
            <p:spPr>
              <a:xfrm>
                <a:off x="546143" y="4898511"/>
                <a:ext cx="1403600" cy="903064"/>
              </a:xfrm>
              <a:custGeom>
                <a:avLst/>
                <a:gdLst/>
                <a:ahLst/>
                <a:cxnLst/>
                <a:rect l="l" t="t" r="r" b="b"/>
                <a:pathLst>
                  <a:path w="2343150" h="1557338">
                    <a:moveTo>
                      <a:pt x="0" y="0"/>
                    </a:moveTo>
                    <a:lnTo>
                      <a:pt x="1171575" y="389335"/>
                    </a:lnTo>
                    <a:lnTo>
                      <a:pt x="2343150" y="0"/>
                    </a:lnTo>
                    <a:lnTo>
                      <a:pt x="2343150" y="1168004"/>
                    </a:lnTo>
                    <a:lnTo>
                      <a:pt x="1171575" y="1557338"/>
                    </a:lnTo>
                    <a:lnTo>
                      <a:pt x="0" y="1168004"/>
                    </a:lnTo>
                    <a:close/>
                  </a:path>
                </a:pathLst>
              </a:custGeom>
              <a:solidFill>
                <a:srgbClr val="354ECE"/>
              </a:solidFill>
              <a:ln w="3175" cap="flat" cmpd="sng" algn="ctr">
                <a:noFill/>
                <a:prstDash val="solid"/>
              </a:ln>
              <a:effectLst/>
            </p:spPr>
            <p:txBody>
              <a:bodyPr vert="horz" wrap="square" lIns="0" tIns="144000" rIns="0" bIns="0" anchor="ctr">
                <a:normAutofit/>
              </a:bodyPr>
              <a:lstStyle/>
              <a:p>
                <a:pPr lvl="0" algn="ctr">
                  <a:defRPr/>
                </a:pPr>
                <a:endParaRPr lang="zh-CN" altLang="en-US" sz="2400" kern="10">
                  <a:ln w="9525">
                    <a:noFill/>
                    <a:round/>
                  </a:ln>
                  <a:solidFill>
                    <a:srgbClr val="FFFFFF"/>
                  </a:solidFill>
                  <a:latin typeface="微软雅黑" panose="020B0503020204020204" pitchFamily="34" charset="-122"/>
                  <a:ea typeface="微软雅黑" panose="020B0503020204020204" pitchFamily="34" charset="-122"/>
                </a:endParaRPr>
              </a:p>
            </p:txBody>
          </p:sp>
          <p:sp>
            <p:nvSpPr>
              <p:cNvPr id="24" name="MH_SubTitle_1"/>
              <p:cNvSpPr/>
              <p:nvPr>
                <p:custDataLst>
                  <p:tags r:id="rId13"/>
                </p:custDataLst>
              </p:nvPr>
            </p:nvSpPr>
            <p:spPr>
              <a:xfrm>
                <a:off x="546143" y="2616598"/>
                <a:ext cx="1403600" cy="903064"/>
              </a:xfrm>
              <a:custGeom>
                <a:avLst/>
                <a:gdLst/>
                <a:ahLst/>
                <a:cxnLst/>
                <a:rect l="l" t="t" r="r" b="b"/>
                <a:pathLst>
                  <a:path w="2343150" h="1557337">
                    <a:moveTo>
                      <a:pt x="0" y="0"/>
                    </a:moveTo>
                    <a:lnTo>
                      <a:pt x="2343150" y="0"/>
                    </a:lnTo>
                    <a:lnTo>
                      <a:pt x="2343150" y="1168003"/>
                    </a:lnTo>
                    <a:lnTo>
                      <a:pt x="1171575" y="1557337"/>
                    </a:lnTo>
                    <a:lnTo>
                      <a:pt x="0" y="1168003"/>
                    </a:lnTo>
                    <a:close/>
                  </a:path>
                </a:pathLst>
              </a:custGeom>
              <a:solidFill>
                <a:srgbClr val="354ECE"/>
              </a:solidFill>
              <a:ln w="3175" cap="flat" cmpd="sng" algn="ctr">
                <a:noFill/>
                <a:prstDash val="solid"/>
              </a:ln>
              <a:effectLst/>
            </p:spPr>
            <p:txBody>
              <a:bodyPr vert="horz" wrap="square" lIns="0" tIns="0" rIns="0" bIns="0" anchor="ctr">
                <a:normAutofit/>
              </a:bodyPr>
              <a:lstStyle/>
              <a:p>
                <a:pPr lvl="0" algn="ctr">
                  <a:defRPr/>
                </a:pPr>
                <a:endParaRPr lang="zh-CN" altLang="en-US" sz="2400" kern="10">
                  <a:ln w="9525">
                    <a:noFill/>
                    <a:round/>
                  </a:ln>
                  <a:solidFill>
                    <a:srgbClr val="FFFFFF"/>
                  </a:solidFill>
                  <a:latin typeface="微软雅黑" panose="020B0503020204020204" pitchFamily="34" charset="-122"/>
                  <a:ea typeface="微软雅黑" panose="020B0503020204020204" pitchFamily="34" charset="-122"/>
                </a:endParaRPr>
              </a:p>
            </p:txBody>
          </p:sp>
          <p:sp>
            <p:nvSpPr>
              <p:cNvPr id="26" name="MH_SubTitle_3"/>
              <p:cNvSpPr/>
              <p:nvPr>
                <p:custDataLst>
                  <p:tags r:id="rId14"/>
                </p:custDataLst>
              </p:nvPr>
            </p:nvSpPr>
            <p:spPr>
              <a:xfrm>
                <a:off x="546143" y="4144937"/>
                <a:ext cx="1403600" cy="903065"/>
              </a:xfrm>
              <a:custGeom>
                <a:avLst/>
                <a:gdLst/>
                <a:ahLst/>
                <a:cxnLst/>
                <a:rect l="l" t="t" r="r" b="b"/>
                <a:pathLst>
                  <a:path w="2343150" h="1557338">
                    <a:moveTo>
                      <a:pt x="0" y="0"/>
                    </a:moveTo>
                    <a:lnTo>
                      <a:pt x="1171575" y="389335"/>
                    </a:lnTo>
                    <a:lnTo>
                      <a:pt x="2343150" y="0"/>
                    </a:lnTo>
                    <a:lnTo>
                      <a:pt x="2343150" y="1168004"/>
                    </a:lnTo>
                    <a:lnTo>
                      <a:pt x="1171575" y="1557338"/>
                    </a:lnTo>
                    <a:lnTo>
                      <a:pt x="0" y="1168004"/>
                    </a:lnTo>
                    <a:close/>
                  </a:path>
                </a:pathLst>
              </a:custGeom>
              <a:solidFill>
                <a:srgbClr val="354ECE"/>
              </a:solidFill>
              <a:ln w="3175" cap="flat" cmpd="sng" algn="ctr">
                <a:noFill/>
                <a:prstDash val="solid"/>
              </a:ln>
              <a:effectLst/>
            </p:spPr>
            <p:txBody>
              <a:bodyPr vert="horz" wrap="square" lIns="0" tIns="144000" rIns="0" bIns="0" anchor="ctr">
                <a:normAutofit/>
              </a:bodyPr>
              <a:lstStyle/>
              <a:p>
                <a:pPr lvl="0" algn="ctr">
                  <a:defRPr/>
                </a:pPr>
                <a:endParaRPr lang="zh-CN" altLang="en-US" sz="2400" kern="10">
                  <a:ln w="9525">
                    <a:noFill/>
                    <a:round/>
                  </a:ln>
                  <a:solidFill>
                    <a:srgbClr val="FFFFFF"/>
                  </a:solidFill>
                  <a:latin typeface="微软雅黑" panose="020B0503020204020204" pitchFamily="34" charset="-122"/>
                  <a:ea typeface="微软雅黑" panose="020B0503020204020204" pitchFamily="34" charset="-122"/>
                </a:endParaRPr>
              </a:p>
            </p:txBody>
          </p:sp>
          <p:sp>
            <p:nvSpPr>
              <p:cNvPr id="28" name="矩形 27"/>
              <p:cNvSpPr/>
              <p:nvPr>
                <p:custDataLst>
                  <p:tags r:id="rId15"/>
                </p:custDataLst>
              </p:nvPr>
            </p:nvSpPr>
            <p:spPr>
              <a:xfrm>
                <a:off x="1001721" y="2745827"/>
                <a:ext cx="492443" cy="508755"/>
              </a:xfrm>
              <a:prstGeom prst="rect">
                <a:avLst/>
              </a:prstGeom>
            </p:spPr>
            <p:txBody>
              <a:bodyPr wrap="none">
                <a:spAutoFit/>
              </a:bodyPr>
              <a:lstStyle/>
              <a:p>
                <a:pPr algn="just">
                  <a:lnSpc>
                    <a:spcPct val="120000"/>
                  </a:lnSpc>
                  <a:spcAft>
                    <a:spcPct val="0"/>
                  </a:spcAft>
                  <a:tabLst>
                    <a:tab pos="1029335" algn="l"/>
                    <a:tab pos="1850390" algn="l"/>
                    <a:tab pos="2538095" algn="l"/>
                    <a:tab pos="3221990" algn="l"/>
                  </a:tabLst>
                </a:pPr>
                <a:r>
                  <a:rPr kumimoji="0" lang="zh-CN" altLang="zh-CN" sz="2400" b="1" i="0" u="none" strike="noStrike" kern="1200" cap="none" spc="0" normalizeH="0" baseline="0" noProof="0" dirty="0">
                    <a:ln>
                      <a:noFill/>
                    </a:ln>
                    <a:solidFill>
                      <a:schemeClr val="bg1"/>
                    </a:solidFill>
                    <a:effectLst/>
                    <a:uLnTx/>
                    <a:uFillTx/>
                    <a:latin typeface="Times New Roman"/>
                    <a:ea typeface="微软雅黑" panose="020B0503020204020204" pitchFamily="34" charset="-122"/>
                    <a:cs typeface="+mn-ea"/>
                    <a:sym typeface="+mn-lt"/>
                  </a:rPr>
                  <a:t>找</a:t>
                </a:r>
                <a:endParaRPr lang="zh-CN" altLang="zh-CN" sz="2400" b="1" dirty="0">
                  <a:solidFill>
                    <a:schemeClr val="bg1"/>
                  </a:solidFill>
                  <a:effectLst/>
                  <a:cs typeface="+mn-ea"/>
                  <a:sym typeface="+mn-lt"/>
                </a:endParaRPr>
              </a:p>
            </p:txBody>
          </p:sp>
          <p:sp>
            <p:nvSpPr>
              <p:cNvPr id="30" name="矩形 29"/>
              <p:cNvSpPr/>
              <p:nvPr>
                <p:custDataLst>
                  <p:tags r:id="rId16"/>
                </p:custDataLst>
              </p:nvPr>
            </p:nvSpPr>
            <p:spPr>
              <a:xfrm>
                <a:off x="1001721" y="3673173"/>
                <a:ext cx="492443" cy="508755"/>
              </a:xfrm>
              <a:prstGeom prst="rect">
                <a:avLst/>
              </a:prstGeom>
            </p:spPr>
            <p:txBody>
              <a:bodyPr wrap="none">
                <a:spAutoFit/>
              </a:bodyPr>
              <a:lstStyle/>
              <a:p>
                <a:pPr algn="just">
                  <a:lnSpc>
                    <a:spcPct val="120000"/>
                  </a:lnSpc>
                  <a:spcAft>
                    <a:spcPct val="0"/>
                  </a:spcAft>
                  <a:tabLst>
                    <a:tab pos="1029335" algn="l"/>
                    <a:tab pos="1850390" algn="l"/>
                    <a:tab pos="2538095" algn="l"/>
                    <a:tab pos="3221990" algn="l"/>
                  </a:tabLst>
                </a:pPr>
                <a:r>
                  <a:rPr kumimoji="0" lang="zh-CN" altLang="en-US" sz="2400" b="1" i="0" u="none" strike="noStrike" kern="1200" cap="none" spc="0" normalizeH="0" baseline="0" noProof="0" dirty="0">
                    <a:ln>
                      <a:noFill/>
                    </a:ln>
                    <a:solidFill>
                      <a:schemeClr val="bg1"/>
                    </a:solidFill>
                    <a:effectLst/>
                    <a:uLnTx/>
                    <a:uFillTx/>
                    <a:latin typeface="Times New Roman"/>
                    <a:ea typeface="微软雅黑" panose="020B0503020204020204" pitchFamily="34" charset="-122"/>
                    <a:cs typeface="+mn-ea"/>
                    <a:sym typeface="+mn-lt"/>
                  </a:rPr>
                  <a:t>调</a:t>
                </a:r>
              </a:p>
            </p:txBody>
          </p:sp>
          <p:sp>
            <p:nvSpPr>
              <p:cNvPr id="31" name="矩形 30"/>
              <p:cNvSpPr/>
              <p:nvPr>
                <p:custDataLst>
                  <p:tags r:id="rId17"/>
                </p:custDataLst>
              </p:nvPr>
            </p:nvSpPr>
            <p:spPr>
              <a:xfrm>
                <a:off x="1001721" y="4454798"/>
                <a:ext cx="492443" cy="508755"/>
              </a:xfrm>
              <a:prstGeom prst="rect">
                <a:avLst/>
              </a:prstGeom>
            </p:spPr>
            <p:txBody>
              <a:bodyPr wrap="none">
                <a:spAutoFit/>
              </a:bodyPr>
              <a:lstStyle/>
              <a:p>
                <a:pPr algn="just">
                  <a:lnSpc>
                    <a:spcPct val="120000"/>
                  </a:lnSpc>
                  <a:spcAft>
                    <a:spcPct val="0"/>
                  </a:spcAft>
                  <a:tabLst>
                    <a:tab pos="1029335" algn="l"/>
                    <a:tab pos="1850390" algn="l"/>
                    <a:tab pos="2538095" algn="l"/>
                    <a:tab pos="3221990" algn="l"/>
                  </a:tabLst>
                </a:pPr>
                <a:r>
                  <a:rPr kumimoji="0" lang="zh-CN" altLang="en-US" sz="2400" b="1" i="0" u="none" strike="noStrike" kern="1200" cap="none" spc="0" normalizeH="0" baseline="0" noProof="0" dirty="0">
                    <a:ln>
                      <a:noFill/>
                    </a:ln>
                    <a:solidFill>
                      <a:schemeClr val="bg1"/>
                    </a:solidFill>
                    <a:effectLst/>
                    <a:uLnTx/>
                    <a:uFillTx/>
                    <a:latin typeface="Times New Roman"/>
                    <a:ea typeface="微软雅黑" panose="020B0503020204020204" pitchFamily="34" charset="-122"/>
                    <a:cs typeface="+mn-ea"/>
                    <a:sym typeface="+mn-lt"/>
                  </a:rPr>
                  <a:t>加</a:t>
                </a:r>
                <a:endParaRPr lang="zh-CN" altLang="zh-CN" sz="2400" b="1" dirty="0">
                  <a:solidFill>
                    <a:schemeClr val="bg1"/>
                  </a:solidFill>
                  <a:effectLst/>
                  <a:cs typeface="+mn-ea"/>
                  <a:sym typeface="+mn-lt"/>
                </a:endParaRPr>
              </a:p>
            </p:txBody>
          </p:sp>
          <p:sp>
            <p:nvSpPr>
              <p:cNvPr id="33" name="矩形 32"/>
              <p:cNvSpPr/>
              <p:nvPr>
                <p:custDataLst>
                  <p:tags r:id="rId18"/>
                </p:custDataLst>
              </p:nvPr>
            </p:nvSpPr>
            <p:spPr>
              <a:xfrm>
                <a:off x="1001720" y="5095665"/>
                <a:ext cx="492443" cy="508755"/>
              </a:xfrm>
              <a:prstGeom prst="rect">
                <a:avLst/>
              </a:prstGeom>
            </p:spPr>
            <p:txBody>
              <a:bodyPr wrap="none">
                <a:spAutoFit/>
              </a:bodyPr>
              <a:lstStyle/>
              <a:p>
                <a:pPr algn="just">
                  <a:lnSpc>
                    <a:spcPct val="120000"/>
                  </a:lnSpc>
                  <a:spcAft>
                    <a:spcPct val="0"/>
                  </a:spcAft>
                  <a:tabLst>
                    <a:tab pos="1029335" algn="l"/>
                    <a:tab pos="1850390" algn="l"/>
                    <a:tab pos="2538095" algn="l"/>
                    <a:tab pos="3221990" algn="l"/>
                  </a:tabLst>
                </a:pPr>
                <a:r>
                  <a:rPr kumimoji="0" lang="zh-CN" altLang="en-US" sz="2400" b="1" i="0" u="none" strike="noStrike" kern="1200" cap="none" spc="0" normalizeH="0" baseline="0" noProof="0" dirty="0">
                    <a:ln>
                      <a:noFill/>
                    </a:ln>
                    <a:solidFill>
                      <a:schemeClr val="bg1"/>
                    </a:solidFill>
                    <a:effectLst/>
                    <a:uLnTx/>
                    <a:uFillTx/>
                    <a:latin typeface="Times New Roman"/>
                    <a:ea typeface="微软雅黑" panose="020B0503020204020204" pitchFamily="34" charset="-122"/>
                    <a:cs typeface="+mn-ea"/>
                    <a:sym typeface="+mn-lt"/>
                  </a:rPr>
                  <a:t>查</a:t>
                </a:r>
                <a:endParaRPr lang="zh-CN" altLang="zh-CN" sz="2400" b="1" dirty="0">
                  <a:solidFill>
                    <a:schemeClr val="bg1"/>
                  </a:solidFill>
                  <a:effectLst/>
                  <a:cs typeface="+mn-ea"/>
                  <a:sym typeface="+mn-lt"/>
                </a:endParaRPr>
              </a:p>
            </p:txBody>
          </p:sp>
        </p:grpSp>
        <p:sp>
          <p:nvSpPr>
            <p:cNvPr id="34" name="矩形 33"/>
            <p:cNvSpPr/>
            <p:nvPr>
              <p:custDataLst>
                <p:tags r:id="rId9"/>
              </p:custDataLst>
            </p:nvPr>
          </p:nvSpPr>
          <p:spPr>
            <a:xfrm>
              <a:off x="2035205" y="4384012"/>
              <a:ext cx="5540299" cy="497765"/>
            </a:xfrm>
            <a:prstGeom prst="rect">
              <a:avLst/>
            </a:prstGeom>
          </p:spPr>
          <p:txBody>
            <a:bodyPr wrap="none">
              <a:spAutoFit/>
            </a:bodyPr>
            <a:lstStyle/>
            <a:p>
              <a:pPr>
                <a:lnSpc>
                  <a:spcPct val="120000"/>
                </a:lnSpc>
              </a:pPr>
              <a:r>
                <a:rPr lang="zh-CN" altLang="en-US" sz="2400" dirty="0">
                  <a:latin typeface="+mn-lt"/>
                  <a:ea typeface="+mn-ea"/>
                  <a:cs typeface="+mn-ea"/>
                  <a:sym typeface="+mn-lt"/>
                </a:rPr>
                <a:t>将调整好的热化学方程式和</a:t>
              </a:r>
              <a:r>
                <a:rPr lang="en-US" altLang="zh-CN" sz="2400" dirty="0">
                  <a:latin typeface="+mn-lt"/>
                  <a:ea typeface="+mn-ea"/>
                  <a:cs typeface="+mn-ea"/>
                  <a:sym typeface="+mn-lt"/>
                </a:rPr>
                <a:t>Δ</a:t>
              </a:r>
              <a:r>
                <a:rPr lang="en-US" altLang="zh-CN" sz="2400" i="1" dirty="0">
                  <a:latin typeface="+mn-lt"/>
                  <a:ea typeface="+mn-ea"/>
                  <a:cs typeface="+mn-ea"/>
                  <a:sym typeface="+mn-lt"/>
                </a:rPr>
                <a:t>H</a:t>
              </a:r>
              <a:r>
                <a:rPr lang="zh-CN" altLang="en-US" sz="2400" dirty="0">
                  <a:latin typeface="+mn-lt"/>
                  <a:ea typeface="+mn-ea"/>
                  <a:cs typeface="+mn-ea"/>
                  <a:sym typeface="+mn-lt"/>
                </a:rPr>
                <a:t>进行加和</a:t>
              </a:r>
            </a:p>
          </p:txBody>
        </p:sp>
        <p:sp>
          <p:nvSpPr>
            <p:cNvPr id="36" name="矩形 35"/>
            <p:cNvSpPr/>
            <p:nvPr>
              <p:custDataLst>
                <p:tags r:id="rId10"/>
              </p:custDataLst>
            </p:nvPr>
          </p:nvSpPr>
          <p:spPr>
            <a:xfrm>
              <a:off x="2035205" y="5124708"/>
              <a:ext cx="4801314" cy="497765"/>
            </a:xfrm>
            <a:prstGeom prst="rect">
              <a:avLst/>
            </a:prstGeom>
          </p:spPr>
          <p:txBody>
            <a:bodyPr wrap="none">
              <a:spAutoFit/>
            </a:bodyPr>
            <a:lstStyle/>
            <a:p>
              <a:pPr>
                <a:lnSpc>
                  <a:spcPct val="120000"/>
                </a:lnSpc>
              </a:pPr>
              <a:r>
                <a:rPr lang="zh-CN" altLang="en-US" sz="2400">
                  <a:latin typeface="+mn-lt"/>
                  <a:ea typeface="+mn-ea"/>
                  <a:cs typeface="+mn-ea"/>
                  <a:sym typeface="+mn-lt"/>
                </a:rPr>
                <a:t>检查得出的热化学方程式是否正确</a:t>
              </a:r>
            </a:p>
          </p:txBody>
        </p:sp>
      </p:grpSp>
      <p:sp>
        <p:nvSpPr>
          <p:cNvPr id="44" name="矩形 43"/>
          <p:cNvSpPr/>
          <p:nvPr>
            <p:custDataLst>
              <p:tags r:id="rId2"/>
            </p:custDataLst>
          </p:nvPr>
        </p:nvSpPr>
        <p:spPr>
          <a:xfrm>
            <a:off x="301084" y="982762"/>
            <a:ext cx="10520829" cy="531492"/>
          </a:xfrm>
          <a:prstGeom prst="rect">
            <a:avLst/>
          </a:prstGeom>
        </p:spPr>
        <p:txBody>
          <a:bodyPr wrap="none">
            <a:spAutoFit/>
          </a:bodyPr>
          <a:lstStyle/>
          <a:p>
            <a:pPr algn="just">
              <a:lnSpc>
                <a:spcPct val="120000"/>
              </a:lnSpc>
              <a:spcAft>
                <a:spcPct val="0"/>
              </a:spcAft>
            </a:pPr>
            <a:r>
              <a:rPr lang="zh-CN" altLang="zh-CN" sz="2600" kern="100">
                <a:latin typeface="+mn-lt"/>
                <a:ea typeface="+mn-ea"/>
                <a:cs typeface="+mn-ea"/>
                <a:sym typeface="+mn-lt"/>
              </a:rPr>
              <a:t>运用所给热化学方程式</a:t>
            </a:r>
            <a:r>
              <a:rPr lang="zh-CN" altLang="zh-CN" sz="2600" kern="100">
                <a:solidFill>
                  <a:srgbClr val="FF0000"/>
                </a:solidFill>
                <a:latin typeface="+mn-lt"/>
                <a:ea typeface="+mn-ea"/>
                <a:cs typeface="+mn-ea"/>
                <a:sym typeface="+mn-lt"/>
              </a:rPr>
              <a:t>通过加减乘除的方法</a:t>
            </a:r>
            <a:r>
              <a:rPr lang="zh-CN" altLang="zh-CN" sz="2600" kern="100">
                <a:latin typeface="+mn-lt"/>
                <a:ea typeface="+mn-ea"/>
                <a:cs typeface="+mn-ea"/>
                <a:sym typeface="+mn-lt"/>
              </a:rPr>
              <a:t>得到所求的热化学方程式</a:t>
            </a:r>
            <a:r>
              <a:rPr lang="zh-CN" altLang="en-US" sz="2600" kern="100">
                <a:latin typeface="+mn-lt"/>
                <a:ea typeface="+mn-ea"/>
                <a:cs typeface="+mn-ea"/>
                <a:sym typeface="+mn-lt"/>
              </a:rPr>
              <a:t>。</a:t>
            </a:r>
            <a:endParaRPr lang="zh-CN" altLang="zh-CN" sz="2600" kern="100">
              <a:latin typeface="+mn-lt"/>
              <a:ea typeface="+mn-ea"/>
              <a:cs typeface="+mn-ea"/>
              <a:sym typeface="+mn-lt"/>
            </a:endParaRPr>
          </a:p>
        </p:txBody>
      </p:sp>
      <p:sp>
        <p:nvSpPr>
          <p:cNvPr id="2" name="文本框 1"/>
          <p:cNvSpPr txBox="1"/>
          <p:nvPr>
            <p:custDataLst>
              <p:tags r:id="rId3"/>
            </p:custDataLst>
          </p:nvPr>
        </p:nvSpPr>
        <p:spPr>
          <a:xfrm>
            <a:off x="3485028" y="304602"/>
            <a:ext cx="3416321" cy="565348"/>
          </a:xfrm>
          <a:prstGeom prst="rect">
            <a:avLst/>
          </a:prstGeom>
          <a:solidFill>
            <a:schemeClr val="accent1">
              <a:lumMod val="20000"/>
              <a:lumOff val="80000"/>
            </a:schemeClr>
          </a:solidFill>
        </p:spPr>
        <p:txBody>
          <a:bodyPr vert="horz" wrap="none" rtlCol="0" anchor="ctr">
            <a:spAutoFit/>
          </a:bodyPr>
          <a:lstStyle/>
          <a:p>
            <a:pPr indent="0" algn="ctr" defTabSz="457200" fontAlgn="auto">
              <a:lnSpc>
                <a:spcPct val="120000"/>
              </a:lnSpc>
              <a:spcBef>
                <a:spcPct val="0"/>
              </a:spcBef>
              <a:buFont typeface="Wingdings" panose="05000000000000000000" pitchFamily="2" charset="2"/>
              <a:buNone/>
            </a:pPr>
            <a:r>
              <a:rPr lang="zh-CN" altLang="en-US" sz="2800" b="1">
                <a:cs typeface="+mn-ea"/>
                <a:sym typeface="+mn-lt"/>
              </a:rPr>
              <a:t>盖斯定律解题的应用</a:t>
            </a:r>
          </a:p>
        </p:txBody>
      </p:sp>
      <p:sp>
        <p:nvSpPr>
          <p:cNvPr id="3" name="文本框 2"/>
          <p:cNvSpPr txBox="1"/>
          <p:nvPr>
            <p:custDataLst>
              <p:tags r:id="rId4"/>
            </p:custDataLst>
          </p:nvPr>
        </p:nvSpPr>
        <p:spPr>
          <a:xfrm>
            <a:off x="7186638" y="304602"/>
            <a:ext cx="2339102" cy="565348"/>
          </a:xfrm>
          <a:prstGeom prst="rect">
            <a:avLst/>
          </a:prstGeom>
          <a:solidFill>
            <a:srgbClr val="354ECE"/>
          </a:solidFill>
        </p:spPr>
        <p:txBody>
          <a:bodyPr vert="horz" wrap="none" rtlCol="0" anchor="ctr">
            <a:spAutoFit/>
          </a:bodyPr>
          <a:lstStyle/>
          <a:p>
            <a:pPr indent="0" algn="ctr" defTabSz="457200" fontAlgn="auto">
              <a:lnSpc>
                <a:spcPct val="120000"/>
              </a:lnSpc>
              <a:spcBef>
                <a:spcPct val="0"/>
              </a:spcBef>
              <a:buFont typeface="Wingdings" panose="05000000000000000000" pitchFamily="2" charset="2"/>
              <a:buNone/>
            </a:pPr>
            <a:r>
              <a:rPr lang="zh-CN" altLang="en-US" sz="2800" b="1" dirty="0">
                <a:solidFill>
                  <a:schemeClr val="bg1"/>
                </a:solidFill>
                <a:cs typeface="+mn-ea"/>
                <a:sym typeface="+mn-lt"/>
              </a:rPr>
              <a:t>思路：加和法</a:t>
            </a:r>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2"/>
            </p:custDataLst>
          </p:nvPr>
        </p:nvSpPr>
        <p:spPr>
          <a:xfrm>
            <a:off x="334962" y="2704798"/>
            <a:ext cx="6217792" cy="1077987"/>
          </a:xfrm>
          <a:prstGeom prst="rect">
            <a:avLst/>
          </a:prstGeom>
        </p:spPr>
        <p:txBody>
          <a:bodyPr wrap="none">
            <a:spAutoFit/>
          </a:bodyPr>
          <a:lstStyle/>
          <a:p>
            <a:pPr algn="just">
              <a:lnSpc>
                <a:spcPct val="120000"/>
              </a:lnSpc>
              <a:spcAft>
                <a:spcPct val="0"/>
              </a:spcAft>
            </a:pPr>
            <a:r>
              <a:rPr lang="zh-CN" altLang="en-US" sz="2800" kern="100">
                <a:latin typeface="+mn-lt"/>
                <a:ea typeface="+mn-ea"/>
                <a:cs typeface="+mn-ea"/>
                <a:sym typeface="+mn-lt"/>
              </a:rPr>
              <a:t>已知：</a:t>
            </a:r>
            <a:r>
              <a:rPr lang="zh-CN" altLang="en-US" sz="2800" kern="100">
                <a:latin typeface="宋体" panose="02010600030101010101" pitchFamily="2" charset="-122"/>
                <a:ea typeface="宋体" panose="02010600030101010101" pitchFamily="2" charset="-122"/>
                <a:cs typeface="+mn-ea"/>
                <a:sym typeface="+mn-lt"/>
              </a:rPr>
              <a:t>①</a:t>
            </a:r>
            <a:r>
              <a:rPr lang="en-US" altLang="zh-CN" sz="2800" kern="100">
                <a:latin typeface="宋体" panose="02010600030101010101" pitchFamily="2" charset="-122"/>
                <a:ea typeface="宋体" panose="02010600030101010101" pitchFamily="2" charset="-122"/>
                <a:cs typeface="+mn-ea"/>
                <a:sym typeface="+mn-lt"/>
              </a:rPr>
              <a:t>2</a:t>
            </a:r>
            <a:r>
              <a:rPr lang="en-US" altLang="zh-CN" sz="2800" kern="100">
                <a:latin typeface="+mn-lt"/>
                <a:ea typeface="+mn-ea"/>
                <a:cs typeface="+mn-ea"/>
                <a:sym typeface="+mn-lt"/>
              </a:rPr>
              <a:t>C(s)</a:t>
            </a:r>
            <a:r>
              <a:rPr lang="zh-CN" altLang="zh-CN" sz="2800" kern="100">
                <a:latin typeface="+mn-lt"/>
                <a:ea typeface="+mn-ea"/>
                <a:cs typeface="+mn-ea"/>
                <a:sym typeface="+mn-lt"/>
              </a:rPr>
              <a:t>＋</a:t>
            </a:r>
            <a:r>
              <a:rPr lang="en-US" altLang="zh-CN" sz="2800" kern="100">
                <a:cs typeface="+mn-ea"/>
                <a:sym typeface="+mn-lt"/>
              </a:rPr>
              <a:t>O</a:t>
            </a:r>
            <a:r>
              <a:rPr lang="en-US" altLang="zh-CN" sz="2800" kern="100" baseline="-25000">
                <a:latin typeface="+mn-lt"/>
                <a:ea typeface="+mn-ea"/>
                <a:cs typeface="+mn-ea"/>
                <a:sym typeface="+mn-lt"/>
              </a:rPr>
              <a:t>2</a:t>
            </a:r>
            <a:r>
              <a:rPr lang="en-US" altLang="zh-CN" sz="2800" kern="100">
                <a:latin typeface="+mn-lt"/>
                <a:ea typeface="+mn-ea"/>
                <a:cs typeface="+mn-ea"/>
                <a:sym typeface="+mn-lt"/>
              </a:rPr>
              <a:t>(g) </a:t>
            </a:r>
            <a:r>
              <a:rPr lang="zh-CN" altLang="zh-CN" sz="2800" kern="100">
                <a:latin typeface="+mn-lt"/>
                <a:ea typeface="+mn-ea"/>
                <a:cs typeface="+mn-ea"/>
                <a:sym typeface="+mn-lt"/>
              </a:rPr>
              <a:t>＝</a:t>
            </a:r>
            <a:r>
              <a:rPr lang="en-US" altLang="zh-CN" sz="2800" kern="100">
                <a:latin typeface="+mn-lt"/>
                <a:ea typeface="+mn-ea"/>
                <a:cs typeface="+mn-ea"/>
                <a:sym typeface="+mn-lt"/>
              </a:rPr>
              <a:t>2CO(g)  </a:t>
            </a:r>
            <a:r>
              <a:rPr lang="el-GR" altLang="zh-CN" sz="2800">
                <a:cs typeface="+mn-ea"/>
                <a:sym typeface="+mn-lt"/>
              </a:rPr>
              <a:t>Δ</a:t>
            </a:r>
            <a:r>
              <a:rPr lang="en-US" altLang="zh-CN" sz="2800" i="1">
                <a:cs typeface="+mn-ea"/>
                <a:sym typeface="+mn-lt"/>
              </a:rPr>
              <a:t>H</a:t>
            </a:r>
            <a:r>
              <a:rPr lang="en-US" altLang="zh-CN" sz="2800" baseline="-25000">
                <a:cs typeface="+mn-ea"/>
                <a:sym typeface="+mn-lt"/>
              </a:rPr>
              <a:t>1</a:t>
            </a:r>
          </a:p>
          <a:p>
            <a:pPr algn="just">
              <a:lnSpc>
                <a:spcPct val="120000"/>
              </a:lnSpc>
              <a:spcAft>
                <a:spcPct val="0"/>
              </a:spcAft>
            </a:pPr>
            <a:r>
              <a:rPr lang="zh-CN" altLang="en-US" sz="2800" kern="100">
                <a:latin typeface="宋体" panose="02010600030101010101" pitchFamily="2" charset="-122"/>
                <a:ea typeface="宋体" panose="02010600030101010101" pitchFamily="2" charset="-122"/>
                <a:cs typeface="+mn-ea"/>
                <a:sym typeface="+mn-lt"/>
              </a:rPr>
              <a:t>      ②</a:t>
            </a:r>
            <a:r>
              <a:rPr lang="en-US" altLang="zh-CN" sz="2800" kern="100">
                <a:latin typeface="宋体" panose="02010600030101010101" pitchFamily="2" charset="-122"/>
                <a:ea typeface="宋体" panose="02010600030101010101" pitchFamily="2" charset="-122"/>
                <a:cs typeface="+mn-ea"/>
                <a:sym typeface="+mn-lt"/>
              </a:rPr>
              <a:t>2</a:t>
            </a:r>
            <a:r>
              <a:rPr lang="en-US" altLang="zh-CN" sz="2800" kern="100">
                <a:cs typeface="+mn-ea"/>
                <a:sym typeface="+mn-lt"/>
              </a:rPr>
              <a:t>H</a:t>
            </a:r>
            <a:r>
              <a:rPr lang="en-US" altLang="zh-CN" sz="2800" kern="100" baseline="-25000">
                <a:cs typeface="+mn-ea"/>
                <a:sym typeface="+mn-lt"/>
              </a:rPr>
              <a:t>2</a:t>
            </a:r>
            <a:r>
              <a:rPr lang="en-US" altLang="zh-CN" sz="2800" kern="100">
                <a:latin typeface="+mn-lt"/>
                <a:ea typeface="+mn-ea"/>
                <a:cs typeface="+mn-ea"/>
                <a:sym typeface="+mn-lt"/>
              </a:rPr>
              <a:t>(g)</a:t>
            </a:r>
            <a:r>
              <a:rPr lang="zh-CN" altLang="zh-CN" sz="2800" kern="100">
                <a:latin typeface="+mn-lt"/>
                <a:ea typeface="+mn-ea"/>
                <a:cs typeface="+mn-ea"/>
                <a:sym typeface="+mn-lt"/>
              </a:rPr>
              <a:t>＋</a:t>
            </a:r>
            <a:r>
              <a:rPr lang="en-US" altLang="zh-CN" sz="2800" kern="100">
                <a:cs typeface="+mn-ea"/>
                <a:sym typeface="+mn-lt"/>
              </a:rPr>
              <a:t>O</a:t>
            </a:r>
            <a:r>
              <a:rPr lang="en-US" altLang="zh-CN" sz="2800" kern="100" baseline="-25000">
                <a:latin typeface="+mn-lt"/>
                <a:ea typeface="+mn-ea"/>
                <a:cs typeface="+mn-ea"/>
                <a:sym typeface="+mn-lt"/>
              </a:rPr>
              <a:t>2</a:t>
            </a:r>
            <a:r>
              <a:rPr lang="en-US" altLang="zh-CN" sz="2800" kern="100">
                <a:latin typeface="+mn-lt"/>
                <a:ea typeface="+mn-ea"/>
                <a:cs typeface="+mn-ea"/>
                <a:sym typeface="+mn-lt"/>
              </a:rPr>
              <a:t>(g) </a:t>
            </a:r>
            <a:r>
              <a:rPr lang="zh-CN" altLang="zh-CN" sz="2800" kern="100">
                <a:latin typeface="+mn-lt"/>
                <a:ea typeface="+mn-ea"/>
                <a:cs typeface="+mn-ea"/>
                <a:sym typeface="+mn-lt"/>
              </a:rPr>
              <a:t>＝</a:t>
            </a:r>
            <a:r>
              <a:rPr lang="en-US" altLang="zh-CN" sz="2800" kern="100">
                <a:cs typeface="+mn-ea"/>
                <a:sym typeface="+mn-lt"/>
              </a:rPr>
              <a:t>2H</a:t>
            </a:r>
            <a:r>
              <a:rPr lang="en-US" altLang="zh-CN" sz="2800" kern="100" baseline="-25000">
                <a:cs typeface="+mn-ea"/>
                <a:sym typeface="+mn-lt"/>
              </a:rPr>
              <a:t>2</a:t>
            </a:r>
            <a:r>
              <a:rPr lang="en-US" altLang="zh-CN" sz="2800" kern="100">
                <a:cs typeface="+mn-ea"/>
                <a:sym typeface="+mn-lt"/>
              </a:rPr>
              <a:t>O</a:t>
            </a:r>
            <a:r>
              <a:rPr lang="en-US" altLang="zh-CN" sz="2800" kern="100">
                <a:latin typeface="+mn-lt"/>
                <a:ea typeface="+mn-ea"/>
                <a:cs typeface="+mn-ea"/>
                <a:sym typeface="+mn-lt"/>
              </a:rPr>
              <a:t>(g)  </a:t>
            </a:r>
            <a:r>
              <a:rPr lang="el-GR" altLang="zh-CN" sz="2800">
                <a:cs typeface="+mn-ea"/>
                <a:sym typeface="+mn-lt"/>
              </a:rPr>
              <a:t>Δ</a:t>
            </a:r>
            <a:r>
              <a:rPr lang="en-US" altLang="zh-CN" sz="2800" i="1">
                <a:cs typeface="+mn-ea"/>
                <a:sym typeface="+mn-lt"/>
              </a:rPr>
              <a:t>H</a:t>
            </a:r>
            <a:r>
              <a:rPr lang="en-US" altLang="zh-CN" sz="2800" baseline="-25000">
                <a:cs typeface="+mn-ea"/>
                <a:sym typeface="+mn-lt"/>
              </a:rPr>
              <a:t>2</a:t>
            </a:r>
            <a:endParaRPr lang="zh-CN" altLang="zh-CN" sz="2800" kern="100">
              <a:latin typeface="+mn-lt"/>
              <a:ea typeface="+mn-ea"/>
              <a:cs typeface="+mn-ea"/>
              <a:sym typeface="+mn-lt"/>
            </a:endParaRPr>
          </a:p>
        </p:txBody>
      </p:sp>
      <p:sp>
        <p:nvSpPr>
          <p:cNvPr id="4" name="矩形 3"/>
          <p:cNvSpPr/>
          <p:nvPr>
            <p:custDataLst>
              <p:tags r:id="rId3"/>
            </p:custDataLst>
          </p:nvPr>
        </p:nvSpPr>
        <p:spPr>
          <a:xfrm>
            <a:off x="334962" y="4102725"/>
            <a:ext cx="11843307" cy="565348"/>
          </a:xfrm>
          <a:prstGeom prst="rect">
            <a:avLst/>
          </a:prstGeom>
        </p:spPr>
        <p:txBody>
          <a:bodyPr wrap="none">
            <a:spAutoFit/>
          </a:bodyPr>
          <a:lstStyle/>
          <a:p>
            <a:pPr algn="just">
              <a:lnSpc>
                <a:spcPct val="120000"/>
              </a:lnSpc>
              <a:spcAft>
                <a:spcPct val="0"/>
              </a:spcAft>
            </a:pPr>
            <a:r>
              <a:rPr lang="zh-CN" altLang="en-US" sz="2800" kern="100">
                <a:latin typeface="+mn-lt"/>
                <a:ea typeface="+mn-ea"/>
                <a:cs typeface="+mn-ea"/>
                <a:sym typeface="+mn-lt"/>
              </a:rPr>
              <a:t>利用</a:t>
            </a:r>
            <a:r>
              <a:rPr lang="el-GR" altLang="zh-CN" sz="2800">
                <a:cs typeface="+mn-ea"/>
                <a:sym typeface="+mn-lt"/>
              </a:rPr>
              <a:t>Δ</a:t>
            </a:r>
            <a:r>
              <a:rPr lang="en-US" altLang="zh-CN" sz="2800" i="1">
                <a:cs typeface="+mn-ea"/>
                <a:sym typeface="+mn-lt"/>
              </a:rPr>
              <a:t>H</a:t>
            </a:r>
            <a:r>
              <a:rPr lang="en-US" altLang="zh-CN" sz="2800" baseline="-25000">
                <a:cs typeface="+mn-ea"/>
                <a:sym typeface="+mn-lt"/>
              </a:rPr>
              <a:t>1</a:t>
            </a:r>
            <a:r>
              <a:rPr lang="zh-CN" altLang="en-US" sz="2800">
                <a:cs typeface="+mn-ea"/>
                <a:sym typeface="+mn-lt"/>
              </a:rPr>
              <a:t>和</a:t>
            </a:r>
            <a:r>
              <a:rPr lang="el-GR" altLang="zh-CN" sz="2800">
                <a:cs typeface="+mn-ea"/>
                <a:sym typeface="+mn-lt"/>
              </a:rPr>
              <a:t>Δ</a:t>
            </a:r>
            <a:r>
              <a:rPr lang="en-US" altLang="zh-CN" sz="2800" i="1">
                <a:cs typeface="+mn-ea"/>
                <a:sym typeface="+mn-lt"/>
              </a:rPr>
              <a:t>H</a:t>
            </a:r>
            <a:r>
              <a:rPr lang="en-US" altLang="zh-CN" sz="2800" baseline="-25000">
                <a:cs typeface="+mn-ea"/>
                <a:sym typeface="+mn-lt"/>
              </a:rPr>
              <a:t>2</a:t>
            </a:r>
            <a:r>
              <a:rPr lang="zh-CN" altLang="en-US" sz="2800">
                <a:cs typeface="+mn-ea"/>
                <a:sym typeface="+mn-lt"/>
              </a:rPr>
              <a:t>计算</a:t>
            </a:r>
            <a:r>
              <a:rPr lang="el-GR" altLang="zh-CN" sz="2800">
                <a:cs typeface="+mn-ea"/>
                <a:sym typeface="+mn-lt"/>
              </a:rPr>
              <a:t>Δ</a:t>
            </a:r>
            <a:r>
              <a:rPr lang="en-US" altLang="zh-CN" sz="2800" i="1">
                <a:cs typeface="+mn-ea"/>
                <a:sym typeface="+mn-lt"/>
              </a:rPr>
              <a:t>H</a:t>
            </a:r>
            <a:r>
              <a:rPr lang="en-US" altLang="zh-CN" sz="2800" baseline="-25000">
                <a:cs typeface="+mn-ea"/>
                <a:sym typeface="+mn-lt"/>
              </a:rPr>
              <a:t>3</a:t>
            </a:r>
            <a:r>
              <a:rPr lang="zh-CN" altLang="en-US" sz="2800">
                <a:cs typeface="+mn-ea"/>
                <a:sym typeface="+mn-lt"/>
              </a:rPr>
              <a:t>时，还需要利用反应</a:t>
            </a:r>
            <a:r>
              <a:rPr lang="en-US" altLang="zh-CN" sz="2800">
                <a:cs typeface="+mn-ea"/>
                <a:sym typeface="+mn-lt"/>
              </a:rPr>
              <a:t>____________________</a:t>
            </a:r>
            <a:r>
              <a:rPr lang="zh-CN" altLang="en-US" sz="2800">
                <a:cs typeface="+mn-ea"/>
                <a:sym typeface="+mn-lt"/>
              </a:rPr>
              <a:t>的</a:t>
            </a:r>
            <a:r>
              <a:rPr lang="el-GR" altLang="zh-CN" sz="2800">
                <a:cs typeface="+mn-ea"/>
                <a:sym typeface="+mn-lt"/>
              </a:rPr>
              <a:t>Δ</a:t>
            </a:r>
            <a:r>
              <a:rPr lang="en-US" altLang="zh-CN" sz="2800" i="1">
                <a:cs typeface="+mn-ea"/>
                <a:sym typeface="+mn-lt"/>
              </a:rPr>
              <a:t>H</a:t>
            </a:r>
            <a:r>
              <a:rPr lang="zh-CN" altLang="en-US" sz="2800">
                <a:cs typeface="+mn-ea"/>
                <a:sym typeface="+mn-lt"/>
              </a:rPr>
              <a:t>。</a:t>
            </a:r>
            <a:endParaRPr lang="zh-CN" altLang="zh-CN" sz="2800" kern="100">
              <a:latin typeface="+mn-lt"/>
              <a:ea typeface="+mn-ea"/>
              <a:cs typeface="+mn-ea"/>
              <a:sym typeface="+mn-lt"/>
            </a:endParaRPr>
          </a:p>
        </p:txBody>
      </p:sp>
      <p:sp>
        <p:nvSpPr>
          <p:cNvPr id="7" name="矩形 6"/>
          <p:cNvSpPr/>
          <p:nvPr>
            <p:custDataLst>
              <p:tags r:id="rId4"/>
            </p:custDataLst>
          </p:nvPr>
        </p:nvSpPr>
        <p:spPr>
          <a:xfrm>
            <a:off x="9421097" y="1901825"/>
            <a:ext cx="543739" cy="565348"/>
          </a:xfrm>
          <a:prstGeom prst="rect">
            <a:avLst/>
          </a:prstGeom>
        </p:spPr>
        <p:txBody>
          <a:bodyPr wrap="none">
            <a:spAutoFit/>
          </a:bodyPr>
          <a:lstStyle/>
          <a:p>
            <a:pPr algn="just">
              <a:lnSpc>
                <a:spcPct val="120000"/>
              </a:lnSpc>
              <a:spcAft>
                <a:spcPct val="0"/>
              </a:spcAft>
            </a:pPr>
            <a:r>
              <a:rPr kumimoji="0" lang="zh-CN" altLang="en-US" sz="2800" b="0" i="0" u="none" strike="noStrike" kern="100" cap="none" spc="0" normalizeH="0" baseline="0" noProof="0">
                <a:ln>
                  <a:noFill/>
                </a:ln>
                <a:solidFill>
                  <a:srgbClr val="FF0000"/>
                </a:solidFill>
                <a:effectLst/>
                <a:uLnTx/>
                <a:uFillTx/>
                <a:latin typeface="Times New Roman"/>
                <a:ea typeface="微软雅黑" panose="020B0503020204020204" pitchFamily="34" charset="-122"/>
                <a:cs typeface="+mn-ea"/>
                <a:sym typeface="+mn-lt"/>
              </a:rPr>
              <a:t>③</a:t>
            </a:r>
            <a:endParaRPr lang="zh-CN" altLang="zh-CN" sz="2800" kern="100">
              <a:solidFill>
                <a:srgbClr val="FF0000"/>
              </a:solidFill>
              <a:latin typeface="+mn-lt"/>
              <a:ea typeface="+mn-ea"/>
              <a:cs typeface="+mn-ea"/>
              <a:sym typeface="+mn-lt"/>
            </a:endParaRPr>
          </a:p>
        </p:txBody>
      </p:sp>
      <p:sp>
        <p:nvSpPr>
          <p:cNvPr id="9" name="矩形 8"/>
          <p:cNvSpPr/>
          <p:nvPr>
            <p:custDataLst>
              <p:tags r:id="rId5"/>
            </p:custDataLst>
          </p:nvPr>
        </p:nvSpPr>
        <p:spPr>
          <a:xfrm>
            <a:off x="7201469" y="4043194"/>
            <a:ext cx="3539752" cy="565348"/>
          </a:xfrm>
          <a:prstGeom prst="rect">
            <a:avLst/>
          </a:prstGeom>
        </p:spPr>
        <p:txBody>
          <a:bodyPr wrap="none">
            <a:spAutoFit/>
          </a:bodyPr>
          <a:lstStyle/>
          <a:p>
            <a:pPr algn="just">
              <a:lnSpc>
                <a:spcPct val="120000"/>
              </a:lnSpc>
              <a:spcAft>
                <a:spcPct val="0"/>
              </a:spcAft>
            </a:pPr>
            <a:r>
              <a:rPr lang="en-US" altLang="zh-CN" sz="2800" kern="100">
                <a:solidFill>
                  <a:srgbClr val="FF0000"/>
                </a:solidFill>
                <a:latin typeface="+mn-lt"/>
                <a:ea typeface="+mn-ea"/>
                <a:cs typeface="+mn-ea"/>
                <a:sym typeface="+mn-lt"/>
              </a:rPr>
              <a:t>C(s)</a:t>
            </a:r>
            <a:r>
              <a:rPr lang="zh-CN" altLang="zh-CN" sz="2800" kern="100">
                <a:solidFill>
                  <a:srgbClr val="FF0000"/>
                </a:solidFill>
                <a:latin typeface="+mn-lt"/>
                <a:ea typeface="+mn-ea"/>
                <a:cs typeface="+mn-ea"/>
                <a:sym typeface="+mn-lt"/>
              </a:rPr>
              <a:t>＋</a:t>
            </a:r>
            <a:r>
              <a:rPr lang="en-US" altLang="zh-CN" sz="2800" kern="100">
                <a:solidFill>
                  <a:srgbClr val="FF0000"/>
                </a:solidFill>
                <a:cs typeface="+mn-ea"/>
                <a:sym typeface="+mn-lt"/>
              </a:rPr>
              <a:t>O</a:t>
            </a:r>
            <a:r>
              <a:rPr lang="en-US" altLang="zh-CN" sz="2800" kern="100" baseline="-25000">
                <a:solidFill>
                  <a:srgbClr val="FF0000"/>
                </a:solidFill>
                <a:latin typeface="+mn-lt"/>
                <a:ea typeface="+mn-ea"/>
                <a:cs typeface="+mn-ea"/>
                <a:sym typeface="+mn-lt"/>
              </a:rPr>
              <a:t>2</a:t>
            </a:r>
            <a:r>
              <a:rPr lang="en-US" altLang="zh-CN" sz="2800" kern="100">
                <a:solidFill>
                  <a:srgbClr val="FF0000"/>
                </a:solidFill>
                <a:latin typeface="+mn-lt"/>
                <a:ea typeface="+mn-ea"/>
                <a:cs typeface="+mn-ea"/>
                <a:sym typeface="+mn-lt"/>
              </a:rPr>
              <a:t>(g) </a:t>
            </a:r>
            <a:r>
              <a:rPr lang="zh-CN" altLang="zh-CN" sz="2800" kern="100">
                <a:solidFill>
                  <a:srgbClr val="FF0000"/>
                </a:solidFill>
                <a:latin typeface="+mn-lt"/>
                <a:ea typeface="+mn-ea"/>
                <a:cs typeface="+mn-ea"/>
                <a:sym typeface="+mn-lt"/>
              </a:rPr>
              <a:t>＝</a:t>
            </a:r>
            <a:r>
              <a:rPr lang="en-US" altLang="zh-CN" sz="2800" kern="100">
                <a:solidFill>
                  <a:srgbClr val="FF0000"/>
                </a:solidFill>
                <a:cs typeface="+mn-ea"/>
                <a:sym typeface="+mn-lt"/>
              </a:rPr>
              <a:t>CO</a:t>
            </a:r>
            <a:r>
              <a:rPr lang="en-US" altLang="zh-CN" sz="2800" kern="100" baseline="-25000">
                <a:solidFill>
                  <a:srgbClr val="FF0000"/>
                </a:solidFill>
                <a:cs typeface="+mn-ea"/>
                <a:sym typeface="+mn-lt"/>
              </a:rPr>
              <a:t>2</a:t>
            </a:r>
            <a:r>
              <a:rPr lang="en-US" altLang="zh-CN" sz="2800" kern="100">
                <a:solidFill>
                  <a:srgbClr val="FF0000"/>
                </a:solidFill>
                <a:cs typeface="+mn-ea"/>
                <a:sym typeface="+mn-lt"/>
              </a:rPr>
              <a:t> (</a:t>
            </a:r>
            <a:r>
              <a:rPr lang="en-US" altLang="zh-CN" sz="2800" kern="100">
                <a:solidFill>
                  <a:srgbClr val="FF0000"/>
                </a:solidFill>
                <a:latin typeface="+mn-lt"/>
                <a:ea typeface="+mn-ea"/>
                <a:cs typeface="+mn-ea"/>
                <a:sym typeface="+mn-lt"/>
              </a:rPr>
              <a:t>g)</a:t>
            </a:r>
            <a:endParaRPr lang="en-US" altLang="zh-CN" sz="2800" baseline="-25000">
              <a:solidFill>
                <a:srgbClr val="FF0000"/>
              </a:solidFill>
              <a:cs typeface="+mn-ea"/>
              <a:sym typeface="+mn-lt"/>
            </a:endParaRPr>
          </a:p>
        </p:txBody>
      </p:sp>
      <p:sp>
        <p:nvSpPr>
          <p:cNvPr id="28" name="矩形 27"/>
          <p:cNvSpPr/>
          <p:nvPr>
            <p:custDataLst>
              <p:tags r:id="rId6"/>
            </p:custDataLst>
          </p:nvPr>
        </p:nvSpPr>
        <p:spPr>
          <a:xfrm>
            <a:off x="246199" y="893904"/>
            <a:ext cx="11522075" cy="1599477"/>
          </a:xfrm>
          <a:prstGeom prst="rect">
            <a:avLst/>
          </a:prstGeom>
        </p:spPr>
        <p:txBody>
          <a:bodyPr wrap="square">
            <a:spAutoFit/>
          </a:bodyPr>
          <a:lstStyle/>
          <a:p>
            <a:pPr algn="just">
              <a:lnSpc>
                <a:spcPct val="120000"/>
              </a:lnSpc>
            </a:pPr>
            <a:r>
              <a:rPr lang="en-US" altLang="zh-CN" sz="2800" dirty="0">
                <a:solidFill>
                  <a:srgbClr val="FF0000"/>
                </a:solidFill>
                <a:cs typeface="+mn-ea"/>
                <a:sym typeface="+mn-lt"/>
              </a:rPr>
              <a:t>【</a:t>
            </a:r>
            <a:r>
              <a:rPr lang="zh-CN" altLang="en-US" sz="2800" dirty="0">
                <a:solidFill>
                  <a:srgbClr val="FF0000"/>
                </a:solidFill>
                <a:cs typeface="+mn-ea"/>
                <a:sym typeface="+mn-lt"/>
              </a:rPr>
              <a:t>例</a:t>
            </a:r>
            <a:r>
              <a:rPr lang="en-US" altLang="zh-CN" sz="2800" dirty="0">
                <a:solidFill>
                  <a:srgbClr val="FF0000"/>
                </a:solidFill>
                <a:cs typeface="+mn-ea"/>
                <a:sym typeface="+mn-lt"/>
              </a:rPr>
              <a:t>】</a:t>
            </a:r>
            <a:r>
              <a:rPr lang="zh-CN" altLang="en-US" sz="2800" dirty="0">
                <a:cs typeface="+mn-ea"/>
                <a:sym typeface="+mn-lt"/>
              </a:rPr>
              <a:t>中国在氢能研究方面已取得显著进展。绿氢的生产及储存作为氢能利用的关键技术，是当前关注的热点之一。工业上制取氢气时涉及的一个重要反应是：</a:t>
            </a:r>
            <a:r>
              <a:rPr lang="en-US" altLang="zh-CN" sz="2800" kern="100" dirty="0">
                <a:cs typeface="+mn-ea"/>
                <a:sym typeface="+mn-lt"/>
              </a:rPr>
              <a:t>CO(g)</a:t>
            </a:r>
            <a:r>
              <a:rPr lang="zh-CN" altLang="zh-CN" sz="2800" kern="100" dirty="0">
                <a:cs typeface="+mn-ea"/>
                <a:sym typeface="+mn-lt"/>
              </a:rPr>
              <a:t>＋</a:t>
            </a:r>
            <a:r>
              <a:rPr lang="en-US" altLang="zh-CN" sz="2800" kern="100" dirty="0">
                <a:cs typeface="+mn-ea"/>
                <a:sym typeface="+mn-lt"/>
              </a:rPr>
              <a:t>H</a:t>
            </a:r>
            <a:r>
              <a:rPr lang="en-US" altLang="zh-CN" sz="2800" kern="100" baseline="-25000" dirty="0">
                <a:cs typeface="+mn-ea"/>
                <a:sym typeface="+mn-lt"/>
              </a:rPr>
              <a:t>2</a:t>
            </a:r>
            <a:r>
              <a:rPr lang="en-US" altLang="zh-CN" sz="2800" kern="100" dirty="0">
                <a:cs typeface="+mn-ea"/>
                <a:sym typeface="+mn-lt"/>
              </a:rPr>
              <a:t>O(g) </a:t>
            </a:r>
            <a:r>
              <a:rPr lang="zh-CN" altLang="zh-CN" sz="2800" kern="100" dirty="0">
                <a:cs typeface="+mn-ea"/>
                <a:sym typeface="+mn-lt"/>
              </a:rPr>
              <a:t>＝</a:t>
            </a:r>
            <a:r>
              <a:rPr lang="en-US" altLang="zh-CN" sz="2800" kern="100" dirty="0">
                <a:cs typeface="+mn-ea"/>
                <a:sym typeface="+mn-lt"/>
              </a:rPr>
              <a:t>CO</a:t>
            </a:r>
            <a:r>
              <a:rPr lang="en-US" altLang="zh-CN" sz="2800" kern="100" baseline="-25000" dirty="0">
                <a:cs typeface="+mn-ea"/>
                <a:sym typeface="+mn-lt"/>
              </a:rPr>
              <a:t>2</a:t>
            </a:r>
            <a:r>
              <a:rPr lang="en-US" altLang="zh-CN" sz="2800" kern="100" dirty="0">
                <a:cs typeface="+mn-ea"/>
                <a:sym typeface="+mn-lt"/>
              </a:rPr>
              <a:t>(g)</a:t>
            </a:r>
            <a:r>
              <a:rPr lang="zh-CN" altLang="zh-CN" sz="2800" kern="100" dirty="0">
                <a:cs typeface="+mn-ea"/>
                <a:sym typeface="+mn-lt"/>
              </a:rPr>
              <a:t>＋</a:t>
            </a:r>
            <a:r>
              <a:rPr lang="en-US" altLang="zh-CN" sz="2800" kern="100" dirty="0">
                <a:cs typeface="+mn-ea"/>
                <a:sym typeface="+mn-lt"/>
              </a:rPr>
              <a:t>H</a:t>
            </a:r>
            <a:r>
              <a:rPr lang="en-US" altLang="zh-CN" sz="2800" kern="100" baseline="-25000" dirty="0">
                <a:cs typeface="+mn-ea"/>
                <a:sym typeface="+mn-lt"/>
              </a:rPr>
              <a:t>2</a:t>
            </a:r>
            <a:r>
              <a:rPr lang="en-US" altLang="zh-CN" sz="2800" kern="100" dirty="0">
                <a:cs typeface="+mn-ea"/>
                <a:sym typeface="+mn-lt"/>
              </a:rPr>
              <a:t>(g)</a:t>
            </a:r>
            <a:r>
              <a:rPr lang="zh-CN" altLang="en-US" sz="2800" dirty="0">
                <a:cs typeface="+mn-ea"/>
                <a:sym typeface="+mn-lt"/>
              </a:rPr>
              <a:t>    </a:t>
            </a:r>
            <a:r>
              <a:rPr lang="el-GR" altLang="zh-CN" sz="2800" dirty="0">
                <a:cs typeface="+mn-ea"/>
                <a:sym typeface="+mn-lt"/>
              </a:rPr>
              <a:t>Δ</a:t>
            </a:r>
            <a:r>
              <a:rPr lang="en-US" altLang="zh-CN" sz="2800" i="1" dirty="0">
                <a:cs typeface="+mn-ea"/>
                <a:sym typeface="+mn-lt"/>
              </a:rPr>
              <a:t>H</a:t>
            </a:r>
            <a:r>
              <a:rPr lang="en-US" altLang="zh-CN" sz="2800" baseline="-25000" dirty="0">
                <a:cs typeface="+mn-ea"/>
                <a:sym typeface="+mn-lt"/>
              </a:rPr>
              <a:t>3</a:t>
            </a:r>
            <a:r>
              <a:rPr lang="en-US" altLang="zh-CN" sz="2800" kern="100" dirty="0">
                <a:cs typeface="+mn-ea"/>
                <a:sym typeface="+mn-lt"/>
              </a:rPr>
              <a:t> </a:t>
            </a:r>
            <a:endParaRPr lang="zh-CN" altLang="zh-CN" sz="2800" kern="100" dirty="0">
              <a:cs typeface="+mn-ea"/>
              <a:sym typeface="+mn-lt"/>
            </a:endParaRPr>
          </a:p>
        </p:txBody>
      </p:sp>
    </p:spTree>
    <p:custDataLst>
      <p:tags r:id="rId1"/>
    </p:custData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334964" y="1038225"/>
            <a:ext cx="11522074" cy="4184800"/>
          </a:xfrm>
          <a:prstGeom prst="rect">
            <a:avLst/>
          </a:prstGeom>
          <a:noFill/>
        </p:spPr>
        <p:txBody>
          <a:bodyPr wrap="square">
            <a:spAutoFit/>
          </a:bodyPr>
          <a:lstStyle/>
          <a:p>
            <a:pPr algn="just">
              <a:lnSpc>
                <a:spcPct val="120000"/>
              </a:lnSpc>
            </a:pPr>
            <a:r>
              <a:rPr lang="en-US" altLang="zh-CN" sz="2800" kern="100">
                <a:effectLst/>
                <a:cs typeface="Courier New" panose="02070309020205020404" pitchFamily="49" charset="0"/>
              </a:rPr>
              <a:t>1.</a:t>
            </a:r>
            <a:r>
              <a:rPr lang="zh-CN" altLang="zh-CN" sz="2800" kern="100">
                <a:effectLst/>
                <a:cs typeface="Times New Roman" panose="02020603050405020304" charset="0"/>
              </a:rPr>
              <a:t>发射火箭时使用的燃料可以是液氢和液氧，已知下列热化学方程式：</a:t>
            </a:r>
            <a:endParaRPr lang="zh-CN" altLang="zh-CN" sz="2800" kern="100">
              <a:effectLst/>
              <a:cs typeface="Courier New" panose="02070309020205020404" pitchFamily="49" charset="0"/>
            </a:endParaRPr>
          </a:p>
          <a:p>
            <a:pPr algn="just">
              <a:lnSpc>
                <a:spcPct val="120000"/>
              </a:lnSpc>
            </a:pPr>
            <a:r>
              <a:rPr lang="en-US" altLang="zh-CN" sz="2800" kern="100">
                <a:effectLst/>
                <a:cs typeface="Times New Roman" panose="02020603050405020304" charset="0"/>
              </a:rPr>
              <a:t>①</a:t>
            </a:r>
            <a:r>
              <a:rPr lang="en-US" altLang="zh-CN" sz="2800" kern="100">
                <a:effectLst/>
                <a:cs typeface="Courier New" panose="02070309020205020404" pitchFamily="49" charset="0"/>
              </a:rPr>
              <a:t>H</a:t>
            </a:r>
            <a:r>
              <a:rPr lang="en-US" altLang="zh-CN" sz="2800" kern="100" baseline="-25000">
                <a:effectLst/>
                <a:cs typeface="Courier New" panose="02070309020205020404" pitchFamily="49" charset="0"/>
              </a:rPr>
              <a:t>2</a:t>
            </a:r>
            <a:r>
              <a:rPr lang="en-US" altLang="zh-CN" sz="2800" kern="100">
                <a:effectLst/>
                <a:cs typeface="Courier New" panose="02070309020205020404" pitchFamily="49" charset="0"/>
              </a:rPr>
              <a:t>(g)</a:t>
            </a:r>
            <a:r>
              <a:rPr lang="zh-CN" altLang="zh-CN" sz="2800" kern="100">
                <a:effectLst/>
                <a:cs typeface="Times New Roman" panose="02020603050405020304" charset="0"/>
              </a:rPr>
              <a:t>＋</a:t>
            </a:r>
            <a:r>
              <a:rPr lang="en-US" altLang="zh-CN" sz="2800" kern="100">
                <a:effectLst/>
                <a:cs typeface="Times New Roman" panose="02020603050405020304" charset="0"/>
              </a:rPr>
              <a:t>1/2</a:t>
            </a:r>
            <a:r>
              <a:rPr lang="en-US" altLang="zh-CN" sz="2800" kern="100">
                <a:effectLst/>
                <a:cs typeface="Courier New" panose="02070309020205020404" pitchFamily="49" charset="0"/>
              </a:rPr>
              <a:t>O</a:t>
            </a:r>
            <a:r>
              <a:rPr lang="en-US" altLang="zh-CN" sz="2800" kern="100" baseline="-25000">
                <a:effectLst/>
                <a:cs typeface="Courier New" panose="02070309020205020404" pitchFamily="49" charset="0"/>
              </a:rPr>
              <a:t>2</a:t>
            </a:r>
            <a:r>
              <a:rPr lang="en-US" altLang="zh-CN" sz="2800" kern="100">
                <a:effectLst/>
                <a:cs typeface="Courier New" panose="02070309020205020404" pitchFamily="49" charset="0"/>
              </a:rPr>
              <a:t>(g)</a:t>
            </a:r>
            <a:r>
              <a:rPr lang="en-US" altLang="zh-CN" sz="2800" kern="100" spc="-80">
                <a:effectLst/>
                <a:cs typeface="Courier New" panose="02070309020205020404" pitchFamily="49" charset="0"/>
              </a:rPr>
              <a:t>==</a:t>
            </a:r>
            <a:r>
              <a:rPr lang="en-US" altLang="zh-CN" sz="2800" kern="100">
                <a:effectLst/>
                <a:cs typeface="Courier New" panose="02070309020205020404" pitchFamily="49" charset="0"/>
              </a:rPr>
              <a:t>=H</a:t>
            </a:r>
            <a:r>
              <a:rPr lang="en-US" altLang="zh-CN" sz="2800" kern="100" baseline="-25000">
                <a:effectLst/>
                <a:cs typeface="Courier New" panose="02070309020205020404" pitchFamily="49" charset="0"/>
              </a:rPr>
              <a:t>2</a:t>
            </a:r>
            <a:r>
              <a:rPr lang="en-US" altLang="zh-CN" sz="2800" kern="100">
                <a:effectLst/>
                <a:cs typeface="Courier New" panose="02070309020205020404" pitchFamily="49" charset="0"/>
              </a:rPr>
              <a:t>O(l)</a:t>
            </a:r>
            <a:r>
              <a:rPr lang="zh-CN" altLang="zh-CN" sz="2800" kern="100">
                <a:effectLst/>
                <a:cs typeface="Times New Roman" panose="02020603050405020304" charset="0"/>
              </a:rPr>
              <a:t>　</a:t>
            </a:r>
            <a:r>
              <a:rPr lang="en-US" altLang="zh-CN" sz="2800" kern="100">
                <a:effectLst/>
                <a:cs typeface="Courier New" panose="02070309020205020404" pitchFamily="49" charset="0"/>
              </a:rPr>
              <a:t>Δ</a:t>
            </a:r>
            <a:r>
              <a:rPr lang="en-US" altLang="zh-CN" sz="2800" i="1" kern="100">
                <a:effectLst/>
                <a:cs typeface="Courier New" panose="02070309020205020404" pitchFamily="49" charset="0"/>
              </a:rPr>
              <a:t>H</a:t>
            </a:r>
            <a:r>
              <a:rPr lang="en-US" altLang="zh-CN" sz="2800" kern="100" baseline="-25000">
                <a:effectLst/>
                <a:cs typeface="Courier New" panose="02070309020205020404" pitchFamily="49" charset="0"/>
              </a:rPr>
              <a:t>1</a:t>
            </a:r>
            <a:r>
              <a:rPr lang="zh-CN" altLang="zh-CN" sz="2800" kern="100">
                <a:effectLst/>
                <a:cs typeface="Times New Roman" panose="02020603050405020304" charset="0"/>
              </a:rPr>
              <a:t>＝－</a:t>
            </a:r>
            <a:r>
              <a:rPr lang="en-US" altLang="zh-CN" sz="2800" kern="100">
                <a:effectLst/>
                <a:cs typeface="Courier New" panose="02070309020205020404" pitchFamily="49" charset="0"/>
              </a:rPr>
              <a:t>285.8 kJ·mol</a:t>
            </a:r>
            <a:r>
              <a:rPr lang="zh-CN" altLang="zh-CN" sz="2800" kern="100" baseline="30000">
                <a:effectLst/>
                <a:cs typeface="Times New Roman" panose="02020603050405020304" charset="0"/>
              </a:rPr>
              <a:t>－</a:t>
            </a:r>
            <a:r>
              <a:rPr lang="en-US" altLang="zh-CN" sz="2800" kern="100" baseline="30000">
                <a:effectLst/>
                <a:cs typeface="Courier New" panose="02070309020205020404" pitchFamily="49" charset="0"/>
              </a:rPr>
              <a:t>1</a:t>
            </a:r>
            <a:endParaRPr lang="zh-CN" altLang="zh-CN" sz="2800" kern="100">
              <a:effectLst/>
              <a:cs typeface="Courier New" panose="02070309020205020404" pitchFamily="49" charset="0"/>
            </a:endParaRPr>
          </a:p>
          <a:p>
            <a:pPr algn="just">
              <a:lnSpc>
                <a:spcPct val="120000"/>
              </a:lnSpc>
            </a:pPr>
            <a:r>
              <a:rPr lang="en-US" altLang="zh-CN" sz="2800" kern="100">
                <a:effectLst/>
                <a:cs typeface="Times New Roman" panose="02020603050405020304" charset="0"/>
              </a:rPr>
              <a:t>②</a:t>
            </a:r>
            <a:r>
              <a:rPr lang="en-US" altLang="zh-CN" sz="2800" kern="100">
                <a:effectLst/>
                <a:cs typeface="Courier New" panose="02070309020205020404" pitchFamily="49" charset="0"/>
              </a:rPr>
              <a:t>H</a:t>
            </a:r>
            <a:r>
              <a:rPr lang="en-US" altLang="zh-CN" sz="2800" kern="100" baseline="-25000">
                <a:effectLst/>
                <a:cs typeface="Courier New" panose="02070309020205020404" pitchFamily="49" charset="0"/>
              </a:rPr>
              <a:t>2</a:t>
            </a:r>
            <a:r>
              <a:rPr lang="en-US" altLang="zh-CN" sz="2800" kern="100">
                <a:effectLst/>
                <a:cs typeface="Courier New" panose="02070309020205020404" pitchFamily="49" charset="0"/>
              </a:rPr>
              <a:t>(g)</a:t>
            </a:r>
            <a:r>
              <a:rPr lang="en-US" altLang="zh-CN" sz="2800" kern="100" spc="-80">
                <a:effectLst/>
                <a:cs typeface="Courier New" panose="02070309020205020404" pitchFamily="49" charset="0"/>
              </a:rPr>
              <a:t>==</a:t>
            </a:r>
            <a:r>
              <a:rPr lang="en-US" altLang="zh-CN" sz="2800" kern="100">
                <a:effectLst/>
                <a:cs typeface="Courier New" panose="02070309020205020404" pitchFamily="49" charset="0"/>
              </a:rPr>
              <a:t>=H</a:t>
            </a:r>
            <a:r>
              <a:rPr lang="en-US" altLang="zh-CN" sz="2800" kern="100" baseline="-25000">
                <a:effectLst/>
                <a:cs typeface="Courier New" panose="02070309020205020404" pitchFamily="49" charset="0"/>
              </a:rPr>
              <a:t>2</a:t>
            </a:r>
            <a:r>
              <a:rPr lang="en-US" altLang="zh-CN" sz="2800" kern="100">
                <a:effectLst/>
                <a:cs typeface="Courier New" panose="02070309020205020404" pitchFamily="49" charset="0"/>
              </a:rPr>
              <a:t>(l)</a:t>
            </a:r>
            <a:r>
              <a:rPr lang="zh-CN" altLang="zh-CN" sz="2800" kern="100">
                <a:effectLst/>
                <a:cs typeface="Times New Roman" panose="02020603050405020304" charset="0"/>
              </a:rPr>
              <a:t>　</a:t>
            </a:r>
            <a:r>
              <a:rPr lang="en-US" altLang="zh-CN" sz="2800" kern="100">
                <a:effectLst/>
                <a:cs typeface="Courier New" panose="02070309020205020404" pitchFamily="49" charset="0"/>
              </a:rPr>
              <a:t>Δ</a:t>
            </a:r>
            <a:r>
              <a:rPr lang="en-US" altLang="zh-CN" sz="2800" i="1" kern="100">
                <a:effectLst/>
                <a:cs typeface="Courier New" panose="02070309020205020404" pitchFamily="49" charset="0"/>
              </a:rPr>
              <a:t>H</a:t>
            </a:r>
            <a:r>
              <a:rPr lang="en-US" altLang="zh-CN" sz="2800" kern="100" baseline="-25000">
                <a:effectLst/>
                <a:cs typeface="Courier New" panose="02070309020205020404" pitchFamily="49" charset="0"/>
              </a:rPr>
              <a:t>2</a:t>
            </a:r>
            <a:r>
              <a:rPr lang="zh-CN" altLang="zh-CN" sz="2800" kern="100">
                <a:effectLst/>
                <a:cs typeface="Times New Roman" panose="02020603050405020304" charset="0"/>
              </a:rPr>
              <a:t>＝－</a:t>
            </a:r>
            <a:r>
              <a:rPr lang="en-US" altLang="zh-CN" sz="2800" kern="100">
                <a:effectLst/>
                <a:cs typeface="Courier New" panose="02070309020205020404" pitchFamily="49" charset="0"/>
              </a:rPr>
              <a:t>0.92 kJ·mol</a:t>
            </a:r>
            <a:r>
              <a:rPr lang="zh-CN" altLang="zh-CN" sz="2800" kern="100" baseline="30000">
                <a:effectLst/>
                <a:cs typeface="Times New Roman" panose="02020603050405020304" charset="0"/>
              </a:rPr>
              <a:t>－</a:t>
            </a:r>
            <a:r>
              <a:rPr lang="en-US" altLang="zh-CN" sz="2800" kern="100" baseline="30000">
                <a:effectLst/>
                <a:cs typeface="Courier New" panose="02070309020205020404" pitchFamily="49" charset="0"/>
              </a:rPr>
              <a:t>1</a:t>
            </a:r>
            <a:endParaRPr lang="zh-CN" altLang="zh-CN" sz="2800" kern="100">
              <a:effectLst/>
              <a:cs typeface="Courier New" panose="02070309020205020404" pitchFamily="49" charset="0"/>
            </a:endParaRPr>
          </a:p>
          <a:p>
            <a:pPr algn="just">
              <a:lnSpc>
                <a:spcPct val="120000"/>
              </a:lnSpc>
            </a:pPr>
            <a:r>
              <a:rPr lang="en-US" altLang="zh-CN" sz="2800" kern="100">
                <a:effectLst/>
                <a:cs typeface="Times New Roman" panose="02020603050405020304" charset="0"/>
              </a:rPr>
              <a:t>③</a:t>
            </a:r>
            <a:r>
              <a:rPr lang="en-US" altLang="zh-CN" sz="2800" kern="100">
                <a:effectLst/>
                <a:cs typeface="Courier New" panose="02070309020205020404" pitchFamily="49" charset="0"/>
              </a:rPr>
              <a:t>O</a:t>
            </a:r>
            <a:r>
              <a:rPr lang="en-US" altLang="zh-CN" sz="2800" kern="100" baseline="-25000">
                <a:effectLst/>
                <a:cs typeface="Courier New" panose="02070309020205020404" pitchFamily="49" charset="0"/>
              </a:rPr>
              <a:t>2</a:t>
            </a:r>
            <a:r>
              <a:rPr lang="en-US" altLang="zh-CN" sz="2800" kern="100">
                <a:effectLst/>
                <a:cs typeface="Courier New" panose="02070309020205020404" pitchFamily="49" charset="0"/>
              </a:rPr>
              <a:t>(g)</a:t>
            </a:r>
            <a:r>
              <a:rPr lang="en-US" altLang="zh-CN" sz="2800" kern="100" spc="-80">
                <a:effectLst/>
                <a:cs typeface="Courier New" panose="02070309020205020404" pitchFamily="49" charset="0"/>
              </a:rPr>
              <a:t>==</a:t>
            </a:r>
            <a:r>
              <a:rPr lang="en-US" altLang="zh-CN" sz="2800" kern="100">
                <a:effectLst/>
                <a:cs typeface="Courier New" panose="02070309020205020404" pitchFamily="49" charset="0"/>
              </a:rPr>
              <a:t>=O</a:t>
            </a:r>
            <a:r>
              <a:rPr lang="en-US" altLang="zh-CN" sz="2800" kern="100" baseline="-25000">
                <a:effectLst/>
                <a:cs typeface="Courier New" panose="02070309020205020404" pitchFamily="49" charset="0"/>
              </a:rPr>
              <a:t>2</a:t>
            </a:r>
            <a:r>
              <a:rPr lang="en-US" altLang="zh-CN" sz="2800" kern="100">
                <a:effectLst/>
                <a:cs typeface="Courier New" panose="02070309020205020404" pitchFamily="49" charset="0"/>
              </a:rPr>
              <a:t>(l)</a:t>
            </a:r>
            <a:r>
              <a:rPr lang="zh-CN" altLang="zh-CN" sz="2800" kern="100">
                <a:effectLst/>
                <a:cs typeface="Times New Roman" panose="02020603050405020304" charset="0"/>
              </a:rPr>
              <a:t>　</a:t>
            </a:r>
            <a:r>
              <a:rPr lang="en-US" altLang="zh-CN" sz="2800" kern="100">
                <a:effectLst/>
                <a:cs typeface="Courier New" panose="02070309020205020404" pitchFamily="49" charset="0"/>
              </a:rPr>
              <a:t>Δ</a:t>
            </a:r>
            <a:r>
              <a:rPr lang="en-US" altLang="zh-CN" sz="2800" i="1" kern="100">
                <a:effectLst/>
                <a:cs typeface="Courier New" panose="02070309020205020404" pitchFamily="49" charset="0"/>
              </a:rPr>
              <a:t>H</a:t>
            </a:r>
            <a:r>
              <a:rPr lang="en-US" altLang="zh-CN" sz="2800" kern="100" baseline="-25000">
                <a:effectLst/>
                <a:cs typeface="Courier New" panose="02070309020205020404" pitchFamily="49" charset="0"/>
              </a:rPr>
              <a:t>3</a:t>
            </a:r>
            <a:r>
              <a:rPr lang="zh-CN" altLang="zh-CN" sz="2800" kern="100">
                <a:effectLst/>
                <a:cs typeface="Times New Roman" panose="02020603050405020304" charset="0"/>
              </a:rPr>
              <a:t>＝－</a:t>
            </a:r>
            <a:r>
              <a:rPr lang="en-US" altLang="zh-CN" sz="2800" kern="100">
                <a:effectLst/>
                <a:cs typeface="Courier New" panose="02070309020205020404" pitchFamily="49" charset="0"/>
              </a:rPr>
              <a:t>6.84 kJ·mol</a:t>
            </a:r>
            <a:r>
              <a:rPr lang="zh-CN" altLang="zh-CN" sz="2800" kern="100" baseline="30000">
                <a:effectLst/>
                <a:cs typeface="Times New Roman" panose="02020603050405020304" charset="0"/>
              </a:rPr>
              <a:t>－</a:t>
            </a:r>
            <a:r>
              <a:rPr lang="en-US" altLang="zh-CN" sz="2800" kern="100" baseline="30000">
                <a:effectLst/>
                <a:cs typeface="Courier New" panose="02070309020205020404" pitchFamily="49" charset="0"/>
              </a:rPr>
              <a:t>1</a:t>
            </a:r>
            <a:endParaRPr lang="zh-CN" altLang="zh-CN" sz="2800" kern="100">
              <a:effectLst/>
              <a:cs typeface="Courier New" panose="02070309020205020404" pitchFamily="49" charset="0"/>
            </a:endParaRPr>
          </a:p>
          <a:p>
            <a:pPr algn="just">
              <a:lnSpc>
                <a:spcPct val="120000"/>
              </a:lnSpc>
            </a:pPr>
            <a:r>
              <a:rPr lang="en-US" altLang="zh-CN" sz="2800" kern="100">
                <a:effectLst/>
                <a:cs typeface="Times New Roman" panose="02020603050405020304" charset="0"/>
              </a:rPr>
              <a:t>④</a:t>
            </a:r>
            <a:r>
              <a:rPr lang="en-US" altLang="zh-CN" sz="2800" kern="100">
                <a:effectLst/>
                <a:cs typeface="Courier New" panose="02070309020205020404" pitchFamily="49" charset="0"/>
              </a:rPr>
              <a:t>H</a:t>
            </a:r>
            <a:r>
              <a:rPr lang="en-US" altLang="zh-CN" sz="2800" kern="100" baseline="-25000">
                <a:effectLst/>
                <a:cs typeface="Courier New" panose="02070309020205020404" pitchFamily="49" charset="0"/>
              </a:rPr>
              <a:t>2</a:t>
            </a:r>
            <a:r>
              <a:rPr lang="en-US" altLang="zh-CN" sz="2800" kern="100">
                <a:effectLst/>
                <a:cs typeface="Courier New" panose="02070309020205020404" pitchFamily="49" charset="0"/>
              </a:rPr>
              <a:t>O(l)</a:t>
            </a:r>
            <a:r>
              <a:rPr lang="en-US" altLang="zh-CN" sz="2800" kern="100" spc="-80">
                <a:effectLst/>
                <a:cs typeface="Courier New" panose="02070309020205020404" pitchFamily="49" charset="0"/>
              </a:rPr>
              <a:t>==</a:t>
            </a:r>
            <a:r>
              <a:rPr lang="en-US" altLang="zh-CN" sz="2800" kern="100">
                <a:effectLst/>
                <a:cs typeface="Courier New" panose="02070309020205020404" pitchFamily="49" charset="0"/>
              </a:rPr>
              <a:t>=H</a:t>
            </a:r>
            <a:r>
              <a:rPr lang="en-US" altLang="zh-CN" sz="2800" kern="100" baseline="-25000">
                <a:effectLst/>
                <a:cs typeface="Courier New" panose="02070309020205020404" pitchFamily="49" charset="0"/>
              </a:rPr>
              <a:t>2</a:t>
            </a:r>
            <a:r>
              <a:rPr lang="en-US" altLang="zh-CN" sz="2800" kern="100">
                <a:effectLst/>
                <a:cs typeface="Courier New" panose="02070309020205020404" pitchFamily="49" charset="0"/>
              </a:rPr>
              <a:t>O(g)</a:t>
            </a:r>
            <a:r>
              <a:rPr lang="zh-CN" altLang="zh-CN" sz="2800" kern="100">
                <a:effectLst/>
                <a:cs typeface="Times New Roman" panose="02020603050405020304" charset="0"/>
              </a:rPr>
              <a:t>　</a:t>
            </a:r>
            <a:r>
              <a:rPr lang="en-US" altLang="zh-CN" sz="2800" kern="100">
                <a:effectLst/>
                <a:cs typeface="Courier New" panose="02070309020205020404" pitchFamily="49" charset="0"/>
              </a:rPr>
              <a:t>Δ</a:t>
            </a:r>
            <a:r>
              <a:rPr lang="en-US" altLang="zh-CN" sz="2800" i="1" kern="100">
                <a:effectLst/>
                <a:cs typeface="Courier New" panose="02070309020205020404" pitchFamily="49" charset="0"/>
              </a:rPr>
              <a:t>H</a:t>
            </a:r>
            <a:r>
              <a:rPr lang="en-US" altLang="zh-CN" sz="2800" kern="100" baseline="-25000">
                <a:effectLst/>
                <a:cs typeface="Courier New" panose="02070309020205020404" pitchFamily="49" charset="0"/>
              </a:rPr>
              <a:t>4</a:t>
            </a:r>
            <a:r>
              <a:rPr lang="zh-CN" altLang="zh-CN" sz="2800" kern="100">
                <a:effectLst/>
                <a:cs typeface="Times New Roman" panose="02020603050405020304" charset="0"/>
              </a:rPr>
              <a:t>＝＋</a:t>
            </a:r>
            <a:r>
              <a:rPr lang="en-US" altLang="zh-CN" sz="2800" kern="100">
                <a:effectLst/>
                <a:cs typeface="Courier New" panose="02070309020205020404" pitchFamily="49" charset="0"/>
              </a:rPr>
              <a:t>44.0 kJ·mol</a:t>
            </a:r>
            <a:r>
              <a:rPr lang="zh-CN" altLang="zh-CN" sz="2800" kern="100" baseline="30000">
                <a:effectLst/>
                <a:cs typeface="Times New Roman" panose="02020603050405020304" charset="0"/>
              </a:rPr>
              <a:t>－</a:t>
            </a:r>
            <a:r>
              <a:rPr lang="en-US" altLang="zh-CN" sz="2800" kern="100" baseline="30000">
                <a:effectLst/>
                <a:cs typeface="Courier New" panose="02070309020205020404" pitchFamily="49" charset="0"/>
              </a:rPr>
              <a:t>1</a:t>
            </a:r>
            <a:endParaRPr lang="zh-CN" altLang="zh-CN" sz="2800" kern="100">
              <a:effectLst/>
              <a:cs typeface="Courier New" panose="02070309020205020404" pitchFamily="49" charset="0"/>
            </a:endParaRPr>
          </a:p>
          <a:p>
            <a:pPr algn="just">
              <a:lnSpc>
                <a:spcPct val="120000"/>
              </a:lnSpc>
            </a:pPr>
            <a:r>
              <a:rPr lang="zh-CN" altLang="zh-CN" sz="2800" kern="100">
                <a:effectLst/>
                <a:cs typeface="Times New Roman" panose="02020603050405020304" charset="0"/>
              </a:rPr>
              <a:t>则反应</a:t>
            </a:r>
            <a:r>
              <a:rPr lang="en-US" altLang="zh-CN" sz="2800" kern="100">
                <a:effectLst/>
                <a:cs typeface="Courier New" panose="02070309020205020404" pitchFamily="49" charset="0"/>
              </a:rPr>
              <a:t>H</a:t>
            </a:r>
            <a:r>
              <a:rPr lang="en-US" altLang="zh-CN" sz="2800" kern="100" baseline="-25000">
                <a:effectLst/>
                <a:cs typeface="Courier New" panose="02070309020205020404" pitchFamily="49" charset="0"/>
              </a:rPr>
              <a:t>2</a:t>
            </a:r>
            <a:r>
              <a:rPr lang="en-US" altLang="zh-CN" sz="2800" kern="100">
                <a:effectLst/>
                <a:cs typeface="Courier New" panose="02070309020205020404" pitchFamily="49" charset="0"/>
              </a:rPr>
              <a:t>(l)</a:t>
            </a:r>
            <a:r>
              <a:rPr lang="zh-CN" altLang="zh-CN" sz="2800" kern="100">
                <a:effectLst/>
                <a:cs typeface="Times New Roman" panose="02020603050405020304" charset="0"/>
              </a:rPr>
              <a:t>＋</a:t>
            </a:r>
            <a:r>
              <a:rPr lang="en-US" altLang="zh-CN" sz="2800" kern="100">
                <a:effectLst/>
                <a:cs typeface="Times New Roman" panose="02020603050405020304" charset="0"/>
              </a:rPr>
              <a:t>1/2</a:t>
            </a:r>
            <a:r>
              <a:rPr lang="en-US" altLang="zh-CN" sz="2800" kern="100">
                <a:effectLst/>
                <a:cs typeface="Courier New" panose="02070309020205020404" pitchFamily="49" charset="0"/>
              </a:rPr>
              <a:t>O</a:t>
            </a:r>
            <a:r>
              <a:rPr lang="en-US" altLang="zh-CN" sz="2800" kern="100" baseline="-25000">
                <a:effectLst/>
                <a:cs typeface="Courier New" panose="02070309020205020404" pitchFamily="49" charset="0"/>
              </a:rPr>
              <a:t>2</a:t>
            </a:r>
            <a:r>
              <a:rPr lang="en-US" altLang="zh-CN" sz="2800" kern="100">
                <a:effectLst/>
                <a:cs typeface="Courier New" panose="02070309020205020404" pitchFamily="49" charset="0"/>
              </a:rPr>
              <a:t>(l)</a:t>
            </a:r>
            <a:r>
              <a:rPr lang="en-US" altLang="zh-CN" sz="2800" kern="100" spc="-80">
                <a:effectLst/>
                <a:cs typeface="Courier New" panose="02070309020205020404" pitchFamily="49" charset="0"/>
              </a:rPr>
              <a:t>==</a:t>
            </a:r>
            <a:r>
              <a:rPr lang="en-US" altLang="zh-CN" sz="2800" kern="100">
                <a:effectLst/>
                <a:cs typeface="Courier New" panose="02070309020205020404" pitchFamily="49" charset="0"/>
              </a:rPr>
              <a:t>=H</a:t>
            </a:r>
            <a:r>
              <a:rPr lang="en-US" altLang="zh-CN" sz="2800" kern="100" baseline="-25000">
                <a:effectLst/>
                <a:cs typeface="Courier New" panose="02070309020205020404" pitchFamily="49" charset="0"/>
              </a:rPr>
              <a:t>2</a:t>
            </a:r>
            <a:r>
              <a:rPr lang="en-US" altLang="zh-CN" sz="2800" kern="100">
                <a:effectLst/>
                <a:cs typeface="Courier New" panose="02070309020205020404" pitchFamily="49" charset="0"/>
              </a:rPr>
              <a:t>O(g)</a:t>
            </a:r>
            <a:r>
              <a:rPr lang="zh-CN" altLang="zh-CN" sz="2800" kern="100">
                <a:effectLst/>
                <a:cs typeface="Times New Roman" panose="02020603050405020304" charset="0"/>
              </a:rPr>
              <a:t>的反应热</a:t>
            </a:r>
            <a:r>
              <a:rPr lang="en-US" altLang="zh-CN" sz="2800" kern="100">
                <a:effectLst/>
                <a:cs typeface="Courier New" panose="02070309020205020404" pitchFamily="49" charset="0"/>
              </a:rPr>
              <a:t>Δ</a:t>
            </a:r>
            <a:r>
              <a:rPr lang="en-US" altLang="zh-CN" sz="2800" i="1" kern="100">
                <a:effectLst/>
                <a:cs typeface="Courier New" panose="02070309020205020404" pitchFamily="49" charset="0"/>
              </a:rPr>
              <a:t>H</a:t>
            </a:r>
            <a:r>
              <a:rPr lang="zh-CN" altLang="zh-CN" sz="2800" kern="100">
                <a:effectLst/>
                <a:cs typeface="Times New Roman" panose="02020603050405020304" charset="0"/>
              </a:rPr>
              <a:t>为</a:t>
            </a:r>
            <a:r>
              <a:rPr lang="en-US" altLang="zh-CN" sz="2800" kern="100">
                <a:effectLst/>
                <a:cs typeface="Courier New" panose="02070309020205020404" pitchFamily="49" charset="0"/>
              </a:rPr>
              <a:t>(</a:t>
            </a:r>
            <a:r>
              <a:rPr lang="zh-CN" altLang="zh-CN" sz="2800" kern="100">
                <a:effectLst/>
                <a:cs typeface="Times New Roman" panose="02020603050405020304" charset="0"/>
              </a:rPr>
              <a:t>　　</a:t>
            </a:r>
            <a:r>
              <a:rPr lang="en-US" altLang="zh-CN" sz="2800" kern="100">
                <a:effectLst/>
                <a:cs typeface="Courier New" panose="02070309020205020404" pitchFamily="49" charset="0"/>
              </a:rPr>
              <a:t>)</a:t>
            </a:r>
            <a:endParaRPr lang="zh-CN" altLang="zh-CN" sz="2800" kern="100">
              <a:effectLst/>
              <a:cs typeface="Courier New" panose="02070309020205020404" pitchFamily="49" charset="0"/>
            </a:endParaRPr>
          </a:p>
          <a:p>
            <a:pPr algn="just">
              <a:lnSpc>
                <a:spcPct val="120000"/>
              </a:lnSpc>
            </a:pPr>
            <a:r>
              <a:rPr lang="en-US" altLang="zh-CN" sz="2800" kern="100">
                <a:effectLst/>
                <a:cs typeface="Courier New" panose="02070309020205020404" pitchFamily="49" charset="0"/>
              </a:rPr>
              <a:t>A</a:t>
            </a:r>
            <a:r>
              <a:rPr lang="zh-CN" altLang="zh-CN" sz="2800" kern="100">
                <a:effectLst/>
                <a:cs typeface="Times New Roman" panose="02020603050405020304" charset="0"/>
              </a:rPr>
              <a:t>．＋</a:t>
            </a:r>
            <a:r>
              <a:rPr lang="en-US" altLang="zh-CN" sz="2800" kern="100">
                <a:effectLst/>
                <a:cs typeface="Courier New" panose="02070309020205020404" pitchFamily="49" charset="0"/>
              </a:rPr>
              <a:t>237.46 kJ·mol</a:t>
            </a:r>
            <a:r>
              <a:rPr lang="zh-CN" altLang="zh-CN" sz="2800" kern="100" baseline="30000">
                <a:effectLst/>
                <a:cs typeface="Times New Roman" panose="02020603050405020304" charset="0"/>
              </a:rPr>
              <a:t>－</a:t>
            </a:r>
            <a:r>
              <a:rPr lang="en-US" altLang="zh-CN" sz="2800" kern="100" baseline="30000">
                <a:effectLst/>
                <a:cs typeface="Courier New" panose="02070309020205020404" pitchFamily="49" charset="0"/>
              </a:rPr>
              <a:t>1</a:t>
            </a:r>
            <a:r>
              <a:rPr lang="en-US" altLang="zh-CN" sz="2800" kern="100">
                <a:effectLst/>
                <a:cs typeface="Courier New" panose="02070309020205020404" pitchFamily="49" charset="0"/>
              </a:rPr>
              <a:t>  	B</a:t>
            </a:r>
            <a:r>
              <a:rPr lang="zh-CN" altLang="zh-CN" sz="2800" kern="100">
                <a:effectLst/>
                <a:cs typeface="Times New Roman" panose="02020603050405020304" charset="0"/>
              </a:rPr>
              <a:t>．－</a:t>
            </a:r>
            <a:r>
              <a:rPr lang="en-US" altLang="zh-CN" sz="2800" kern="100">
                <a:effectLst/>
                <a:cs typeface="Courier New" panose="02070309020205020404" pitchFamily="49" charset="0"/>
              </a:rPr>
              <a:t>474.92 kJ·mol</a:t>
            </a:r>
            <a:r>
              <a:rPr lang="zh-CN" altLang="zh-CN" sz="2800" kern="100" baseline="30000">
                <a:effectLst/>
                <a:cs typeface="Times New Roman" panose="02020603050405020304" charset="0"/>
              </a:rPr>
              <a:t>－</a:t>
            </a:r>
            <a:r>
              <a:rPr lang="en-US" altLang="zh-CN" sz="2800" kern="100" baseline="30000">
                <a:effectLst/>
                <a:cs typeface="Courier New" panose="02070309020205020404" pitchFamily="49" charset="0"/>
              </a:rPr>
              <a:t>1</a:t>
            </a:r>
            <a:endParaRPr lang="zh-CN" altLang="zh-CN" sz="2800" kern="100">
              <a:effectLst/>
              <a:cs typeface="Courier New" panose="02070309020205020404" pitchFamily="49" charset="0"/>
            </a:endParaRPr>
          </a:p>
          <a:p>
            <a:pPr algn="just">
              <a:lnSpc>
                <a:spcPct val="120000"/>
              </a:lnSpc>
            </a:pPr>
            <a:r>
              <a:rPr lang="en-US" altLang="zh-CN" sz="2800" kern="100">
                <a:effectLst/>
                <a:cs typeface="Courier New" panose="02070309020205020404" pitchFamily="49" charset="0"/>
              </a:rPr>
              <a:t>C</a:t>
            </a:r>
            <a:r>
              <a:rPr lang="zh-CN" altLang="zh-CN" sz="2800" kern="100">
                <a:effectLst/>
                <a:cs typeface="Times New Roman" panose="02020603050405020304" charset="0"/>
              </a:rPr>
              <a:t>．－</a:t>
            </a:r>
            <a:r>
              <a:rPr lang="en-US" altLang="zh-CN" sz="2800" kern="100">
                <a:effectLst/>
                <a:cs typeface="Courier New" panose="02070309020205020404" pitchFamily="49" charset="0"/>
              </a:rPr>
              <a:t>118.73 kJ·mol</a:t>
            </a:r>
            <a:r>
              <a:rPr lang="zh-CN" altLang="zh-CN" sz="2800" kern="100" baseline="30000">
                <a:effectLst/>
                <a:cs typeface="Times New Roman" panose="02020603050405020304" charset="0"/>
              </a:rPr>
              <a:t>－</a:t>
            </a:r>
            <a:r>
              <a:rPr lang="en-US" altLang="zh-CN" sz="2800" kern="100" baseline="30000">
                <a:effectLst/>
                <a:cs typeface="Courier New" panose="02070309020205020404" pitchFamily="49" charset="0"/>
              </a:rPr>
              <a:t>1</a:t>
            </a:r>
            <a:r>
              <a:rPr lang="en-US" altLang="zh-CN" sz="2800" kern="100">
                <a:effectLst/>
                <a:cs typeface="Courier New" panose="02070309020205020404" pitchFamily="49" charset="0"/>
              </a:rPr>
              <a:t>  	D</a:t>
            </a:r>
            <a:r>
              <a:rPr lang="zh-CN" altLang="zh-CN" sz="2800" kern="100">
                <a:effectLst/>
                <a:cs typeface="Times New Roman" panose="02020603050405020304" charset="0"/>
              </a:rPr>
              <a:t>．－</a:t>
            </a:r>
            <a:r>
              <a:rPr lang="en-US" altLang="zh-CN" sz="2800" kern="100">
                <a:effectLst/>
                <a:cs typeface="Courier New" panose="02070309020205020404" pitchFamily="49" charset="0"/>
              </a:rPr>
              <a:t>237.46 kJ·mol</a:t>
            </a:r>
            <a:r>
              <a:rPr lang="zh-CN" altLang="zh-CN" sz="2800" kern="100" baseline="30000">
                <a:effectLst/>
                <a:cs typeface="Times New Roman" panose="02020603050405020304" charset="0"/>
              </a:rPr>
              <a:t>－</a:t>
            </a:r>
            <a:r>
              <a:rPr lang="en-US" altLang="zh-CN" sz="2800" kern="100" baseline="30000">
                <a:effectLst/>
                <a:cs typeface="Courier New" panose="02070309020205020404" pitchFamily="49" charset="0"/>
              </a:rPr>
              <a:t>1</a:t>
            </a:r>
            <a:endParaRPr lang="zh-CN" altLang="zh-CN" sz="2800" kern="100">
              <a:effectLst/>
              <a:cs typeface="Courier New" panose="02070309020205020404" pitchFamily="49" charset="0"/>
            </a:endParaRPr>
          </a:p>
        </p:txBody>
      </p:sp>
      <p:sp>
        <p:nvSpPr>
          <p:cNvPr id="5" name="文本框 4"/>
          <p:cNvSpPr txBox="1"/>
          <p:nvPr>
            <p:custDataLst>
              <p:tags r:id="rId2"/>
            </p:custDataLst>
          </p:nvPr>
        </p:nvSpPr>
        <p:spPr>
          <a:xfrm>
            <a:off x="7910455" y="3663434"/>
            <a:ext cx="461059" cy="523220"/>
          </a:xfrm>
          <a:prstGeom prst="rect">
            <a:avLst/>
          </a:prstGeom>
          <a:noFill/>
        </p:spPr>
        <p:txBody>
          <a:bodyPr wrap="square">
            <a:spAutoFit/>
          </a:bodyPr>
          <a:lstStyle/>
          <a:p>
            <a:pPr algn="ctr"/>
            <a:r>
              <a:rPr lang="en-US" altLang="zh-CN" sz="2800">
                <a:solidFill>
                  <a:srgbClr val="FF0000"/>
                </a:solidFill>
              </a:rPr>
              <a:t>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1"/>
            </p:custDataLst>
          </p:nvPr>
        </p:nvSpPr>
        <p:spPr>
          <a:xfrm>
            <a:off x="334963" y="1061350"/>
            <a:ext cx="11371447" cy="1082412"/>
          </a:xfrm>
          <a:prstGeom prst="rect">
            <a:avLst/>
          </a:prstGeom>
        </p:spPr>
        <p:txBody>
          <a:bodyPr wrap="square">
            <a:spAutoFit/>
          </a:bodyPr>
          <a:lstStyle/>
          <a:p>
            <a:pPr algn="just">
              <a:lnSpc>
                <a:spcPct val="120000"/>
              </a:lnSpc>
              <a:spcAft>
                <a:spcPct val="0"/>
              </a:spcAft>
              <a:tabLst>
                <a:tab pos="1029335" algn="l"/>
                <a:tab pos="1850390" algn="l"/>
                <a:tab pos="2538095" algn="l"/>
                <a:tab pos="3221990" algn="l"/>
              </a:tabLst>
            </a:pPr>
            <a:r>
              <a:rPr lang="en-US" altLang="zh-CN" sz="2800" kern="100">
                <a:latin typeface="+mn-lt"/>
                <a:ea typeface="+mn-ea"/>
                <a:cs typeface="+mn-ea"/>
                <a:sym typeface="+mn-lt"/>
              </a:rPr>
              <a:t>2.</a:t>
            </a:r>
            <a:r>
              <a:rPr lang="zh-CN" altLang="zh-CN" sz="2800" kern="100">
                <a:latin typeface="+mn-lt"/>
                <a:ea typeface="+mn-ea"/>
                <a:cs typeface="+mn-ea"/>
                <a:sym typeface="+mn-lt"/>
              </a:rPr>
              <a:t>已知化学反应的热效应只与反应物的初始状态和生成物的最终状态有关</a:t>
            </a:r>
            <a:r>
              <a:rPr lang="zh-CN" altLang="en-US" sz="2800" kern="100">
                <a:latin typeface="+mn-lt"/>
                <a:ea typeface="+mn-ea"/>
                <a:cs typeface="+mn-ea"/>
                <a:sym typeface="+mn-lt"/>
              </a:rPr>
              <a:t>，</a:t>
            </a:r>
            <a:r>
              <a:rPr lang="zh-CN" altLang="zh-CN" sz="2800" kern="100">
                <a:latin typeface="+mn-lt"/>
                <a:ea typeface="+mn-ea"/>
                <a:cs typeface="+mn-ea"/>
                <a:sym typeface="+mn-lt"/>
              </a:rPr>
              <a:t>下列各反应热关系中</a:t>
            </a:r>
            <a:r>
              <a:rPr lang="zh-CN" altLang="zh-CN" sz="2800" kern="100">
                <a:solidFill>
                  <a:srgbClr val="FF0000"/>
                </a:solidFill>
                <a:latin typeface="+mn-lt"/>
                <a:ea typeface="+mn-ea"/>
                <a:cs typeface="+mn-ea"/>
                <a:sym typeface="+mn-lt"/>
              </a:rPr>
              <a:t>不正确</a:t>
            </a:r>
            <a:r>
              <a:rPr lang="zh-CN" altLang="zh-CN" sz="2800" kern="100">
                <a:latin typeface="+mn-lt"/>
                <a:ea typeface="+mn-ea"/>
                <a:cs typeface="+mn-ea"/>
                <a:sym typeface="+mn-lt"/>
              </a:rPr>
              <a:t>的是</a:t>
            </a:r>
            <a:r>
              <a:rPr lang="en-US" altLang="zh-CN" sz="2800" kern="100">
                <a:latin typeface="+mn-lt"/>
                <a:ea typeface="+mn-ea"/>
                <a:cs typeface="+mn-ea"/>
                <a:sym typeface="+mn-lt"/>
              </a:rPr>
              <a:t>(</a:t>
            </a:r>
            <a:r>
              <a:rPr lang="zh-CN" altLang="zh-CN" sz="2800" kern="100">
                <a:latin typeface="+mn-lt"/>
                <a:ea typeface="+mn-ea"/>
                <a:cs typeface="+mn-ea"/>
                <a:sym typeface="+mn-lt"/>
              </a:rPr>
              <a:t>　　</a:t>
            </a:r>
            <a:r>
              <a:rPr lang="en-US" altLang="zh-CN" sz="2800" kern="100">
                <a:latin typeface="+mn-lt"/>
                <a:ea typeface="+mn-ea"/>
                <a:cs typeface="+mn-ea"/>
                <a:sym typeface="+mn-lt"/>
              </a:rPr>
              <a:t>)</a:t>
            </a:r>
            <a:endParaRPr lang="zh-CN" altLang="zh-CN" sz="2800" kern="100">
              <a:latin typeface="+mn-lt"/>
              <a:ea typeface="+mn-ea"/>
              <a:cs typeface="+mn-ea"/>
              <a:sym typeface="+mn-lt"/>
            </a:endParaRPr>
          </a:p>
        </p:txBody>
      </p:sp>
      <p:pic>
        <p:nvPicPr>
          <p:cNvPr id="3" name="图片 2"/>
          <p:cNvPicPr>
            <a:picLocks noChangeAspect="1"/>
          </p:cNvPicPr>
          <p:nvPr>
            <p:custDataLst>
              <p:tags r:id="rId2"/>
            </p:custDataLst>
          </p:nvPr>
        </p:nvPicPr>
        <p:blipFill>
          <a:blip r:embed="rId6"/>
          <a:stretch>
            <a:fillRect/>
          </a:stretch>
        </p:blipFill>
        <p:spPr>
          <a:xfrm>
            <a:off x="8071238" y="2434032"/>
            <a:ext cx="3155529" cy="2821412"/>
          </a:xfrm>
          <a:prstGeom prst="rect">
            <a:avLst/>
          </a:prstGeom>
        </p:spPr>
      </p:pic>
      <p:sp>
        <p:nvSpPr>
          <p:cNvPr id="4" name="矩形 3"/>
          <p:cNvSpPr/>
          <p:nvPr>
            <p:custDataLst>
              <p:tags r:id="rId3"/>
            </p:custDataLst>
          </p:nvPr>
        </p:nvSpPr>
        <p:spPr>
          <a:xfrm>
            <a:off x="536575" y="2787013"/>
            <a:ext cx="5865059" cy="2115451"/>
          </a:xfrm>
          <a:prstGeom prst="rect">
            <a:avLst/>
          </a:prstGeom>
        </p:spPr>
        <p:txBody>
          <a:bodyPr wrap="square">
            <a:spAutoFit/>
          </a:bodyPr>
          <a:lstStyle/>
          <a:p>
            <a:pPr algn="just">
              <a:lnSpc>
                <a:spcPct val="120000"/>
              </a:lnSpc>
              <a:spcAft>
                <a:spcPct val="0"/>
              </a:spcAft>
              <a:tabLst>
                <a:tab pos="1029335" algn="l"/>
                <a:tab pos="1850390" algn="l"/>
                <a:tab pos="2538095" algn="l"/>
                <a:tab pos="3221990" algn="l"/>
              </a:tabLst>
            </a:pPr>
            <a:r>
              <a:rPr lang="en-US" altLang="zh-CN" sz="2800" kern="100">
                <a:latin typeface="+mn-lt"/>
                <a:ea typeface="+mn-ea"/>
                <a:cs typeface="+mn-ea"/>
                <a:sym typeface="+mn-lt"/>
              </a:rPr>
              <a:t>A.A→F</a:t>
            </a:r>
            <a:r>
              <a:rPr lang="zh-CN" altLang="zh-CN" sz="2800" kern="100">
                <a:latin typeface="+mn-lt"/>
                <a:ea typeface="+mn-ea"/>
                <a:cs typeface="+mn-ea"/>
                <a:sym typeface="+mn-lt"/>
              </a:rPr>
              <a:t>　</a:t>
            </a:r>
            <a:r>
              <a:rPr lang="en-US" altLang="zh-CN" sz="2800" kern="100">
                <a:latin typeface="+mn-lt"/>
                <a:ea typeface="+mn-ea"/>
                <a:cs typeface="+mn-ea"/>
                <a:sym typeface="+mn-lt"/>
              </a:rPr>
              <a:t>Δ</a:t>
            </a:r>
            <a:r>
              <a:rPr lang="en-US" altLang="zh-CN" sz="2800" i="1" kern="100">
                <a:latin typeface="+mn-lt"/>
                <a:ea typeface="+mn-ea"/>
                <a:cs typeface="+mn-ea"/>
                <a:sym typeface="+mn-lt"/>
              </a:rPr>
              <a:t>H</a:t>
            </a:r>
            <a:r>
              <a:rPr lang="en-US" altLang="zh-CN" sz="2800" kern="100">
                <a:latin typeface="+mn-lt"/>
                <a:ea typeface="+mn-ea"/>
                <a:cs typeface="+mn-ea"/>
                <a:sym typeface="+mn-lt"/>
              </a:rPr>
              <a:t>=-Δ</a:t>
            </a:r>
            <a:r>
              <a:rPr lang="en-US" altLang="zh-CN" sz="2800" i="1" kern="100">
                <a:latin typeface="+mn-lt"/>
                <a:ea typeface="+mn-ea"/>
                <a:cs typeface="+mn-ea"/>
                <a:sym typeface="+mn-lt"/>
              </a:rPr>
              <a:t>H</a:t>
            </a:r>
            <a:r>
              <a:rPr lang="en-US" altLang="zh-CN" sz="2800" kern="100" baseline="-25000">
                <a:latin typeface="+mn-lt"/>
                <a:ea typeface="+mn-ea"/>
                <a:cs typeface="+mn-ea"/>
                <a:sym typeface="+mn-lt"/>
              </a:rPr>
              <a:t>6</a:t>
            </a:r>
            <a:endParaRPr lang="zh-CN" altLang="zh-CN" sz="2800" kern="100">
              <a:latin typeface="+mn-lt"/>
              <a:ea typeface="+mn-ea"/>
              <a:cs typeface="+mn-ea"/>
              <a:sym typeface="+mn-lt"/>
            </a:endParaRPr>
          </a:p>
          <a:p>
            <a:pPr algn="just">
              <a:lnSpc>
                <a:spcPct val="120000"/>
              </a:lnSpc>
              <a:spcAft>
                <a:spcPct val="0"/>
              </a:spcAft>
              <a:tabLst>
                <a:tab pos="1029335" algn="l"/>
                <a:tab pos="1850390" algn="l"/>
                <a:tab pos="2538095" algn="l"/>
                <a:tab pos="3221990" algn="l"/>
              </a:tabLst>
            </a:pPr>
            <a:r>
              <a:rPr lang="en-US" altLang="zh-CN" sz="2800" kern="100">
                <a:latin typeface="+mn-lt"/>
                <a:ea typeface="+mn-ea"/>
                <a:cs typeface="+mn-ea"/>
                <a:sym typeface="+mn-lt"/>
              </a:rPr>
              <a:t>B.A→D</a:t>
            </a:r>
            <a:r>
              <a:rPr lang="zh-CN" altLang="zh-CN" sz="2800" kern="100">
                <a:latin typeface="+mn-lt"/>
                <a:ea typeface="+mn-ea"/>
                <a:cs typeface="+mn-ea"/>
                <a:sym typeface="+mn-lt"/>
              </a:rPr>
              <a:t>　</a:t>
            </a:r>
            <a:r>
              <a:rPr lang="en-US" altLang="zh-CN" sz="2800" kern="100">
                <a:latin typeface="+mn-lt"/>
                <a:ea typeface="+mn-ea"/>
                <a:cs typeface="+mn-ea"/>
                <a:sym typeface="+mn-lt"/>
              </a:rPr>
              <a:t>Δ</a:t>
            </a:r>
            <a:r>
              <a:rPr lang="en-US" altLang="zh-CN" sz="2800" i="1" kern="100">
                <a:latin typeface="+mn-lt"/>
                <a:ea typeface="+mn-ea"/>
                <a:cs typeface="+mn-ea"/>
                <a:sym typeface="+mn-lt"/>
              </a:rPr>
              <a:t>H</a:t>
            </a:r>
            <a:r>
              <a:rPr lang="en-US" altLang="zh-CN" sz="2800" kern="100">
                <a:latin typeface="+mn-lt"/>
                <a:ea typeface="+mn-ea"/>
                <a:cs typeface="+mn-ea"/>
                <a:sym typeface="+mn-lt"/>
              </a:rPr>
              <a:t>=Δ</a:t>
            </a:r>
            <a:r>
              <a:rPr lang="en-US" altLang="zh-CN" sz="2800" i="1" kern="100">
                <a:latin typeface="+mn-lt"/>
                <a:ea typeface="+mn-ea"/>
                <a:cs typeface="+mn-ea"/>
                <a:sym typeface="+mn-lt"/>
              </a:rPr>
              <a:t>H</a:t>
            </a:r>
            <a:r>
              <a:rPr lang="en-US" altLang="zh-CN" sz="2800" kern="100" baseline="-25000">
                <a:latin typeface="+mn-lt"/>
                <a:ea typeface="+mn-ea"/>
                <a:cs typeface="+mn-ea"/>
                <a:sym typeface="+mn-lt"/>
              </a:rPr>
              <a:t>1</a:t>
            </a:r>
            <a:r>
              <a:rPr lang="en-US" altLang="zh-CN" sz="2800" kern="100">
                <a:latin typeface="+mn-lt"/>
                <a:ea typeface="+mn-ea"/>
                <a:cs typeface="+mn-ea"/>
                <a:sym typeface="+mn-lt"/>
              </a:rPr>
              <a:t>+Δ</a:t>
            </a:r>
            <a:r>
              <a:rPr lang="en-US" altLang="zh-CN" sz="2800" i="1" kern="100">
                <a:latin typeface="+mn-lt"/>
                <a:ea typeface="+mn-ea"/>
                <a:cs typeface="+mn-ea"/>
                <a:sym typeface="+mn-lt"/>
              </a:rPr>
              <a:t>H</a:t>
            </a:r>
            <a:r>
              <a:rPr lang="en-US" altLang="zh-CN" sz="2800" kern="100" baseline="-25000">
                <a:latin typeface="+mn-lt"/>
                <a:ea typeface="+mn-ea"/>
                <a:cs typeface="+mn-ea"/>
                <a:sym typeface="+mn-lt"/>
              </a:rPr>
              <a:t>2</a:t>
            </a:r>
            <a:r>
              <a:rPr lang="en-US" altLang="zh-CN" sz="2800" kern="100">
                <a:latin typeface="+mn-lt"/>
                <a:ea typeface="+mn-ea"/>
                <a:cs typeface="+mn-ea"/>
                <a:sym typeface="+mn-lt"/>
              </a:rPr>
              <a:t>+Δ</a:t>
            </a:r>
            <a:r>
              <a:rPr lang="en-US" altLang="zh-CN" sz="2800" i="1" kern="100">
                <a:latin typeface="+mn-lt"/>
                <a:ea typeface="+mn-ea"/>
                <a:cs typeface="+mn-ea"/>
                <a:sym typeface="+mn-lt"/>
              </a:rPr>
              <a:t>H</a:t>
            </a:r>
            <a:r>
              <a:rPr lang="en-US" altLang="zh-CN" sz="2800" kern="100" baseline="-25000">
                <a:latin typeface="+mn-lt"/>
                <a:ea typeface="+mn-ea"/>
                <a:cs typeface="+mn-ea"/>
                <a:sym typeface="+mn-lt"/>
              </a:rPr>
              <a:t>3</a:t>
            </a:r>
            <a:endParaRPr lang="zh-CN" altLang="zh-CN" sz="2800" kern="100">
              <a:latin typeface="+mn-lt"/>
              <a:ea typeface="+mn-ea"/>
              <a:cs typeface="+mn-ea"/>
              <a:sym typeface="+mn-lt"/>
            </a:endParaRPr>
          </a:p>
          <a:p>
            <a:pPr algn="just">
              <a:lnSpc>
                <a:spcPct val="120000"/>
              </a:lnSpc>
              <a:spcAft>
                <a:spcPct val="0"/>
              </a:spcAft>
              <a:tabLst>
                <a:tab pos="1029335" algn="l"/>
                <a:tab pos="1850390" algn="l"/>
                <a:tab pos="2538095" algn="l"/>
                <a:tab pos="3221990" algn="l"/>
              </a:tabLst>
            </a:pPr>
            <a:r>
              <a:rPr lang="en-US" altLang="zh-CN" sz="2800" kern="100">
                <a:latin typeface="+mn-lt"/>
                <a:ea typeface="+mn-ea"/>
                <a:cs typeface="+mn-ea"/>
                <a:sym typeface="+mn-lt"/>
              </a:rPr>
              <a:t>C.Δ</a:t>
            </a:r>
            <a:r>
              <a:rPr lang="en-US" altLang="zh-CN" sz="2800" i="1" kern="100">
                <a:latin typeface="+mn-lt"/>
                <a:ea typeface="+mn-ea"/>
                <a:cs typeface="+mn-ea"/>
                <a:sym typeface="+mn-lt"/>
              </a:rPr>
              <a:t>H</a:t>
            </a:r>
            <a:r>
              <a:rPr lang="en-US" altLang="zh-CN" sz="2800" kern="100" baseline="-25000">
                <a:latin typeface="+mn-lt"/>
                <a:ea typeface="+mn-ea"/>
                <a:cs typeface="+mn-ea"/>
                <a:sym typeface="+mn-lt"/>
              </a:rPr>
              <a:t>1</a:t>
            </a:r>
            <a:r>
              <a:rPr lang="en-US" altLang="zh-CN" sz="2800" kern="100">
                <a:latin typeface="+mn-lt"/>
                <a:ea typeface="+mn-ea"/>
                <a:cs typeface="+mn-ea"/>
                <a:sym typeface="+mn-lt"/>
              </a:rPr>
              <a:t>+Δ</a:t>
            </a:r>
            <a:r>
              <a:rPr lang="en-US" altLang="zh-CN" sz="2800" i="1" kern="100">
                <a:latin typeface="+mn-lt"/>
                <a:ea typeface="+mn-ea"/>
                <a:cs typeface="+mn-ea"/>
                <a:sym typeface="+mn-lt"/>
              </a:rPr>
              <a:t>H</a:t>
            </a:r>
            <a:r>
              <a:rPr lang="en-US" altLang="zh-CN" sz="2800" kern="100" baseline="-25000">
                <a:latin typeface="+mn-lt"/>
                <a:ea typeface="+mn-ea"/>
                <a:cs typeface="+mn-ea"/>
                <a:sym typeface="+mn-lt"/>
              </a:rPr>
              <a:t>2</a:t>
            </a:r>
            <a:r>
              <a:rPr lang="en-US" altLang="zh-CN" sz="2800" kern="100">
                <a:latin typeface="+mn-lt"/>
                <a:ea typeface="+mn-ea"/>
                <a:cs typeface="+mn-ea"/>
                <a:sym typeface="+mn-lt"/>
              </a:rPr>
              <a:t>+Δ</a:t>
            </a:r>
            <a:r>
              <a:rPr lang="en-US" altLang="zh-CN" sz="2800" i="1" kern="100">
                <a:latin typeface="+mn-lt"/>
                <a:ea typeface="+mn-ea"/>
                <a:cs typeface="+mn-ea"/>
                <a:sym typeface="+mn-lt"/>
              </a:rPr>
              <a:t>H</a:t>
            </a:r>
            <a:r>
              <a:rPr lang="en-US" altLang="zh-CN" sz="2800" kern="100" baseline="-25000">
                <a:latin typeface="+mn-lt"/>
                <a:ea typeface="+mn-ea"/>
                <a:cs typeface="+mn-ea"/>
                <a:sym typeface="+mn-lt"/>
              </a:rPr>
              <a:t>3</a:t>
            </a:r>
            <a:r>
              <a:rPr lang="en-US" altLang="zh-CN" sz="2800" kern="100">
                <a:latin typeface="+mn-lt"/>
                <a:ea typeface="+mn-ea"/>
                <a:cs typeface="+mn-ea"/>
                <a:sym typeface="+mn-lt"/>
              </a:rPr>
              <a:t>+Δ</a:t>
            </a:r>
            <a:r>
              <a:rPr lang="en-US" altLang="zh-CN" sz="2800" i="1" kern="100">
                <a:latin typeface="+mn-lt"/>
                <a:ea typeface="+mn-ea"/>
                <a:cs typeface="+mn-ea"/>
                <a:sym typeface="+mn-lt"/>
              </a:rPr>
              <a:t>H</a:t>
            </a:r>
            <a:r>
              <a:rPr lang="en-US" altLang="zh-CN" sz="2800" kern="100" baseline="-25000">
                <a:latin typeface="+mn-lt"/>
                <a:ea typeface="+mn-ea"/>
                <a:cs typeface="+mn-ea"/>
                <a:sym typeface="+mn-lt"/>
              </a:rPr>
              <a:t>4</a:t>
            </a:r>
            <a:r>
              <a:rPr lang="en-US" altLang="zh-CN" sz="2800" kern="100">
                <a:latin typeface="+mn-lt"/>
                <a:ea typeface="+mn-ea"/>
                <a:cs typeface="+mn-ea"/>
                <a:sym typeface="+mn-lt"/>
              </a:rPr>
              <a:t>+Δ</a:t>
            </a:r>
            <a:r>
              <a:rPr lang="en-US" altLang="zh-CN" sz="2800" i="1" kern="100">
                <a:latin typeface="+mn-lt"/>
                <a:ea typeface="+mn-ea"/>
                <a:cs typeface="+mn-ea"/>
                <a:sym typeface="+mn-lt"/>
              </a:rPr>
              <a:t>H</a:t>
            </a:r>
            <a:r>
              <a:rPr lang="en-US" altLang="zh-CN" sz="2800" kern="100" baseline="-25000">
                <a:latin typeface="+mn-lt"/>
                <a:ea typeface="+mn-ea"/>
                <a:cs typeface="+mn-ea"/>
                <a:sym typeface="+mn-lt"/>
              </a:rPr>
              <a:t>5</a:t>
            </a:r>
            <a:r>
              <a:rPr lang="en-US" altLang="zh-CN" sz="2800" kern="100">
                <a:latin typeface="+mn-lt"/>
                <a:ea typeface="+mn-ea"/>
                <a:cs typeface="+mn-ea"/>
                <a:sym typeface="+mn-lt"/>
              </a:rPr>
              <a:t>+Δ</a:t>
            </a:r>
            <a:r>
              <a:rPr lang="en-US" altLang="zh-CN" sz="2800" i="1" kern="100">
                <a:latin typeface="+mn-lt"/>
                <a:ea typeface="+mn-ea"/>
                <a:cs typeface="+mn-ea"/>
                <a:sym typeface="+mn-lt"/>
              </a:rPr>
              <a:t>H</a:t>
            </a:r>
            <a:r>
              <a:rPr lang="en-US" altLang="zh-CN" sz="2800" kern="100" baseline="-25000">
                <a:latin typeface="+mn-lt"/>
                <a:ea typeface="+mn-ea"/>
                <a:cs typeface="+mn-ea"/>
                <a:sym typeface="+mn-lt"/>
              </a:rPr>
              <a:t>6</a:t>
            </a:r>
            <a:r>
              <a:rPr lang="en-US" altLang="zh-CN" sz="2800" kern="100">
                <a:latin typeface="+mn-lt"/>
                <a:ea typeface="+mn-ea"/>
                <a:cs typeface="+mn-ea"/>
                <a:sym typeface="+mn-lt"/>
              </a:rPr>
              <a:t>=0</a:t>
            </a:r>
            <a:endParaRPr lang="zh-CN" altLang="zh-CN" sz="2800" kern="100">
              <a:latin typeface="+mn-lt"/>
              <a:ea typeface="+mn-ea"/>
              <a:cs typeface="+mn-ea"/>
              <a:sym typeface="+mn-lt"/>
            </a:endParaRPr>
          </a:p>
          <a:p>
            <a:pPr algn="just">
              <a:lnSpc>
                <a:spcPct val="120000"/>
              </a:lnSpc>
              <a:spcAft>
                <a:spcPct val="0"/>
              </a:spcAft>
              <a:tabLst>
                <a:tab pos="1029335" algn="l"/>
                <a:tab pos="1850390" algn="l"/>
                <a:tab pos="2538095" algn="l"/>
                <a:tab pos="3221990" algn="l"/>
              </a:tabLst>
            </a:pPr>
            <a:r>
              <a:rPr lang="en-US" altLang="zh-CN" sz="2800" kern="100">
                <a:latin typeface="+mn-lt"/>
                <a:ea typeface="+mn-ea"/>
                <a:cs typeface="+mn-ea"/>
                <a:sym typeface="+mn-lt"/>
              </a:rPr>
              <a:t>D.Δ</a:t>
            </a:r>
            <a:r>
              <a:rPr lang="en-US" altLang="zh-CN" sz="2800" i="1" kern="100">
                <a:latin typeface="+mn-lt"/>
                <a:ea typeface="+mn-ea"/>
                <a:cs typeface="+mn-ea"/>
                <a:sym typeface="+mn-lt"/>
              </a:rPr>
              <a:t>H</a:t>
            </a:r>
            <a:r>
              <a:rPr lang="en-US" altLang="zh-CN" sz="2800" kern="100" baseline="-25000">
                <a:latin typeface="+mn-lt"/>
                <a:ea typeface="+mn-ea"/>
                <a:cs typeface="+mn-ea"/>
                <a:sym typeface="+mn-lt"/>
              </a:rPr>
              <a:t>1</a:t>
            </a:r>
            <a:r>
              <a:rPr lang="en-US" altLang="zh-CN" sz="2800" kern="100">
                <a:latin typeface="+mn-lt"/>
                <a:ea typeface="+mn-ea"/>
                <a:cs typeface="+mn-ea"/>
                <a:sym typeface="+mn-lt"/>
              </a:rPr>
              <a:t>+Δ</a:t>
            </a:r>
            <a:r>
              <a:rPr lang="en-US" altLang="zh-CN" sz="2800" i="1" kern="100">
                <a:latin typeface="+mn-lt"/>
                <a:ea typeface="+mn-ea"/>
                <a:cs typeface="+mn-ea"/>
                <a:sym typeface="+mn-lt"/>
              </a:rPr>
              <a:t>H</a:t>
            </a:r>
            <a:r>
              <a:rPr lang="en-US" altLang="zh-CN" sz="2800" kern="100" baseline="-25000">
                <a:latin typeface="+mn-lt"/>
                <a:ea typeface="+mn-ea"/>
                <a:cs typeface="+mn-ea"/>
                <a:sym typeface="+mn-lt"/>
              </a:rPr>
              <a:t>6</a:t>
            </a:r>
            <a:r>
              <a:rPr lang="en-US" altLang="zh-CN" sz="2800" kern="100">
                <a:latin typeface="+mn-lt"/>
                <a:ea typeface="+mn-ea"/>
                <a:cs typeface="+mn-ea"/>
                <a:sym typeface="+mn-lt"/>
              </a:rPr>
              <a:t>=Δ</a:t>
            </a:r>
            <a:r>
              <a:rPr lang="en-US" altLang="zh-CN" sz="2800" i="1" kern="100">
                <a:latin typeface="+mn-lt"/>
                <a:ea typeface="+mn-ea"/>
                <a:cs typeface="+mn-ea"/>
                <a:sym typeface="+mn-lt"/>
              </a:rPr>
              <a:t>H</a:t>
            </a:r>
            <a:r>
              <a:rPr lang="en-US" altLang="zh-CN" sz="2800" kern="100" baseline="-25000">
                <a:latin typeface="+mn-lt"/>
                <a:ea typeface="+mn-ea"/>
                <a:cs typeface="+mn-ea"/>
                <a:sym typeface="+mn-lt"/>
              </a:rPr>
              <a:t>2</a:t>
            </a:r>
            <a:r>
              <a:rPr lang="en-US" altLang="zh-CN" sz="2800" kern="100">
                <a:latin typeface="+mn-lt"/>
                <a:ea typeface="+mn-ea"/>
                <a:cs typeface="+mn-ea"/>
                <a:sym typeface="+mn-lt"/>
              </a:rPr>
              <a:t>+Δ</a:t>
            </a:r>
            <a:r>
              <a:rPr lang="en-US" altLang="zh-CN" sz="2800" i="1" kern="100">
                <a:latin typeface="+mn-lt"/>
                <a:ea typeface="+mn-ea"/>
                <a:cs typeface="+mn-ea"/>
                <a:sym typeface="+mn-lt"/>
              </a:rPr>
              <a:t>H</a:t>
            </a:r>
            <a:r>
              <a:rPr lang="en-US" altLang="zh-CN" sz="2800" kern="100" baseline="-25000">
                <a:latin typeface="+mn-lt"/>
                <a:ea typeface="+mn-ea"/>
                <a:cs typeface="+mn-ea"/>
                <a:sym typeface="+mn-lt"/>
              </a:rPr>
              <a:t>3</a:t>
            </a:r>
            <a:r>
              <a:rPr lang="en-US" altLang="zh-CN" sz="2800" kern="100">
                <a:latin typeface="+mn-lt"/>
                <a:ea typeface="+mn-ea"/>
                <a:cs typeface="+mn-ea"/>
                <a:sym typeface="+mn-lt"/>
              </a:rPr>
              <a:t>+Δ</a:t>
            </a:r>
            <a:r>
              <a:rPr lang="en-US" altLang="zh-CN" sz="2800" i="1" kern="100">
                <a:latin typeface="+mn-lt"/>
                <a:ea typeface="+mn-ea"/>
                <a:cs typeface="+mn-ea"/>
                <a:sym typeface="+mn-lt"/>
              </a:rPr>
              <a:t>H</a:t>
            </a:r>
            <a:r>
              <a:rPr lang="en-US" altLang="zh-CN" sz="2800" kern="100" baseline="-25000">
                <a:latin typeface="+mn-lt"/>
                <a:ea typeface="+mn-ea"/>
                <a:cs typeface="+mn-ea"/>
                <a:sym typeface="+mn-lt"/>
              </a:rPr>
              <a:t>4</a:t>
            </a:r>
            <a:r>
              <a:rPr lang="en-US" altLang="zh-CN" sz="2800" kern="100">
                <a:latin typeface="+mn-lt"/>
                <a:ea typeface="+mn-ea"/>
                <a:cs typeface="+mn-ea"/>
                <a:sym typeface="+mn-lt"/>
              </a:rPr>
              <a:t>+Δ</a:t>
            </a:r>
            <a:r>
              <a:rPr lang="en-US" altLang="zh-CN" sz="2800" i="1" kern="100">
                <a:latin typeface="+mn-lt"/>
                <a:ea typeface="+mn-ea"/>
                <a:cs typeface="+mn-ea"/>
                <a:sym typeface="+mn-lt"/>
              </a:rPr>
              <a:t>H</a:t>
            </a:r>
            <a:r>
              <a:rPr lang="en-US" altLang="zh-CN" sz="2800" kern="100" baseline="-25000">
                <a:latin typeface="+mn-lt"/>
                <a:ea typeface="+mn-ea"/>
                <a:cs typeface="+mn-ea"/>
                <a:sym typeface="+mn-lt"/>
              </a:rPr>
              <a:t>5</a:t>
            </a:r>
            <a:endParaRPr lang="zh-CN" altLang="zh-CN" sz="2800" kern="100">
              <a:latin typeface="+mn-lt"/>
              <a:ea typeface="+mn-ea"/>
              <a:cs typeface="+mn-ea"/>
              <a:sym typeface="+mn-lt"/>
            </a:endParaRPr>
          </a:p>
        </p:txBody>
      </p:sp>
      <p:sp>
        <p:nvSpPr>
          <p:cNvPr id="6" name="文本框 5"/>
          <p:cNvSpPr txBox="1"/>
          <p:nvPr>
            <p:custDataLst>
              <p:tags r:id="rId4"/>
            </p:custDataLst>
          </p:nvPr>
        </p:nvSpPr>
        <p:spPr>
          <a:xfrm>
            <a:off x="6401634" y="1680557"/>
            <a:ext cx="444352" cy="523220"/>
          </a:xfrm>
          <a:prstGeom prst="rect">
            <a:avLst/>
          </a:prstGeom>
          <a:noFill/>
        </p:spPr>
        <p:txBody>
          <a:bodyPr wrap="none">
            <a:spAutoFit/>
          </a:bodyPr>
          <a:lstStyle/>
          <a:p>
            <a:pPr algn="ctr"/>
            <a:r>
              <a:rPr lang="en-US" altLang="zh-CN" sz="2800">
                <a:solidFill>
                  <a:srgbClr val="FF0000"/>
                </a:solidFill>
              </a:rPr>
              <a:t>D</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536574" y="1051859"/>
            <a:ext cx="11104563" cy="3667735"/>
          </a:xfrm>
          <a:prstGeom prst="rect">
            <a:avLst/>
          </a:prstGeom>
          <a:noFill/>
        </p:spPr>
        <p:txBody>
          <a:bodyPr wrap="square">
            <a:spAutoFit/>
          </a:bodyPr>
          <a:lstStyle/>
          <a:p>
            <a:pPr algn="just">
              <a:lnSpc>
                <a:spcPct val="120000"/>
              </a:lnSpc>
            </a:pPr>
            <a:r>
              <a:rPr lang="en-US" altLang="zh-CN" sz="2800" kern="100">
                <a:effectLst/>
                <a:cs typeface="Courier New" panose="02070309020205020404" pitchFamily="49" charset="0"/>
              </a:rPr>
              <a:t>3.</a:t>
            </a:r>
            <a:r>
              <a:rPr lang="zh-CN" altLang="zh-CN" sz="2800" kern="100">
                <a:effectLst/>
                <a:cs typeface="Times New Roman" panose="02020603050405020304" charset="0"/>
              </a:rPr>
              <a:t>氧化亚铜常用于制船底防污漆，用</a:t>
            </a:r>
            <a:r>
              <a:rPr lang="en-US" altLang="zh-CN" sz="2800" kern="100" err="1">
                <a:effectLst/>
                <a:cs typeface="Courier New" panose="02070309020205020404" pitchFamily="49" charset="0"/>
              </a:rPr>
              <a:t>CuO</a:t>
            </a:r>
            <a:r>
              <a:rPr lang="zh-CN" altLang="zh-CN" sz="2800" kern="100">
                <a:effectLst/>
                <a:cs typeface="Times New Roman" panose="02020603050405020304" charset="0"/>
              </a:rPr>
              <a:t>与</a:t>
            </a:r>
            <a:r>
              <a:rPr lang="en-US" altLang="zh-CN" sz="2800" kern="100">
                <a:effectLst/>
                <a:cs typeface="Courier New" panose="02070309020205020404" pitchFamily="49" charset="0"/>
              </a:rPr>
              <a:t>Cu</a:t>
            </a:r>
            <a:r>
              <a:rPr lang="zh-CN" altLang="zh-CN" sz="2800" kern="100">
                <a:effectLst/>
                <a:cs typeface="Times New Roman" panose="02020603050405020304" charset="0"/>
              </a:rPr>
              <a:t>高温烧结可制取</a:t>
            </a:r>
            <a:r>
              <a:rPr lang="en-US" altLang="zh-CN" sz="2800" kern="100">
                <a:effectLst/>
                <a:cs typeface="Courier New" panose="02070309020205020404" pitchFamily="49" charset="0"/>
              </a:rPr>
              <a:t>Cu</a:t>
            </a:r>
            <a:r>
              <a:rPr lang="en-US" altLang="zh-CN" sz="2800" kern="100" baseline="-25000">
                <a:effectLst/>
                <a:cs typeface="Courier New" panose="02070309020205020404" pitchFamily="49" charset="0"/>
              </a:rPr>
              <a:t>2</a:t>
            </a:r>
            <a:r>
              <a:rPr lang="en-US" altLang="zh-CN" sz="2800" kern="100">
                <a:effectLst/>
                <a:cs typeface="Courier New" panose="02070309020205020404" pitchFamily="49" charset="0"/>
              </a:rPr>
              <a:t>O</a:t>
            </a:r>
            <a:r>
              <a:rPr lang="zh-CN" altLang="zh-CN" sz="2800" kern="100">
                <a:effectLst/>
                <a:cs typeface="Times New Roman" panose="02020603050405020304" charset="0"/>
              </a:rPr>
              <a:t>，已知反应：</a:t>
            </a:r>
            <a:endParaRPr lang="zh-CN" altLang="zh-CN" sz="2800" kern="100">
              <a:effectLst/>
              <a:cs typeface="Courier New" panose="02070309020205020404" pitchFamily="49" charset="0"/>
            </a:endParaRPr>
          </a:p>
          <a:p>
            <a:pPr algn="just">
              <a:lnSpc>
                <a:spcPct val="120000"/>
              </a:lnSpc>
            </a:pPr>
            <a:r>
              <a:rPr lang="en-US" altLang="zh-CN" sz="2800" kern="100">
                <a:effectLst/>
                <a:cs typeface="Courier New" panose="02070309020205020404" pitchFamily="49" charset="0"/>
              </a:rPr>
              <a:t>2Cu(s)</a:t>
            </a:r>
            <a:r>
              <a:rPr lang="zh-CN" altLang="zh-CN" sz="2800" kern="100">
                <a:effectLst/>
                <a:cs typeface="Times New Roman" panose="02020603050405020304" charset="0"/>
              </a:rPr>
              <a:t>＋</a:t>
            </a:r>
            <a:r>
              <a:rPr lang="en-US" altLang="zh-CN" sz="2800" kern="100">
                <a:effectLst/>
                <a:cs typeface="Courier New" panose="02070309020205020404" pitchFamily="49" charset="0"/>
              </a:rPr>
              <a:t>O</a:t>
            </a:r>
            <a:r>
              <a:rPr lang="en-US" altLang="zh-CN" sz="2800" kern="100" baseline="-25000">
                <a:effectLst/>
                <a:cs typeface="Courier New" panose="02070309020205020404" pitchFamily="49" charset="0"/>
              </a:rPr>
              <a:t>2</a:t>
            </a:r>
            <a:r>
              <a:rPr lang="en-US" altLang="zh-CN" sz="2800" kern="100">
                <a:effectLst/>
                <a:cs typeface="Courier New" panose="02070309020205020404" pitchFamily="49" charset="0"/>
              </a:rPr>
              <a:t>(g)</a:t>
            </a:r>
            <a:r>
              <a:rPr lang="en-US" altLang="zh-CN" sz="2800" kern="100" spc="-80">
                <a:effectLst/>
                <a:cs typeface="Courier New" panose="02070309020205020404" pitchFamily="49" charset="0"/>
              </a:rPr>
              <a:t>==</a:t>
            </a:r>
            <a:r>
              <a:rPr lang="en-US" altLang="zh-CN" sz="2800" kern="100">
                <a:effectLst/>
                <a:cs typeface="Courier New" panose="02070309020205020404" pitchFamily="49" charset="0"/>
              </a:rPr>
              <a:t>=2CuO(s)</a:t>
            </a:r>
            <a:r>
              <a:rPr lang="zh-CN" altLang="zh-CN" sz="2800" kern="100">
                <a:effectLst/>
                <a:cs typeface="Times New Roman" panose="02020603050405020304" charset="0"/>
              </a:rPr>
              <a:t>　</a:t>
            </a:r>
            <a:r>
              <a:rPr lang="en-US" altLang="zh-CN" sz="2800" kern="100">
                <a:effectLst/>
                <a:cs typeface="Courier New" panose="02070309020205020404" pitchFamily="49" charset="0"/>
              </a:rPr>
              <a:t>Δ</a:t>
            </a:r>
            <a:r>
              <a:rPr lang="en-US" altLang="zh-CN" sz="2800" i="1" kern="100">
                <a:effectLst/>
                <a:cs typeface="Courier New" panose="02070309020205020404" pitchFamily="49" charset="0"/>
              </a:rPr>
              <a:t>H</a:t>
            </a:r>
            <a:r>
              <a:rPr lang="zh-CN" altLang="zh-CN" sz="2800" kern="100">
                <a:effectLst/>
                <a:cs typeface="Times New Roman" panose="02020603050405020304" charset="0"/>
              </a:rPr>
              <a:t>＝－</a:t>
            </a:r>
            <a:r>
              <a:rPr lang="en-US" altLang="zh-CN" sz="2800" kern="100">
                <a:effectLst/>
                <a:cs typeface="Courier New" panose="02070309020205020404" pitchFamily="49" charset="0"/>
              </a:rPr>
              <a:t>314 kJ·mol</a:t>
            </a:r>
            <a:r>
              <a:rPr lang="zh-CN" altLang="zh-CN" sz="2800" kern="100" baseline="30000">
                <a:effectLst/>
                <a:cs typeface="Times New Roman" panose="02020603050405020304" charset="0"/>
              </a:rPr>
              <a:t>－</a:t>
            </a:r>
            <a:r>
              <a:rPr lang="en-US" altLang="zh-CN" sz="2800" kern="100" baseline="30000">
                <a:effectLst/>
                <a:cs typeface="Courier New" panose="02070309020205020404" pitchFamily="49" charset="0"/>
              </a:rPr>
              <a:t>1</a:t>
            </a:r>
            <a:endParaRPr lang="zh-CN" altLang="zh-CN" sz="2800" kern="100">
              <a:effectLst/>
              <a:cs typeface="Courier New" panose="02070309020205020404" pitchFamily="49" charset="0"/>
            </a:endParaRPr>
          </a:p>
          <a:p>
            <a:pPr algn="just">
              <a:lnSpc>
                <a:spcPct val="120000"/>
              </a:lnSpc>
            </a:pPr>
            <a:r>
              <a:rPr lang="en-US" altLang="zh-CN" sz="2800" kern="100">
                <a:effectLst/>
                <a:cs typeface="Courier New" panose="02070309020205020404" pitchFamily="49" charset="0"/>
              </a:rPr>
              <a:t>2Cu</a:t>
            </a:r>
            <a:r>
              <a:rPr lang="en-US" altLang="zh-CN" sz="2800" kern="100" baseline="-25000">
                <a:effectLst/>
                <a:cs typeface="Courier New" panose="02070309020205020404" pitchFamily="49" charset="0"/>
              </a:rPr>
              <a:t>2</a:t>
            </a:r>
            <a:r>
              <a:rPr lang="en-US" altLang="zh-CN" sz="2800" kern="100">
                <a:effectLst/>
                <a:cs typeface="Courier New" panose="02070309020205020404" pitchFamily="49" charset="0"/>
              </a:rPr>
              <a:t>O(s)</a:t>
            </a:r>
            <a:r>
              <a:rPr lang="zh-CN" altLang="zh-CN" sz="2800" kern="100">
                <a:effectLst/>
                <a:cs typeface="Times New Roman" panose="02020603050405020304" charset="0"/>
              </a:rPr>
              <a:t>＋</a:t>
            </a:r>
            <a:r>
              <a:rPr lang="en-US" altLang="zh-CN" sz="2800" kern="100">
                <a:effectLst/>
                <a:cs typeface="Courier New" panose="02070309020205020404" pitchFamily="49" charset="0"/>
              </a:rPr>
              <a:t>O</a:t>
            </a:r>
            <a:r>
              <a:rPr lang="en-US" altLang="zh-CN" sz="2800" kern="100" baseline="-25000">
                <a:effectLst/>
                <a:cs typeface="Courier New" panose="02070309020205020404" pitchFamily="49" charset="0"/>
              </a:rPr>
              <a:t>2</a:t>
            </a:r>
            <a:r>
              <a:rPr lang="en-US" altLang="zh-CN" sz="2800" kern="100">
                <a:effectLst/>
                <a:cs typeface="Courier New" panose="02070309020205020404" pitchFamily="49" charset="0"/>
              </a:rPr>
              <a:t>(g)</a:t>
            </a:r>
            <a:r>
              <a:rPr lang="en-US" altLang="zh-CN" sz="2800" kern="100" spc="-80">
                <a:effectLst/>
                <a:cs typeface="Courier New" panose="02070309020205020404" pitchFamily="49" charset="0"/>
              </a:rPr>
              <a:t>==</a:t>
            </a:r>
            <a:r>
              <a:rPr lang="en-US" altLang="zh-CN" sz="2800" kern="100">
                <a:effectLst/>
                <a:cs typeface="Courier New" panose="02070309020205020404" pitchFamily="49" charset="0"/>
              </a:rPr>
              <a:t>=4CuO(s)</a:t>
            </a:r>
            <a:r>
              <a:rPr lang="zh-CN" altLang="zh-CN" sz="2800" kern="100">
                <a:effectLst/>
                <a:cs typeface="Times New Roman" panose="02020603050405020304" charset="0"/>
              </a:rPr>
              <a:t>　</a:t>
            </a:r>
            <a:r>
              <a:rPr lang="en-US" altLang="zh-CN" sz="2800" kern="100">
                <a:effectLst/>
                <a:cs typeface="Courier New" panose="02070309020205020404" pitchFamily="49" charset="0"/>
              </a:rPr>
              <a:t>Δ</a:t>
            </a:r>
            <a:r>
              <a:rPr lang="en-US" altLang="zh-CN" sz="2800" i="1" kern="100">
                <a:effectLst/>
                <a:cs typeface="Courier New" panose="02070309020205020404" pitchFamily="49" charset="0"/>
              </a:rPr>
              <a:t>H</a:t>
            </a:r>
            <a:r>
              <a:rPr lang="zh-CN" altLang="zh-CN" sz="2800" kern="100">
                <a:effectLst/>
                <a:cs typeface="Times New Roman" panose="02020603050405020304" charset="0"/>
              </a:rPr>
              <a:t>＝－</a:t>
            </a:r>
            <a:r>
              <a:rPr lang="en-US" altLang="zh-CN" sz="2800" kern="100">
                <a:effectLst/>
                <a:cs typeface="Courier New" panose="02070309020205020404" pitchFamily="49" charset="0"/>
              </a:rPr>
              <a:t>292 kJ·mol</a:t>
            </a:r>
            <a:r>
              <a:rPr lang="zh-CN" altLang="zh-CN" sz="2800" kern="100" baseline="30000">
                <a:effectLst/>
                <a:cs typeface="Times New Roman" panose="02020603050405020304" charset="0"/>
              </a:rPr>
              <a:t>－</a:t>
            </a:r>
            <a:r>
              <a:rPr lang="en-US" altLang="zh-CN" sz="2800" kern="100" baseline="30000">
                <a:effectLst/>
                <a:cs typeface="Courier New" panose="02070309020205020404" pitchFamily="49" charset="0"/>
              </a:rPr>
              <a:t>1</a:t>
            </a:r>
            <a:endParaRPr lang="zh-CN" altLang="zh-CN" sz="2800" kern="100">
              <a:effectLst/>
              <a:cs typeface="Courier New" panose="02070309020205020404" pitchFamily="49" charset="0"/>
            </a:endParaRPr>
          </a:p>
          <a:p>
            <a:pPr algn="just">
              <a:lnSpc>
                <a:spcPct val="120000"/>
              </a:lnSpc>
            </a:pPr>
            <a:r>
              <a:rPr lang="zh-CN" altLang="zh-CN" sz="2800" kern="100">
                <a:effectLst/>
                <a:cs typeface="Times New Roman" panose="02020603050405020304" charset="0"/>
              </a:rPr>
              <a:t>则</a:t>
            </a:r>
            <a:r>
              <a:rPr lang="en-US" altLang="zh-CN" sz="2800" kern="100" err="1">
                <a:effectLst/>
                <a:cs typeface="Courier New" panose="02070309020205020404" pitchFamily="49" charset="0"/>
              </a:rPr>
              <a:t>CuO(s)</a:t>
            </a:r>
            <a:r>
              <a:rPr lang="zh-CN" altLang="zh-CN" sz="2800" kern="100">
                <a:effectLst/>
                <a:cs typeface="Times New Roman" panose="02020603050405020304" charset="0"/>
              </a:rPr>
              <a:t>＋</a:t>
            </a:r>
            <a:r>
              <a:rPr lang="en-US" altLang="zh-CN" sz="2800" kern="100">
                <a:effectLst/>
                <a:cs typeface="Courier New" panose="02070309020205020404" pitchFamily="49" charset="0"/>
              </a:rPr>
              <a:t>Cu(s)</a:t>
            </a:r>
            <a:r>
              <a:rPr lang="en-US" altLang="zh-CN" sz="2800" kern="100" spc="-80">
                <a:effectLst/>
                <a:cs typeface="Courier New" panose="02070309020205020404" pitchFamily="49" charset="0"/>
              </a:rPr>
              <a:t>==</a:t>
            </a:r>
            <a:r>
              <a:rPr lang="en-US" altLang="zh-CN" sz="2800" kern="100">
                <a:effectLst/>
                <a:cs typeface="Courier New" panose="02070309020205020404" pitchFamily="49" charset="0"/>
              </a:rPr>
              <a:t>=Cu</a:t>
            </a:r>
            <a:r>
              <a:rPr lang="en-US" altLang="zh-CN" sz="2800" kern="100" baseline="-25000">
                <a:effectLst/>
                <a:cs typeface="Courier New" panose="02070309020205020404" pitchFamily="49" charset="0"/>
              </a:rPr>
              <a:t>2</a:t>
            </a:r>
            <a:r>
              <a:rPr lang="en-US" altLang="zh-CN" sz="2800" kern="100">
                <a:effectLst/>
                <a:cs typeface="Courier New" panose="02070309020205020404" pitchFamily="49" charset="0"/>
              </a:rPr>
              <a:t>O(s)</a:t>
            </a:r>
            <a:r>
              <a:rPr lang="zh-CN" altLang="zh-CN" sz="2800" kern="100">
                <a:effectLst/>
                <a:cs typeface="Times New Roman" panose="02020603050405020304" charset="0"/>
              </a:rPr>
              <a:t>的</a:t>
            </a:r>
            <a:r>
              <a:rPr lang="en-US" altLang="zh-CN" sz="2800" kern="100">
                <a:effectLst/>
                <a:cs typeface="Courier New" panose="02070309020205020404" pitchFamily="49" charset="0"/>
              </a:rPr>
              <a:t>Δ</a:t>
            </a:r>
            <a:r>
              <a:rPr lang="en-US" altLang="zh-CN" sz="2800" i="1" kern="100">
                <a:effectLst/>
                <a:cs typeface="Courier New" panose="02070309020205020404" pitchFamily="49" charset="0"/>
              </a:rPr>
              <a:t>H</a:t>
            </a:r>
            <a:r>
              <a:rPr lang="zh-CN" altLang="zh-CN" sz="2800" kern="100">
                <a:effectLst/>
                <a:cs typeface="Times New Roman" panose="02020603050405020304" charset="0"/>
              </a:rPr>
              <a:t>等于</a:t>
            </a:r>
            <a:r>
              <a:rPr lang="en-US" altLang="zh-CN" sz="2800" kern="100">
                <a:effectLst/>
                <a:cs typeface="Courier New" panose="02070309020205020404" pitchFamily="49" charset="0"/>
              </a:rPr>
              <a:t>(</a:t>
            </a:r>
            <a:r>
              <a:rPr lang="zh-CN" altLang="zh-CN" sz="2800" kern="100">
                <a:effectLst/>
                <a:cs typeface="Times New Roman" panose="02020603050405020304" charset="0"/>
              </a:rPr>
              <a:t>　　</a:t>
            </a:r>
            <a:r>
              <a:rPr lang="en-US" altLang="zh-CN" sz="2800" kern="100">
                <a:effectLst/>
                <a:cs typeface="Courier New" panose="02070309020205020404" pitchFamily="49" charset="0"/>
              </a:rPr>
              <a:t>)</a:t>
            </a:r>
            <a:endParaRPr lang="zh-CN" altLang="zh-CN" sz="2800" kern="100">
              <a:effectLst/>
              <a:cs typeface="Courier New" panose="02070309020205020404" pitchFamily="49" charset="0"/>
            </a:endParaRPr>
          </a:p>
          <a:p>
            <a:pPr algn="just">
              <a:lnSpc>
                <a:spcPct val="120000"/>
              </a:lnSpc>
            </a:pPr>
            <a:r>
              <a:rPr lang="en-US" altLang="zh-CN" sz="2800" kern="100">
                <a:effectLst/>
                <a:cs typeface="Courier New" panose="02070309020205020404" pitchFamily="49" charset="0"/>
              </a:rPr>
              <a:t>A</a:t>
            </a:r>
            <a:r>
              <a:rPr lang="zh-CN" altLang="zh-CN" sz="2800" kern="100">
                <a:effectLst/>
                <a:cs typeface="Times New Roman" panose="02020603050405020304" charset="0"/>
              </a:rPr>
              <a:t>．－</a:t>
            </a:r>
            <a:r>
              <a:rPr lang="en-US" altLang="zh-CN" sz="2800" kern="100">
                <a:effectLst/>
                <a:cs typeface="Courier New" panose="02070309020205020404" pitchFamily="49" charset="0"/>
              </a:rPr>
              <a:t>11 kJ·mol</a:t>
            </a:r>
            <a:r>
              <a:rPr lang="zh-CN" altLang="zh-CN" sz="2800" kern="100" baseline="30000">
                <a:effectLst/>
                <a:cs typeface="Times New Roman" panose="02020603050405020304" charset="0"/>
              </a:rPr>
              <a:t>－</a:t>
            </a:r>
            <a:r>
              <a:rPr lang="en-US" altLang="zh-CN" sz="2800" kern="100" baseline="30000">
                <a:effectLst/>
                <a:cs typeface="Courier New" panose="02070309020205020404" pitchFamily="49" charset="0"/>
              </a:rPr>
              <a:t>1</a:t>
            </a:r>
            <a:r>
              <a:rPr lang="en-US" altLang="zh-CN" sz="2800" kern="100">
                <a:effectLst/>
                <a:cs typeface="Courier New" panose="02070309020205020404" pitchFamily="49" charset="0"/>
              </a:rPr>
              <a:t>  	B</a:t>
            </a:r>
            <a:r>
              <a:rPr lang="zh-CN" altLang="zh-CN" sz="2800" kern="100">
                <a:effectLst/>
                <a:cs typeface="Times New Roman" panose="02020603050405020304" charset="0"/>
              </a:rPr>
              <a:t>．＋</a:t>
            </a:r>
            <a:r>
              <a:rPr lang="en-US" altLang="zh-CN" sz="2800" kern="100">
                <a:effectLst/>
                <a:cs typeface="Courier New" panose="02070309020205020404" pitchFamily="49" charset="0"/>
              </a:rPr>
              <a:t>11 kJ·mol</a:t>
            </a:r>
            <a:r>
              <a:rPr lang="zh-CN" altLang="zh-CN" sz="2800" kern="100" baseline="30000">
                <a:effectLst/>
                <a:cs typeface="Times New Roman" panose="02020603050405020304" charset="0"/>
              </a:rPr>
              <a:t>－</a:t>
            </a:r>
            <a:r>
              <a:rPr lang="en-US" altLang="zh-CN" sz="2800" kern="100" baseline="30000">
                <a:effectLst/>
                <a:cs typeface="Courier New" panose="02070309020205020404" pitchFamily="49" charset="0"/>
              </a:rPr>
              <a:t>1</a:t>
            </a:r>
            <a:endParaRPr lang="zh-CN" altLang="zh-CN" sz="2800" kern="100">
              <a:effectLst/>
              <a:cs typeface="Courier New" panose="02070309020205020404" pitchFamily="49" charset="0"/>
            </a:endParaRPr>
          </a:p>
          <a:p>
            <a:pPr algn="just">
              <a:lnSpc>
                <a:spcPct val="120000"/>
              </a:lnSpc>
            </a:pPr>
            <a:r>
              <a:rPr lang="en-US" altLang="zh-CN" sz="2800" kern="100">
                <a:effectLst/>
                <a:cs typeface="Courier New" panose="02070309020205020404" pitchFamily="49" charset="0"/>
              </a:rPr>
              <a:t>C</a:t>
            </a:r>
            <a:r>
              <a:rPr lang="zh-CN" altLang="zh-CN" sz="2800" kern="100">
                <a:effectLst/>
                <a:cs typeface="Times New Roman" panose="02020603050405020304" charset="0"/>
              </a:rPr>
              <a:t>．＋</a:t>
            </a:r>
            <a:r>
              <a:rPr lang="en-US" altLang="zh-CN" sz="2800" kern="100">
                <a:effectLst/>
                <a:cs typeface="Courier New" panose="02070309020205020404" pitchFamily="49" charset="0"/>
              </a:rPr>
              <a:t>22 kJ·mol</a:t>
            </a:r>
            <a:r>
              <a:rPr lang="zh-CN" altLang="zh-CN" sz="2800" kern="100" baseline="30000">
                <a:effectLst/>
                <a:cs typeface="Times New Roman" panose="02020603050405020304" charset="0"/>
              </a:rPr>
              <a:t>－</a:t>
            </a:r>
            <a:r>
              <a:rPr lang="en-US" altLang="zh-CN" sz="2800" kern="100" baseline="30000">
                <a:effectLst/>
                <a:cs typeface="Courier New" panose="02070309020205020404" pitchFamily="49" charset="0"/>
              </a:rPr>
              <a:t>1</a:t>
            </a:r>
            <a:r>
              <a:rPr lang="en-US" altLang="zh-CN" sz="2800" kern="100">
                <a:effectLst/>
                <a:cs typeface="Courier New" panose="02070309020205020404" pitchFamily="49" charset="0"/>
              </a:rPr>
              <a:t>  	D</a:t>
            </a:r>
            <a:r>
              <a:rPr lang="zh-CN" altLang="zh-CN" sz="2800" kern="100">
                <a:effectLst/>
                <a:cs typeface="Times New Roman" panose="02020603050405020304" charset="0"/>
              </a:rPr>
              <a:t>．－</a:t>
            </a:r>
            <a:r>
              <a:rPr lang="en-US" altLang="zh-CN" sz="2800" kern="100">
                <a:effectLst/>
                <a:cs typeface="Courier New" panose="02070309020205020404" pitchFamily="49" charset="0"/>
              </a:rPr>
              <a:t>22 kJ·mol</a:t>
            </a:r>
            <a:r>
              <a:rPr lang="zh-CN" altLang="zh-CN" sz="2800" kern="100" baseline="30000">
                <a:effectLst/>
                <a:cs typeface="Times New Roman" panose="02020603050405020304" charset="0"/>
              </a:rPr>
              <a:t>－</a:t>
            </a:r>
            <a:r>
              <a:rPr lang="en-US" altLang="zh-CN" sz="2800" kern="100" baseline="30000">
                <a:effectLst/>
                <a:cs typeface="Courier New" panose="02070309020205020404" pitchFamily="49" charset="0"/>
              </a:rPr>
              <a:t>1</a:t>
            </a:r>
            <a:endParaRPr lang="zh-CN" altLang="zh-CN" sz="2800" kern="100">
              <a:effectLst/>
              <a:cs typeface="Courier New" panose="02070309020205020404" pitchFamily="49" charset="0"/>
            </a:endParaRPr>
          </a:p>
        </p:txBody>
      </p:sp>
      <p:sp>
        <p:nvSpPr>
          <p:cNvPr id="4" name="文本框 3"/>
          <p:cNvSpPr txBox="1"/>
          <p:nvPr>
            <p:custDataLst>
              <p:tags r:id="rId2"/>
            </p:custDataLst>
          </p:nvPr>
        </p:nvSpPr>
        <p:spPr>
          <a:xfrm>
            <a:off x="6788224" y="3167390"/>
            <a:ext cx="444352" cy="523220"/>
          </a:xfrm>
          <a:prstGeom prst="rect">
            <a:avLst/>
          </a:prstGeom>
          <a:noFill/>
        </p:spPr>
        <p:txBody>
          <a:bodyPr wrap="none">
            <a:spAutoFit/>
          </a:bodyPr>
          <a:lstStyle/>
          <a:p>
            <a:pPr algn="ctr"/>
            <a:r>
              <a:rPr lang="en-US" altLang="zh-CN" sz="2800">
                <a:solidFill>
                  <a:srgbClr val="FF0000"/>
                </a:solidFill>
              </a:rPr>
              <a:t>A</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334963" y="987425"/>
            <a:ext cx="11104563" cy="3709035"/>
          </a:xfrm>
          <a:prstGeom prst="rect">
            <a:avLst/>
          </a:prstGeom>
          <a:noFill/>
        </p:spPr>
        <p:txBody>
          <a:bodyPr wrap="square">
            <a:spAutoFit/>
          </a:bodyPr>
          <a:lstStyle/>
          <a:p>
            <a:pPr algn="just">
              <a:lnSpc>
                <a:spcPct val="120000"/>
              </a:lnSpc>
            </a:pPr>
            <a:r>
              <a:rPr lang="en-US" altLang="zh-CN" sz="2800" kern="100" dirty="0">
                <a:effectLst/>
                <a:cs typeface="Courier New" panose="02070309020205020404" pitchFamily="49" charset="0"/>
              </a:rPr>
              <a:t>4.</a:t>
            </a:r>
            <a:r>
              <a:rPr lang="zh-CN" altLang="zh-CN" sz="2800" kern="100" dirty="0">
                <a:effectLst/>
                <a:cs typeface="Times New Roman" panose="02020603050405020304" charset="0"/>
              </a:rPr>
              <a:t>已知</a:t>
            </a:r>
            <a:r>
              <a:rPr lang="en-US" altLang="zh-CN" sz="2800" kern="100" dirty="0">
                <a:effectLst/>
                <a:cs typeface="Courier New" panose="02070309020205020404" pitchFamily="49" charset="0"/>
              </a:rPr>
              <a:t>298 K</a:t>
            </a:r>
            <a:r>
              <a:rPr lang="zh-CN" altLang="zh-CN" sz="2800" kern="100" dirty="0">
                <a:effectLst/>
                <a:cs typeface="Times New Roman" panose="02020603050405020304" charset="0"/>
              </a:rPr>
              <a:t>、</a:t>
            </a:r>
            <a:r>
              <a:rPr lang="en-US" altLang="zh-CN" sz="2800" kern="100" dirty="0">
                <a:effectLst/>
                <a:cs typeface="Courier New" panose="02070309020205020404" pitchFamily="49" charset="0"/>
              </a:rPr>
              <a:t>101 kPa</a:t>
            </a:r>
            <a:r>
              <a:rPr lang="zh-CN" altLang="zh-CN" sz="2800" kern="100" dirty="0">
                <a:effectLst/>
                <a:cs typeface="Times New Roman" panose="02020603050405020304" charset="0"/>
              </a:rPr>
              <a:t>时：</a:t>
            </a:r>
            <a:endParaRPr lang="zh-CN" altLang="zh-CN" sz="2800" kern="100" dirty="0">
              <a:effectLst/>
              <a:cs typeface="Courier New" panose="02070309020205020404" pitchFamily="49" charset="0"/>
            </a:endParaRPr>
          </a:p>
          <a:p>
            <a:pPr algn="just">
              <a:lnSpc>
                <a:spcPct val="120000"/>
              </a:lnSpc>
            </a:pPr>
            <a:r>
              <a:rPr lang="en-US" altLang="zh-CN" sz="2800" kern="100" dirty="0">
                <a:effectLst/>
                <a:cs typeface="Courier New" panose="02070309020205020404" pitchFamily="49" charset="0"/>
              </a:rPr>
              <a:t>2H</a:t>
            </a:r>
            <a:r>
              <a:rPr lang="en-US" altLang="zh-CN" sz="2800" kern="100" baseline="-25000" dirty="0">
                <a:effectLst/>
                <a:cs typeface="Courier New" panose="02070309020205020404" pitchFamily="49" charset="0"/>
              </a:rPr>
              <a:t>2</a:t>
            </a:r>
            <a:r>
              <a:rPr lang="en-US" altLang="zh-CN" sz="2800" kern="100" dirty="0">
                <a:effectLst/>
                <a:cs typeface="Courier New" panose="02070309020205020404" pitchFamily="49" charset="0"/>
              </a:rPr>
              <a:t>O(g)</a:t>
            </a:r>
            <a:r>
              <a:rPr lang="en-US" altLang="zh-CN" sz="2800" kern="100" spc="-80" dirty="0">
                <a:effectLst/>
                <a:cs typeface="Courier New" panose="02070309020205020404" pitchFamily="49" charset="0"/>
              </a:rPr>
              <a:t>==</a:t>
            </a:r>
            <a:r>
              <a:rPr lang="en-US" altLang="zh-CN" sz="2800" kern="100" dirty="0">
                <a:effectLst/>
                <a:cs typeface="Courier New" panose="02070309020205020404" pitchFamily="49" charset="0"/>
              </a:rPr>
              <a:t>=O</a:t>
            </a:r>
            <a:r>
              <a:rPr lang="en-US" altLang="zh-CN" sz="2800" kern="100" baseline="-25000" dirty="0">
                <a:effectLst/>
                <a:cs typeface="Courier New" panose="02070309020205020404" pitchFamily="49" charset="0"/>
              </a:rPr>
              <a:t>2</a:t>
            </a:r>
            <a:r>
              <a:rPr lang="en-US" altLang="zh-CN" sz="2800" kern="100" dirty="0">
                <a:effectLst/>
                <a:cs typeface="Courier New" panose="02070309020205020404" pitchFamily="49" charset="0"/>
              </a:rPr>
              <a:t>(g)</a:t>
            </a:r>
            <a:r>
              <a:rPr lang="zh-CN" altLang="zh-CN" sz="2800" kern="100" dirty="0">
                <a:effectLst/>
                <a:cs typeface="Times New Roman" panose="02020603050405020304" charset="0"/>
              </a:rPr>
              <a:t>＋</a:t>
            </a:r>
            <a:r>
              <a:rPr lang="en-US" altLang="zh-CN" sz="2800" kern="100" dirty="0">
                <a:effectLst/>
                <a:cs typeface="Courier New" panose="02070309020205020404" pitchFamily="49" charset="0"/>
              </a:rPr>
              <a:t>2H</a:t>
            </a:r>
            <a:r>
              <a:rPr lang="en-US" altLang="zh-CN" sz="2800" kern="100" baseline="-25000" dirty="0">
                <a:effectLst/>
                <a:cs typeface="Courier New" panose="02070309020205020404" pitchFamily="49" charset="0"/>
              </a:rPr>
              <a:t>2</a:t>
            </a:r>
            <a:r>
              <a:rPr lang="en-US" altLang="zh-CN" sz="2800" kern="100" dirty="0">
                <a:effectLst/>
                <a:cs typeface="Courier New" panose="02070309020205020404" pitchFamily="49" charset="0"/>
              </a:rPr>
              <a:t>(g)</a:t>
            </a:r>
            <a:r>
              <a:rPr lang="zh-CN" altLang="zh-CN" sz="2800" kern="100" dirty="0">
                <a:effectLst/>
                <a:cs typeface="Times New Roman" panose="02020603050405020304" charset="0"/>
              </a:rPr>
              <a:t>　</a:t>
            </a:r>
            <a:r>
              <a:rPr lang="en-US" altLang="zh-CN" sz="2800" kern="100" dirty="0">
                <a:effectLst/>
                <a:cs typeface="Courier New" panose="02070309020205020404" pitchFamily="49" charset="0"/>
              </a:rPr>
              <a:t>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1</a:t>
            </a:r>
            <a:endParaRPr lang="zh-CN" altLang="zh-CN" sz="2800" kern="100" dirty="0">
              <a:effectLst/>
              <a:cs typeface="Courier New" panose="02070309020205020404" pitchFamily="49" charset="0"/>
            </a:endParaRPr>
          </a:p>
          <a:p>
            <a:pPr algn="just">
              <a:lnSpc>
                <a:spcPct val="120000"/>
              </a:lnSpc>
            </a:pPr>
            <a:r>
              <a:rPr lang="en-US" altLang="zh-CN" sz="2800" kern="100" dirty="0">
                <a:effectLst/>
                <a:cs typeface="Courier New" panose="02070309020205020404" pitchFamily="49" charset="0"/>
              </a:rPr>
              <a:t>Cl</a:t>
            </a:r>
            <a:r>
              <a:rPr lang="en-US" altLang="zh-CN" sz="2800" kern="100" baseline="-25000" dirty="0">
                <a:effectLst/>
                <a:cs typeface="Courier New" panose="02070309020205020404" pitchFamily="49" charset="0"/>
              </a:rPr>
              <a:t>2</a:t>
            </a:r>
            <a:r>
              <a:rPr lang="en-US" altLang="zh-CN" sz="2800" kern="100" dirty="0">
                <a:effectLst/>
                <a:cs typeface="Courier New" panose="02070309020205020404" pitchFamily="49" charset="0"/>
              </a:rPr>
              <a:t>(g)</a:t>
            </a:r>
            <a:r>
              <a:rPr lang="zh-CN" altLang="zh-CN" sz="2800" kern="100" dirty="0">
                <a:effectLst/>
                <a:cs typeface="Times New Roman" panose="02020603050405020304" charset="0"/>
              </a:rPr>
              <a:t>＋</a:t>
            </a:r>
            <a:r>
              <a:rPr lang="en-US" altLang="zh-CN" sz="2800" kern="100" dirty="0">
                <a:effectLst/>
                <a:cs typeface="Courier New" panose="02070309020205020404" pitchFamily="49" charset="0"/>
              </a:rPr>
              <a:t>H</a:t>
            </a:r>
            <a:r>
              <a:rPr lang="en-US" altLang="zh-CN" sz="2800" kern="100" baseline="-25000" dirty="0">
                <a:effectLst/>
                <a:cs typeface="Courier New" panose="02070309020205020404" pitchFamily="49" charset="0"/>
              </a:rPr>
              <a:t>2</a:t>
            </a:r>
            <a:r>
              <a:rPr lang="en-US" altLang="zh-CN" sz="2800" kern="100" dirty="0">
                <a:effectLst/>
                <a:cs typeface="Courier New" panose="02070309020205020404" pitchFamily="49" charset="0"/>
              </a:rPr>
              <a:t>(g)</a:t>
            </a:r>
            <a:r>
              <a:rPr lang="en-US" altLang="zh-CN" sz="2800" kern="100" spc="-80" dirty="0">
                <a:effectLst/>
                <a:cs typeface="Courier New" panose="02070309020205020404" pitchFamily="49" charset="0"/>
              </a:rPr>
              <a:t>==</a:t>
            </a:r>
            <a:r>
              <a:rPr lang="en-US" altLang="zh-CN" sz="2800" kern="100" dirty="0">
                <a:effectLst/>
                <a:cs typeface="Courier New" panose="02070309020205020404" pitchFamily="49" charset="0"/>
              </a:rPr>
              <a:t>=2HCl(g)</a:t>
            </a:r>
            <a:r>
              <a:rPr lang="zh-CN" altLang="zh-CN" sz="2800" kern="100" dirty="0">
                <a:effectLst/>
                <a:cs typeface="Times New Roman" panose="02020603050405020304" charset="0"/>
              </a:rPr>
              <a:t>　</a:t>
            </a:r>
            <a:r>
              <a:rPr lang="en-US" altLang="zh-CN" sz="2800" kern="100" dirty="0">
                <a:effectLst/>
                <a:cs typeface="Courier New" panose="02070309020205020404" pitchFamily="49" charset="0"/>
              </a:rPr>
              <a:t>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2</a:t>
            </a:r>
            <a:endParaRPr lang="zh-CN" altLang="zh-CN" sz="2800" kern="100" dirty="0">
              <a:effectLst/>
              <a:cs typeface="Courier New" panose="02070309020205020404" pitchFamily="49" charset="0"/>
            </a:endParaRPr>
          </a:p>
          <a:p>
            <a:pPr algn="just">
              <a:lnSpc>
                <a:spcPct val="120000"/>
              </a:lnSpc>
            </a:pPr>
            <a:r>
              <a:rPr lang="en-US" altLang="zh-CN" sz="2800" kern="100" dirty="0">
                <a:effectLst/>
                <a:cs typeface="Courier New" panose="02070309020205020404" pitchFamily="49" charset="0"/>
              </a:rPr>
              <a:t>2Cl</a:t>
            </a:r>
            <a:r>
              <a:rPr lang="en-US" altLang="zh-CN" sz="2800" kern="100" baseline="-25000" dirty="0">
                <a:effectLst/>
                <a:cs typeface="Courier New" panose="02070309020205020404" pitchFamily="49" charset="0"/>
              </a:rPr>
              <a:t>2</a:t>
            </a:r>
            <a:r>
              <a:rPr lang="en-US" altLang="zh-CN" sz="2800" kern="100" dirty="0">
                <a:effectLst/>
                <a:cs typeface="Courier New" panose="02070309020205020404" pitchFamily="49" charset="0"/>
              </a:rPr>
              <a:t>(g)</a:t>
            </a:r>
            <a:r>
              <a:rPr lang="zh-CN" altLang="zh-CN" sz="2800" kern="100" dirty="0">
                <a:effectLst/>
                <a:cs typeface="Times New Roman" panose="02020603050405020304" charset="0"/>
              </a:rPr>
              <a:t>＋</a:t>
            </a:r>
            <a:r>
              <a:rPr lang="en-US" altLang="zh-CN" sz="2800" kern="100" dirty="0">
                <a:effectLst/>
                <a:cs typeface="Courier New" panose="02070309020205020404" pitchFamily="49" charset="0"/>
              </a:rPr>
              <a:t>2H</a:t>
            </a:r>
            <a:r>
              <a:rPr lang="en-US" altLang="zh-CN" sz="2800" kern="100" baseline="-25000" dirty="0">
                <a:effectLst/>
                <a:cs typeface="Courier New" panose="02070309020205020404" pitchFamily="49" charset="0"/>
              </a:rPr>
              <a:t>2</a:t>
            </a:r>
            <a:r>
              <a:rPr lang="en-US" altLang="zh-CN" sz="2800" kern="100" dirty="0">
                <a:effectLst/>
                <a:cs typeface="Courier New" panose="02070309020205020404" pitchFamily="49" charset="0"/>
              </a:rPr>
              <a:t>O(g)</a:t>
            </a:r>
            <a:r>
              <a:rPr lang="en-US" altLang="zh-CN" sz="2800" kern="100" spc="-80" dirty="0">
                <a:effectLst/>
                <a:cs typeface="Courier New" panose="02070309020205020404" pitchFamily="49" charset="0"/>
              </a:rPr>
              <a:t>==</a:t>
            </a:r>
            <a:r>
              <a:rPr lang="en-US" altLang="zh-CN" sz="2800" kern="100" dirty="0">
                <a:effectLst/>
                <a:cs typeface="Courier New" panose="02070309020205020404" pitchFamily="49" charset="0"/>
              </a:rPr>
              <a:t>=4HCl(g)</a:t>
            </a:r>
            <a:r>
              <a:rPr lang="zh-CN" altLang="zh-CN" sz="2800" kern="100" dirty="0">
                <a:effectLst/>
                <a:cs typeface="Times New Roman" panose="02020603050405020304" charset="0"/>
              </a:rPr>
              <a:t>＋</a:t>
            </a:r>
            <a:r>
              <a:rPr lang="en-US" altLang="zh-CN" sz="2800" kern="100" dirty="0">
                <a:effectLst/>
                <a:cs typeface="Courier New" panose="02070309020205020404" pitchFamily="49" charset="0"/>
              </a:rPr>
              <a:t>O</a:t>
            </a:r>
            <a:r>
              <a:rPr lang="en-US" altLang="zh-CN" sz="2800" kern="100" baseline="-25000" dirty="0">
                <a:effectLst/>
                <a:cs typeface="Courier New" panose="02070309020205020404" pitchFamily="49" charset="0"/>
              </a:rPr>
              <a:t>2</a:t>
            </a:r>
            <a:r>
              <a:rPr lang="en-US" altLang="zh-CN" sz="2800" kern="100" dirty="0">
                <a:effectLst/>
                <a:cs typeface="Courier New" panose="02070309020205020404" pitchFamily="49" charset="0"/>
              </a:rPr>
              <a:t>(g)</a:t>
            </a:r>
            <a:r>
              <a:rPr lang="zh-CN" altLang="zh-CN" sz="2800" kern="100" dirty="0">
                <a:effectLst/>
                <a:cs typeface="Times New Roman" panose="02020603050405020304" charset="0"/>
              </a:rPr>
              <a:t>　</a:t>
            </a:r>
            <a:r>
              <a:rPr lang="en-US" altLang="zh-CN" sz="2800" kern="100" dirty="0">
                <a:effectLst/>
                <a:cs typeface="Courier New" panose="02070309020205020404" pitchFamily="49" charset="0"/>
              </a:rPr>
              <a:t>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3</a:t>
            </a:r>
            <a:endParaRPr lang="zh-CN" altLang="zh-CN" sz="2800" kern="100" dirty="0">
              <a:effectLst/>
              <a:cs typeface="Courier New" panose="02070309020205020404" pitchFamily="49" charset="0"/>
            </a:endParaRPr>
          </a:p>
          <a:p>
            <a:pPr algn="just">
              <a:lnSpc>
                <a:spcPct val="120000"/>
              </a:lnSpc>
            </a:pPr>
            <a:r>
              <a:rPr lang="zh-CN" altLang="zh-CN" sz="2800" kern="100" dirty="0">
                <a:effectLst/>
                <a:cs typeface="Times New Roman" panose="02020603050405020304" charset="0"/>
              </a:rPr>
              <a:t>则</a:t>
            </a:r>
            <a:r>
              <a:rPr lang="en-US" altLang="zh-CN" sz="2800" kern="100" dirty="0">
                <a:effectLst/>
                <a:cs typeface="Courier New" panose="02070309020205020404" pitchFamily="49" charset="0"/>
              </a:rPr>
              <a:t>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3</a:t>
            </a:r>
            <a:r>
              <a:rPr lang="zh-CN" altLang="zh-CN" sz="2800" kern="100" dirty="0">
                <a:effectLst/>
                <a:cs typeface="Times New Roman" panose="02020603050405020304" charset="0"/>
              </a:rPr>
              <a:t>与</a:t>
            </a:r>
            <a:r>
              <a:rPr lang="en-US" altLang="zh-CN" sz="2800" kern="100" dirty="0">
                <a:effectLst/>
                <a:cs typeface="Courier New" panose="02070309020205020404" pitchFamily="49" charset="0"/>
              </a:rPr>
              <a:t>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1</a:t>
            </a:r>
            <a:r>
              <a:rPr lang="zh-CN" altLang="zh-CN" sz="2800" kern="100" dirty="0">
                <a:effectLst/>
                <a:cs typeface="Times New Roman" panose="02020603050405020304" charset="0"/>
              </a:rPr>
              <a:t>和</a:t>
            </a:r>
            <a:r>
              <a:rPr lang="en-US" altLang="zh-CN" sz="2800" kern="100" dirty="0">
                <a:effectLst/>
                <a:cs typeface="Courier New" panose="02070309020205020404" pitchFamily="49" charset="0"/>
              </a:rPr>
              <a:t>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2</a:t>
            </a:r>
            <a:r>
              <a:rPr lang="zh-CN" altLang="zh-CN" sz="2800" kern="100" dirty="0">
                <a:effectLst/>
                <a:cs typeface="Times New Roman" panose="02020603050405020304" charset="0"/>
              </a:rPr>
              <a:t>间的关系</a:t>
            </a:r>
            <a:r>
              <a:rPr lang="zh-CN" altLang="zh-CN" sz="2800" kern="100" dirty="0">
                <a:solidFill>
                  <a:srgbClr val="FF0000"/>
                </a:solidFill>
                <a:effectLst/>
                <a:cs typeface="Times New Roman" panose="02020603050405020304" charset="0"/>
              </a:rPr>
              <a:t>正确</a:t>
            </a:r>
            <a:r>
              <a:rPr lang="zh-CN" altLang="zh-CN" sz="2800" kern="100" dirty="0">
                <a:effectLst/>
                <a:cs typeface="Times New Roman" panose="02020603050405020304" charset="0"/>
              </a:rPr>
              <a:t>的是</a:t>
            </a:r>
            <a:r>
              <a:rPr lang="en-US" altLang="zh-CN" sz="2800" kern="100" dirty="0">
                <a:effectLst/>
                <a:cs typeface="Courier New" panose="02070309020205020404" pitchFamily="49" charset="0"/>
              </a:rPr>
              <a:t>(</a:t>
            </a:r>
            <a:r>
              <a:rPr lang="zh-CN" altLang="zh-CN" sz="2800" kern="100" dirty="0">
                <a:effectLst/>
                <a:cs typeface="Times New Roman" panose="02020603050405020304" charset="0"/>
              </a:rPr>
              <a:t>　　</a:t>
            </a:r>
            <a:r>
              <a:rPr lang="en-US" altLang="zh-CN" sz="2800" kern="100" dirty="0">
                <a:effectLst/>
                <a:cs typeface="Courier New" panose="02070309020205020404" pitchFamily="49" charset="0"/>
              </a:rPr>
              <a:t>)</a:t>
            </a:r>
            <a:endParaRPr lang="zh-CN" altLang="zh-CN" sz="2800" kern="100" dirty="0">
              <a:effectLst/>
              <a:cs typeface="Courier New" panose="02070309020205020404" pitchFamily="49" charset="0"/>
            </a:endParaRPr>
          </a:p>
          <a:p>
            <a:pPr algn="just">
              <a:lnSpc>
                <a:spcPct val="120000"/>
              </a:lnSpc>
            </a:pPr>
            <a:r>
              <a:rPr lang="en-US" altLang="zh-CN" sz="2800" kern="100" dirty="0">
                <a:effectLst/>
                <a:cs typeface="Courier New" panose="02070309020205020404" pitchFamily="49" charset="0"/>
              </a:rPr>
              <a:t>A</a:t>
            </a:r>
            <a:r>
              <a:rPr lang="zh-CN" altLang="zh-CN" sz="2800" kern="100" dirty="0">
                <a:effectLst/>
                <a:cs typeface="Times New Roman" panose="02020603050405020304" charset="0"/>
              </a:rPr>
              <a:t>．</a:t>
            </a:r>
            <a:r>
              <a:rPr lang="en-US" altLang="zh-CN" sz="2800" kern="100" dirty="0">
                <a:effectLst/>
                <a:cs typeface="Courier New" panose="02070309020205020404" pitchFamily="49" charset="0"/>
              </a:rPr>
              <a:t>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3</a:t>
            </a:r>
            <a:r>
              <a:rPr lang="zh-CN" altLang="zh-CN" sz="2800" kern="100" dirty="0">
                <a:effectLst/>
                <a:cs typeface="Times New Roman" panose="02020603050405020304" charset="0"/>
              </a:rPr>
              <a:t>＝</a:t>
            </a:r>
            <a:r>
              <a:rPr lang="en-US" altLang="zh-CN" sz="2800" kern="100" dirty="0">
                <a:effectLst/>
                <a:cs typeface="Courier New" panose="02070309020205020404" pitchFamily="49" charset="0"/>
              </a:rPr>
              <a:t>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1</a:t>
            </a:r>
            <a:r>
              <a:rPr lang="zh-CN" altLang="zh-CN" sz="2800" kern="100" dirty="0">
                <a:effectLst/>
                <a:cs typeface="Times New Roman" panose="02020603050405020304" charset="0"/>
              </a:rPr>
              <a:t>＋</a:t>
            </a:r>
            <a:r>
              <a:rPr lang="en-US" altLang="zh-CN" sz="2800" kern="100" dirty="0">
                <a:effectLst/>
                <a:cs typeface="Courier New" panose="02070309020205020404" pitchFamily="49" charset="0"/>
              </a:rPr>
              <a:t>2Δ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2</a:t>
            </a:r>
            <a:r>
              <a:rPr lang="en-US" altLang="zh-CN" sz="2800" kern="100" dirty="0">
                <a:effectLst/>
                <a:cs typeface="Courier New" panose="02070309020205020404" pitchFamily="49" charset="0"/>
              </a:rPr>
              <a:t>  	B</a:t>
            </a:r>
            <a:r>
              <a:rPr lang="zh-CN" altLang="zh-CN" sz="2800" kern="100" dirty="0">
                <a:effectLst/>
                <a:cs typeface="Times New Roman" panose="02020603050405020304" charset="0"/>
              </a:rPr>
              <a:t>．</a:t>
            </a:r>
            <a:r>
              <a:rPr lang="en-US" altLang="zh-CN" sz="2800" kern="100" dirty="0">
                <a:effectLst/>
                <a:cs typeface="Courier New" panose="02070309020205020404" pitchFamily="49" charset="0"/>
              </a:rPr>
              <a:t>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3</a:t>
            </a:r>
            <a:r>
              <a:rPr lang="zh-CN" altLang="zh-CN" sz="2800" kern="100" dirty="0">
                <a:effectLst/>
                <a:cs typeface="Times New Roman" panose="02020603050405020304" charset="0"/>
              </a:rPr>
              <a:t>＝</a:t>
            </a:r>
            <a:r>
              <a:rPr lang="en-US" altLang="zh-CN" sz="2800" kern="100" dirty="0">
                <a:effectLst/>
                <a:cs typeface="Courier New" panose="02070309020205020404" pitchFamily="49" charset="0"/>
              </a:rPr>
              <a:t>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1</a:t>
            </a:r>
            <a:r>
              <a:rPr lang="zh-CN" altLang="zh-CN" sz="2800" kern="100" dirty="0">
                <a:effectLst/>
                <a:cs typeface="Times New Roman" panose="02020603050405020304" charset="0"/>
              </a:rPr>
              <a:t>＋</a:t>
            </a:r>
            <a:r>
              <a:rPr lang="en-US" altLang="zh-CN" sz="2800" kern="100" dirty="0">
                <a:effectLst/>
                <a:cs typeface="Courier New" panose="02070309020205020404" pitchFamily="49" charset="0"/>
              </a:rPr>
              <a:t>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2</a:t>
            </a:r>
            <a:endParaRPr lang="zh-CN" altLang="zh-CN" sz="2800" kern="100" dirty="0">
              <a:effectLst/>
              <a:cs typeface="Courier New" panose="02070309020205020404" pitchFamily="49" charset="0"/>
            </a:endParaRPr>
          </a:p>
          <a:p>
            <a:pPr algn="just">
              <a:lnSpc>
                <a:spcPct val="120000"/>
              </a:lnSpc>
            </a:pPr>
            <a:r>
              <a:rPr lang="en-US" altLang="zh-CN" sz="2800" kern="100" dirty="0">
                <a:effectLst/>
                <a:cs typeface="Courier New" panose="02070309020205020404" pitchFamily="49" charset="0"/>
              </a:rPr>
              <a:t>C</a:t>
            </a:r>
            <a:r>
              <a:rPr lang="zh-CN" altLang="zh-CN" sz="2800" kern="100" dirty="0">
                <a:effectLst/>
                <a:cs typeface="Times New Roman" panose="02020603050405020304" charset="0"/>
              </a:rPr>
              <a:t>．</a:t>
            </a:r>
            <a:r>
              <a:rPr lang="en-US" altLang="zh-CN" sz="2800" kern="100" dirty="0">
                <a:effectLst/>
                <a:cs typeface="Courier New" panose="02070309020205020404" pitchFamily="49" charset="0"/>
              </a:rPr>
              <a:t>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3</a:t>
            </a:r>
            <a:r>
              <a:rPr lang="zh-CN" altLang="zh-CN" sz="2800" kern="100" dirty="0">
                <a:effectLst/>
                <a:cs typeface="Times New Roman" panose="02020603050405020304" charset="0"/>
              </a:rPr>
              <a:t>＝</a:t>
            </a:r>
            <a:r>
              <a:rPr lang="en-US" altLang="zh-CN" sz="2800" kern="100" dirty="0">
                <a:effectLst/>
                <a:cs typeface="Courier New" panose="02070309020205020404" pitchFamily="49" charset="0"/>
              </a:rPr>
              <a:t>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1</a:t>
            </a:r>
            <a:r>
              <a:rPr lang="zh-CN" altLang="zh-CN" sz="2800" kern="100" dirty="0">
                <a:effectLst/>
                <a:cs typeface="Times New Roman" panose="02020603050405020304" charset="0"/>
              </a:rPr>
              <a:t>－</a:t>
            </a:r>
            <a:r>
              <a:rPr lang="en-US" altLang="zh-CN" sz="2800" kern="100" dirty="0">
                <a:effectLst/>
                <a:cs typeface="Courier New" panose="02070309020205020404" pitchFamily="49" charset="0"/>
              </a:rPr>
              <a:t>2Δ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2</a:t>
            </a:r>
            <a:r>
              <a:rPr lang="en-US" altLang="zh-CN" sz="2800" kern="100" dirty="0">
                <a:effectLst/>
                <a:cs typeface="Courier New" panose="02070309020205020404" pitchFamily="49" charset="0"/>
              </a:rPr>
              <a:t>  	D</a:t>
            </a:r>
            <a:r>
              <a:rPr lang="zh-CN" altLang="zh-CN" sz="2800" kern="100" dirty="0">
                <a:effectLst/>
                <a:cs typeface="Times New Roman" panose="02020603050405020304" charset="0"/>
              </a:rPr>
              <a:t>．</a:t>
            </a:r>
            <a:r>
              <a:rPr lang="en-US" altLang="zh-CN" sz="2800" kern="100" dirty="0">
                <a:effectLst/>
                <a:cs typeface="Courier New" panose="02070309020205020404" pitchFamily="49" charset="0"/>
              </a:rPr>
              <a:t>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3</a:t>
            </a:r>
            <a:r>
              <a:rPr lang="zh-CN" altLang="zh-CN" sz="2800" kern="100" dirty="0">
                <a:effectLst/>
                <a:cs typeface="Times New Roman" panose="02020603050405020304" charset="0"/>
              </a:rPr>
              <a:t>＝</a:t>
            </a:r>
            <a:r>
              <a:rPr lang="en-US" altLang="zh-CN" sz="2800" kern="100" dirty="0">
                <a:effectLst/>
                <a:cs typeface="Courier New" panose="02070309020205020404" pitchFamily="49" charset="0"/>
              </a:rPr>
              <a:t>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1</a:t>
            </a:r>
            <a:r>
              <a:rPr lang="zh-CN" altLang="zh-CN" sz="2800" kern="100" dirty="0">
                <a:effectLst/>
                <a:cs typeface="Times New Roman" panose="02020603050405020304" charset="0"/>
              </a:rPr>
              <a:t>－</a:t>
            </a:r>
            <a:r>
              <a:rPr lang="en-US" altLang="zh-CN" sz="2800" kern="100" dirty="0">
                <a:effectLst/>
                <a:cs typeface="Courier New" panose="02070309020205020404" pitchFamily="49" charset="0"/>
              </a:rPr>
              <a:t>Δ</a:t>
            </a:r>
            <a:r>
              <a:rPr lang="en-US" altLang="zh-CN" sz="2800" i="1" kern="100" dirty="0">
                <a:effectLst/>
                <a:cs typeface="Courier New" panose="02070309020205020404" pitchFamily="49" charset="0"/>
              </a:rPr>
              <a:t>H</a:t>
            </a:r>
            <a:r>
              <a:rPr lang="en-US" altLang="zh-CN" sz="2800" kern="100" baseline="-25000" dirty="0">
                <a:effectLst/>
                <a:cs typeface="Courier New" panose="02070309020205020404" pitchFamily="49" charset="0"/>
              </a:rPr>
              <a:t>2</a:t>
            </a:r>
            <a:endParaRPr lang="zh-CN" altLang="zh-CN" sz="2800" kern="100" dirty="0">
              <a:effectLst/>
              <a:cs typeface="Courier New" panose="02070309020205020404" pitchFamily="49" charset="0"/>
            </a:endParaRPr>
          </a:p>
        </p:txBody>
      </p:sp>
      <p:sp>
        <p:nvSpPr>
          <p:cNvPr id="4" name="文本框 3"/>
          <p:cNvSpPr txBox="1"/>
          <p:nvPr>
            <p:custDataLst>
              <p:tags r:id="rId2"/>
            </p:custDataLst>
          </p:nvPr>
        </p:nvSpPr>
        <p:spPr>
          <a:xfrm>
            <a:off x="6452468" y="3130878"/>
            <a:ext cx="444352" cy="523220"/>
          </a:xfrm>
          <a:prstGeom prst="rect">
            <a:avLst/>
          </a:prstGeom>
          <a:noFill/>
        </p:spPr>
        <p:txBody>
          <a:bodyPr wrap="none">
            <a:spAutoFit/>
          </a:bodyPr>
          <a:lstStyle/>
          <a:p>
            <a:pPr algn="ctr"/>
            <a:r>
              <a:rPr lang="en-US" altLang="zh-CN" sz="2800">
                <a:solidFill>
                  <a:srgbClr val="FF0000"/>
                </a:solidFill>
              </a:rPr>
              <a:t>A</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custDataLst>
              <p:tags r:id="rId1"/>
            </p:custDataLst>
          </p:nvPr>
        </p:nvSpPr>
        <p:spPr>
          <a:xfrm>
            <a:off x="1343025" y="1495425"/>
            <a:ext cx="4327525" cy="3733165"/>
          </a:xfrm>
          <a:prstGeom prst="rect">
            <a:avLst/>
          </a:prstGeom>
          <a:blipFill rotWithShape="1">
            <a:blip r:embed="rId4"/>
            <a:stretch>
              <a:fillRect/>
            </a:stretch>
          </a:blipFill>
          <a:effectLst>
            <a:softEdge rad="63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lnSpc>
                <a:spcPct val="120000"/>
              </a:lnSpc>
            </a:pPr>
            <a:endParaRPr lang="zh-CN" altLang="en-US">
              <a:cs typeface="+mn-ea"/>
              <a:sym typeface="+mn-lt"/>
            </a:endParaRPr>
          </a:p>
        </p:txBody>
      </p:sp>
      <p:sp>
        <p:nvSpPr>
          <p:cNvPr id="5" name="文本框 4"/>
          <p:cNvSpPr txBox="1"/>
          <p:nvPr>
            <p:custDataLst>
              <p:tags r:id="rId2"/>
            </p:custDataLst>
          </p:nvPr>
        </p:nvSpPr>
        <p:spPr>
          <a:xfrm>
            <a:off x="6236524" y="1651642"/>
            <a:ext cx="5955476" cy="2638223"/>
          </a:xfrm>
          <a:prstGeom prst="rect">
            <a:avLst/>
          </a:prstGeom>
          <a:noFill/>
        </p:spPr>
        <p:txBody>
          <a:bodyPr wrap="none" rtlCol="0">
            <a:spAutoFit/>
          </a:bodyPr>
          <a:lstStyle/>
          <a:p>
            <a:pPr algn="ctr">
              <a:lnSpc>
                <a:spcPct val="120000"/>
              </a:lnSpc>
            </a:pPr>
            <a:r>
              <a:rPr lang="zh-CN" altLang="en-US" sz="7200" b="1" dirty="0">
                <a:solidFill>
                  <a:schemeClr val="tx1"/>
                </a:solidFill>
                <a:effectLst/>
                <a:cs typeface="+mn-ea"/>
                <a:sym typeface="+mn-lt"/>
              </a:rPr>
              <a:t>专题  </a:t>
            </a:r>
            <a:endParaRPr lang="en-US" altLang="zh-CN" sz="7200" b="1" dirty="0">
              <a:solidFill>
                <a:schemeClr val="tx1"/>
              </a:solidFill>
              <a:effectLst/>
              <a:cs typeface="+mn-ea"/>
              <a:sym typeface="+mn-lt"/>
            </a:endParaRPr>
          </a:p>
          <a:p>
            <a:pPr algn="ctr">
              <a:lnSpc>
                <a:spcPct val="120000"/>
              </a:lnSpc>
            </a:pPr>
            <a:r>
              <a:rPr lang="zh-CN" altLang="en-US" sz="7200" b="1" dirty="0">
                <a:solidFill>
                  <a:schemeClr val="tx1"/>
                </a:solidFill>
                <a:effectLst/>
                <a:cs typeface="+mn-ea"/>
                <a:sym typeface="+mn-lt"/>
              </a:rPr>
              <a:t>反应热的计算 </a:t>
            </a: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custDataLst>
              <p:tags r:id="rId1"/>
            </p:custDataLst>
          </p:nvPr>
        </p:nvSpPr>
        <p:spPr>
          <a:xfrm>
            <a:off x="3266280" y="1091682"/>
            <a:ext cx="6194324" cy="565348"/>
          </a:xfrm>
          <a:prstGeom prst="rect">
            <a:avLst/>
          </a:prstGeom>
          <a:solidFill>
            <a:schemeClr val="accent2">
              <a:lumMod val="20000"/>
              <a:lumOff val="80000"/>
            </a:schemeClr>
          </a:solidFill>
          <a:ln w="12700">
            <a:solidFill>
              <a:srgbClr val="FF0000"/>
            </a:solidFill>
            <a:prstDash val="dash"/>
          </a:ln>
        </p:spPr>
        <p:txBody>
          <a:bodyPr wrap="none">
            <a:spAutoFit/>
          </a:bodyPr>
          <a:lstStyle/>
          <a:p>
            <a:pPr algn="ctr">
              <a:lnSpc>
                <a:spcPct val="120000"/>
              </a:lnSpc>
            </a:pPr>
            <a:r>
              <a:rPr lang="en-US" altLang="zh-CN" sz="2800" b="1" dirty="0">
                <a:cs typeface="+mn-ea"/>
                <a:sym typeface="+mn-lt"/>
              </a:rPr>
              <a:t>Δ</a:t>
            </a:r>
            <a:r>
              <a:rPr lang="en-US" altLang="zh-CN" sz="2800" b="1" i="1" dirty="0">
                <a:cs typeface="+mn-ea"/>
                <a:sym typeface="+mn-lt"/>
              </a:rPr>
              <a:t>H</a:t>
            </a:r>
            <a:r>
              <a:rPr lang="zh-CN" altLang="en-US" sz="2800" b="1" dirty="0">
                <a:cs typeface="+mn-ea"/>
                <a:sym typeface="+mn-lt"/>
              </a:rPr>
              <a:t>＝反应物的总键能</a:t>
            </a:r>
            <a:r>
              <a:rPr lang="en-US" altLang="zh-CN" sz="2800" b="1" dirty="0">
                <a:cs typeface="+mn-ea"/>
                <a:sym typeface="+mn-lt"/>
              </a:rPr>
              <a:t>-</a:t>
            </a:r>
            <a:r>
              <a:rPr lang="zh-CN" altLang="en-US" sz="2800" b="1" dirty="0">
                <a:cs typeface="+mn-ea"/>
                <a:sym typeface="+mn-lt"/>
              </a:rPr>
              <a:t>生成物的总键能</a:t>
            </a:r>
            <a:endParaRPr lang="en-US" altLang="zh-CN" sz="2800" b="1" dirty="0">
              <a:cs typeface="+mn-ea"/>
              <a:sym typeface="+mn-lt"/>
            </a:endParaRPr>
          </a:p>
        </p:txBody>
      </p:sp>
      <p:sp>
        <p:nvSpPr>
          <p:cNvPr id="3" name="文本框 2"/>
          <p:cNvSpPr txBox="1"/>
          <p:nvPr>
            <p:custDataLst>
              <p:tags r:id="rId2"/>
            </p:custDataLst>
          </p:nvPr>
        </p:nvSpPr>
        <p:spPr>
          <a:xfrm>
            <a:off x="3907060" y="310246"/>
            <a:ext cx="4079386" cy="565348"/>
          </a:xfrm>
          <a:prstGeom prst="rect">
            <a:avLst/>
          </a:prstGeom>
          <a:solidFill>
            <a:srgbClr val="354ECE"/>
          </a:solidFill>
        </p:spPr>
        <p:txBody>
          <a:bodyPr vert="horz" wrap="none" rtlCol="0" anchor="ctr">
            <a:spAutoFit/>
          </a:bodyPr>
          <a:lstStyle/>
          <a:p>
            <a:pPr>
              <a:lnSpc>
                <a:spcPct val="120000"/>
              </a:lnSpc>
            </a:pPr>
            <a:r>
              <a:rPr lang="zh-CN" altLang="en-US" sz="2800" b="1">
                <a:solidFill>
                  <a:schemeClr val="bg1"/>
                </a:solidFill>
                <a:cs typeface="+mn-ea"/>
                <a:sym typeface="+mn-lt"/>
              </a:rPr>
              <a:t>类型</a:t>
            </a:r>
            <a:r>
              <a:rPr lang="en-US" altLang="zh-CN" sz="2800" b="1">
                <a:solidFill>
                  <a:schemeClr val="bg1"/>
                </a:solidFill>
                <a:cs typeface="+mn-ea"/>
                <a:sym typeface="+mn-lt"/>
              </a:rPr>
              <a:t>01</a:t>
            </a:r>
            <a:r>
              <a:rPr lang="zh-CN" altLang="en-US" sz="2800" b="1">
                <a:solidFill>
                  <a:schemeClr val="bg1"/>
                </a:solidFill>
                <a:cs typeface="+mn-ea"/>
                <a:sym typeface="+mn-lt"/>
              </a:rPr>
              <a:t> 利用键能计算 </a:t>
            </a:r>
            <a:r>
              <a:rPr lang="en-US" altLang="zh-CN" sz="2800" b="1">
                <a:solidFill>
                  <a:schemeClr val="bg1"/>
                </a:solidFill>
                <a:cs typeface="+mn-ea"/>
                <a:sym typeface="+mn-lt"/>
              </a:rPr>
              <a:t>Δ</a:t>
            </a:r>
            <a:r>
              <a:rPr lang="en-US" altLang="zh-CN" sz="2800" b="1" i="1">
                <a:solidFill>
                  <a:schemeClr val="bg1"/>
                </a:solidFill>
                <a:cs typeface="+mn-ea"/>
                <a:sym typeface="+mn-lt"/>
              </a:rPr>
              <a:t>H</a:t>
            </a:r>
            <a:endParaRPr lang="zh-CN" altLang="en-US" sz="2800" b="1" i="1">
              <a:solidFill>
                <a:schemeClr val="bg1"/>
              </a:solidFill>
              <a:cs typeface="+mn-ea"/>
              <a:sym typeface="+mn-lt"/>
            </a:endParaRPr>
          </a:p>
        </p:txBody>
      </p:sp>
      <p:sp>
        <p:nvSpPr>
          <p:cNvPr id="4" name="文本框 3">
            <a:extLst>
              <a:ext uri="{FF2B5EF4-FFF2-40B4-BE49-F238E27FC236}">
                <a16:creationId xmlns:a16="http://schemas.microsoft.com/office/drawing/2014/main" id="{B6F40B27-1EC2-A342-CF2F-0AD5F4521AE5}"/>
              </a:ext>
            </a:extLst>
          </p:cNvPr>
          <p:cNvSpPr txBox="1"/>
          <p:nvPr>
            <p:custDataLst>
              <p:tags r:id="rId3"/>
            </p:custDataLst>
          </p:nvPr>
        </p:nvSpPr>
        <p:spPr>
          <a:xfrm>
            <a:off x="2552854" y="2683165"/>
            <a:ext cx="1880643" cy="565348"/>
          </a:xfrm>
          <a:prstGeom prst="rect">
            <a:avLst/>
          </a:prstGeom>
          <a:noFill/>
        </p:spPr>
        <p:txBody>
          <a:bodyPr wrap="none" rtlCol="0">
            <a:spAutoFit/>
          </a:bodyPr>
          <a:lstStyle/>
          <a:p>
            <a:pPr algn="just">
              <a:lnSpc>
                <a:spcPct val="120000"/>
              </a:lnSpc>
            </a:pPr>
            <a:r>
              <a:rPr lang="en-US" altLang="zh-CN" sz="2800" b="1" dirty="0">
                <a:solidFill>
                  <a:srgbClr val="FF0000"/>
                </a:solidFill>
                <a:cs typeface="+mn-ea"/>
                <a:sym typeface="+mn-lt"/>
              </a:rPr>
              <a:t>【</a:t>
            </a:r>
            <a:r>
              <a:rPr lang="zh-CN" altLang="en-US" sz="2800" b="1" dirty="0">
                <a:solidFill>
                  <a:srgbClr val="FF0000"/>
                </a:solidFill>
                <a:cs typeface="+mn-ea"/>
                <a:sym typeface="+mn-lt"/>
              </a:rPr>
              <a:t>答案</a:t>
            </a:r>
            <a:r>
              <a:rPr lang="en-US" altLang="zh-CN" sz="2800" b="1" dirty="0">
                <a:solidFill>
                  <a:srgbClr val="FF0000"/>
                </a:solidFill>
                <a:cs typeface="+mn-ea"/>
                <a:sym typeface="+mn-lt"/>
              </a:rPr>
              <a:t>】C</a:t>
            </a:r>
          </a:p>
        </p:txBody>
      </p:sp>
      <p:sp>
        <p:nvSpPr>
          <p:cNvPr id="5" name="文本框 4">
            <a:extLst>
              <a:ext uri="{FF2B5EF4-FFF2-40B4-BE49-F238E27FC236}">
                <a16:creationId xmlns:a16="http://schemas.microsoft.com/office/drawing/2014/main" id="{F64B4C7C-9DD7-1EF7-EE10-FB01A3FCAD4A}"/>
              </a:ext>
            </a:extLst>
          </p:cNvPr>
          <p:cNvSpPr txBox="1"/>
          <p:nvPr>
            <p:custDataLst>
              <p:tags r:id="rId4"/>
            </p:custDataLst>
          </p:nvPr>
        </p:nvSpPr>
        <p:spPr>
          <a:xfrm>
            <a:off x="334962" y="1624894"/>
            <a:ext cx="11522075" cy="1641475"/>
          </a:xfrm>
          <a:prstGeom prst="rect">
            <a:avLst/>
          </a:prstGeom>
          <a:noFill/>
        </p:spPr>
        <p:txBody>
          <a:bodyPr wrap="square">
            <a:spAutoFit/>
          </a:bodyPr>
          <a:lstStyle/>
          <a:p>
            <a:pPr algn="just">
              <a:lnSpc>
                <a:spcPct val="120000"/>
              </a:lnSpc>
            </a:pPr>
            <a:r>
              <a:rPr lang="en-US" altLang="zh-CN" sz="2800" b="1" dirty="0">
                <a:solidFill>
                  <a:srgbClr val="FF0000"/>
                </a:solidFill>
                <a:cs typeface="+mn-ea"/>
                <a:sym typeface="+mn-lt"/>
              </a:rPr>
              <a:t>【</a:t>
            </a:r>
            <a:r>
              <a:rPr lang="zh-CN" altLang="en-US" sz="2800" b="1" dirty="0">
                <a:solidFill>
                  <a:srgbClr val="FF0000"/>
                </a:solidFill>
                <a:cs typeface="+mn-ea"/>
                <a:sym typeface="+mn-lt"/>
              </a:rPr>
              <a:t>例</a:t>
            </a:r>
            <a:r>
              <a:rPr lang="en-US" altLang="zh-CN" sz="2800" b="1" dirty="0">
                <a:solidFill>
                  <a:srgbClr val="FF0000"/>
                </a:solidFill>
                <a:cs typeface="+mn-ea"/>
                <a:sym typeface="+mn-lt"/>
              </a:rPr>
              <a:t>】</a:t>
            </a:r>
            <a:r>
              <a:rPr lang="zh-CN" altLang="en-US" sz="2800" dirty="0">
                <a:cs typeface="+mn-ea"/>
                <a:sym typeface="+mn-lt"/>
              </a:rPr>
              <a:t>联氨</a:t>
            </a:r>
            <a:r>
              <a:rPr lang="en-US" altLang="zh-CN" sz="2800" dirty="0">
                <a:cs typeface="+mn-ea"/>
                <a:sym typeface="+mn-lt"/>
              </a:rPr>
              <a:t>(N</a:t>
            </a:r>
            <a:r>
              <a:rPr lang="en-US" altLang="zh-CN" sz="2800" baseline="-25000" dirty="0">
                <a:cs typeface="+mn-ea"/>
                <a:sym typeface="+mn-lt"/>
              </a:rPr>
              <a:t>2</a:t>
            </a:r>
            <a:r>
              <a:rPr lang="en-US" altLang="zh-CN" sz="2800" dirty="0">
                <a:cs typeface="+mn-ea"/>
                <a:sym typeface="+mn-lt"/>
              </a:rPr>
              <a:t>H</a:t>
            </a:r>
            <a:r>
              <a:rPr lang="en-US" altLang="zh-CN" sz="2800" baseline="-25000" dirty="0">
                <a:cs typeface="+mn-ea"/>
                <a:sym typeface="+mn-lt"/>
              </a:rPr>
              <a:t>4</a:t>
            </a:r>
            <a:r>
              <a:rPr lang="en-US" altLang="zh-CN" sz="2800" dirty="0">
                <a:cs typeface="+mn-ea"/>
                <a:sym typeface="+mn-lt"/>
              </a:rPr>
              <a:t>)</a:t>
            </a:r>
            <a:r>
              <a:rPr lang="zh-CN" altLang="en-US" sz="2800" dirty="0">
                <a:cs typeface="+mn-ea"/>
                <a:sym typeface="+mn-lt"/>
              </a:rPr>
              <a:t>是喷气式发动机和火箭常用的燃料，已知      </a:t>
            </a:r>
            <a:endParaRPr lang="en-US" altLang="zh-CN" sz="2800" dirty="0">
              <a:cs typeface="+mn-ea"/>
              <a:sym typeface="+mn-lt"/>
            </a:endParaRPr>
          </a:p>
          <a:p>
            <a:pPr algn="just">
              <a:lnSpc>
                <a:spcPct val="120000"/>
              </a:lnSpc>
            </a:pPr>
            <a:r>
              <a:rPr lang="en-US" altLang="zh-CN" sz="2800" dirty="0">
                <a:cs typeface="+mn-ea"/>
                <a:sym typeface="+mn-lt"/>
              </a:rPr>
              <a:t>                                                                             </a:t>
            </a:r>
            <a:r>
              <a:rPr lang="zh-CN" altLang="en-US" sz="2800" dirty="0">
                <a:cs typeface="+mn-ea"/>
                <a:sym typeface="+mn-lt"/>
              </a:rPr>
              <a:t>，相关化学键的键能如下表所示，则</a:t>
            </a:r>
            <a:r>
              <a:rPr lang="en-US" altLang="zh-CN" sz="2800" dirty="0">
                <a:cs typeface="+mn-ea"/>
                <a:sym typeface="+mn-lt"/>
              </a:rPr>
              <a:t>x</a:t>
            </a:r>
            <a:r>
              <a:rPr lang="zh-CN" altLang="en-US" sz="2800" dirty="0">
                <a:cs typeface="+mn-ea"/>
                <a:sym typeface="+mn-lt"/>
              </a:rPr>
              <a:t>为</a:t>
            </a:r>
          </a:p>
        </p:txBody>
      </p:sp>
      <p:graphicFrame>
        <p:nvGraphicFramePr>
          <p:cNvPr id="6" name="对象 5">
            <a:extLst>
              <a:ext uri="{FF2B5EF4-FFF2-40B4-BE49-F238E27FC236}">
                <a16:creationId xmlns:a16="http://schemas.microsoft.com/office/drawing/2014/main" id="{58D81D1F-B6B8-F8D9-7996-B0D45BF92E37}"/>
              </a:ext>
            </a:extLst>
          </p:cNvPr>
          <p:cNvGraphicFramePr>
            <a:graphicFrameLocks noChangeAspect="1"/>
          </p:cNvGraphicFramePr>
          <p:nvPr>
            <p:custDataLst>
              <p:tags r:id="rId5"/>
            </p:custDataLst>
            <p:extLst>
              <p:ext uri="{D42A27DB-BD31-4B8C-83A1-F6EECF244321}">
                <p14:modId xmlns:p14="http://schemas.microsoft.com/office/powerpoint/2010/main" val="3364145301"/>
              </p:ext>
            </p:extLst>
          </p:nvPr>
        </p:nvGraphicFramePr>
        <p:xfrm>
          <a:off x="334963" y="2210332"/>
          <a:ext cx="4597010" cy="496974"/>
        </p:xfrm>
        <a:graphic>
          <a:graphicData uri="http://schemas.openxmlformats.org/presentationml/2006/ole">
            <mc:AlternateContent xmlns:mc="http://schemas.openxmlformats.org/markup-compatibility/2006">
              <mc:Choice xmlns:v="urn:schemas-microsoft-com:vml" Requires="v">
                <p:oleObj name="Equation" r:id="rId18" imgW="2400300" imgH="254000" progId="Equation.DSMT4">
                  <p:embed/>
                </p:oleObj>
              </mc:Choice>
              <mc:Fallback>
                <p:oleObj name="Equation" r:id="rId18" imgW="2400300" imgH="254000" progId="Equation.DSMT4">
                  <p:embed/>
                  <p:pic>
                    <p:nvPicPr>
                      <p:cNvPr id="7" name="对象 6"/>
                      <p:cNvPicPr/>
                      <p:nvPr/>
                    </p:nvPicPr>
                    <p:blipFill>
                      <a:blip r:embed="rId19">
                        <a:extLst>
                          <a:ext uri="{28A0092B-C50C-407E-A947-70E740481C1C}">
                            <a14:useLocalDpi xmlns:a14="http://schemas.microsoft.com/office/drawing/2010/main" val="0"/>
                          </a:ext>
                        </a:extLst>
                      </a:blip>
                      <a:stretch>
                        <a:fillRect/>
                      </a:stretch>
                    </p:blipFill>
                    <p:spPr>
                      <a:xfrm>
                        <a:off x="334963" y="2210332"/>
                        <a:ext cx="4597010" cy="496974"/>
                      </a:xfrm>
                      <a:prstGeom prst="rect">
                        <a:avLst/>
                      </a:prstGeom>
                      <a:noFill/>
                    </p:spPr>
                  </p:pic>
                </p:oleObj>
              </mc:Fallback>
            </mc:AlternateContent>
          </a:graphicData>
        </a:graphic>
      </p:graphicFrame>
      <p:graphicFrame>
        <p:nvGraphicFramePr>
          <p:cNvPr id="7" name="对象 6">
            <a:extLst>
              <a:ext uri="{FF2B5EF4-FFF2-40B4-BE49-F238E27FC236}">
                <a16:creationId xmlns:a16="http://schemas.microsoft.com/office/drawing/2014/main" id="{B263E715-66D2-B9A3-FCFE-59D87F97391F}"/>
              </a:ext>
            </a:extLst>
          </p:cNvPr>
          <p:cNvGraphicFramePr>
            <a:graphicFrameLocks noChangeAspect="1"/>
          </p:cNvGraphicFramePr>
          <p:nvPr>
            <p:custDataLst>
              <p:tags r:id="rId6"/>
            </p:custDataLst>
            <p:extLst>
              <p:ext uri="{D42A27DB-BD31-4B8C-83A1-F6EECF244321}">
                <p14:modId xmlns:p14="http://schemas.microsoft.com/office/powerpoint/2010/main" val="3791252729"/>
              </p:ext>
            </p:extLst>
          </p:nvPr>
        </p:nvGraphicFramePr>
        <p:xfrm>
          <a:off x="5029576" y="2262100"/>
          <a:ext cx="2132848" cy="393438"/>
        </p:xfrm>
        <a:graphic>
          <a:graphicData uri="http://schemas.openxmlformats.org/presentationml/2006/ole">
            <mc:AlternateContent xmlns:mc="http://schemas.openxmlformats.org/markup-compatibility/2006">
              <mc:Choice xmlns:v="urn:schemas-microsoft-com:vml" Requires="v">
                <p:oleObj name="Equation" r:id="rId20" imgW="1116965" imgH="203200" progId="Equation.DSMT4">
                  <p:embed/>
                </p:oleObj>
              </mc:Choice>
              <mc:Fallback>
                <p:oleObj name="Equation" r:id="rId20" imgW="1116965" imgH="203200" progId="Equation.DSMT4">
                  <p:embed/>
                  <p:pic>
                    <p:nvPicPr>
                      <p:cNvPr id="9" name="对象 8"/>
                      <p:cNvPicPr/>
                      <p:nvPr/>
                    </p:nvPicPr>
                    <p:blipFill>
                      <a:blip r:embed="rId21">
                        <a:extLst>
                          <a:ext uri="{28A0092B-C50C-407E-A947-70E740481C1C}">
                            <a14:useLocalDpi xmlns:a14="http://schemas.microsoft.com/office/drawing/2010/main" val="0"/>
                          </a:ext>
                        </a:extLst>
                      </a:blip>
                      <a:stretch>
                        <a:fillRect/>
                      </a:stretch>
                    </p:blipFill>
                    <p:spPr>
                      <a:xfrm>
                        <a:off x="5029576" y="2262100"/>
                        <a:ext cx="2132848" cy="393438"/>
                      </a:xfrm>
                      <a:prstGeom prst="rect">
                        <a:avLst/>
                      </a:prstGeom>
                      <a:noFill/>
                    </p:spPr>
                  </p:pic>
                </p:oleObj>
              </mc:Fallback>
            </mc:AlternateContent>
          </a:graphicData>
        </a:graphic>
      </p:graphicFrame>
      <p:graphicFrame>
        <p:nvGraphicFramePr>
          <p:cNvPr id="8" name="表格 7">
            <a:extLst>
              <a:ext uri="{FF2B5EF4-FFF2-40B4-BE49-F238E27FC236}">
                <a16:creationId xmlns:a16="http://schemas.microsoft.com/office/drawing/2014/main" id="{EC8B031D-C5B0-54FB-8C25-00C6A7C368A4}"/>
              </a:ext>
            </a:extLst>
          </p:cNvPr>
          <p:cNvGraphicFramePr>
            <a:graphicFrameLocks noGrp="1"/>
          </p:cNvGraphicFramePr>
          <p:nvPr>
            <p:custDataLst>
              <p:tags r:id="rId7"/>
            </p:custDataLst>
            <p:extLst>
              <p:ext uri="{D42A27DB-BD31-4B8C-83A1-F6EECF244321}">
                <p14:modId xmlns:p14="http://schemas.microsoft.com/office/powerpoint/2010/main" val="1956041245"/>
              </p:ext>
            </p:extLst>
          </p:nvPr>
        </p:nvGraphicFramePr>
        <p:xfrm>
          <a:off x="1049982" y="3224371"/>
          <a:ext cx="10092036" cy="1262978"/>
        </p:xfrm>
        <a:graphic>
          <a:graphicData uri="http://schemas.openxmlformats.org/drawingml/2006/table">
            <a:tbl>
              <a:tblPr firstRow="1" firstCol="1" bandRow="1">
                <a:tableStyleId>{5C22544A-7EE6-4342-B048-85BDC9FD1C3A}</a:tableStyleId>
              </a:tblPr>
              <a:tblGrid>
                <a:gridCol w="1682006">
                  <a:extLst>
                    <a:ext uri="{9D8B030D-6E8A-4147-A177-3AD203B41FA5}">
                      <a16:colId xmlns:a16="http://schemas.microsoft.com/office/drawing/2014/main" val="20000"/>
                    </a:ext>
                  </a:extLst>
                </a:gridCol>
                <a:gridCol w="1682006">
                  <a:extLst>
                    <a:ext uri="{9D8B030D-6E8A-4147-A177-3AD203B41FA5}">
                      <a16:colId xmlns:a16="http://schemas.microsoft.com/office/drawing/2014/main" val="20001"/>
                    </a:ext>
                  </a:extLst>
                </a:gridCol>
                <a:gridCol w="1336515">
                  <a:extLst>
                    <a:ext uri="{9D8B030D-6E8A-4147-A177-3AD203B41FA5}">
                      <a16:colId xmlns:a16="http://schemas.microsoft.com/office/drawing/2014/main" val="20002"/>
                    </a:ext>
                  </a:extLst>
                </a:gridCol>
                <a:gridCol w="2027497">
                  <a:extLst>
                    <a:ext uri="{9D8B030D-6E8A-4147-A177-3AD203B41FA5}">
                      <a16:colId xmlns:a16="http://schemas.microsoft.com/office/drawing/2014/main" val="20003"/>
                    </a:ext>
                  </a:extLst>
                </a:gridCol>
                <a:gridCol w="1682006">
                  <a:extLst>
                    <a:ext uri="{9D8B030D-6E8A-4147-A177-3AD203B41FA5}">
                      <a16:colId xmlns:a16="http://schemas.microsoft.com/office/drawing/2014/main" val="20004"/>
                    </a:ext>
                  </a:extLst>
                </a:gridCol>
                <a:gridCol w="1682006">
                  <a:extLst>
                    <a:ext uri="{9D8B030D-6E8A-4147-A177-3AD203B41FA5}">
                      <a16:colId xmlns:a16="http://schemas.microsoft.com/office/drawing/2014/main" val="20005"/>
                    </a:ext>
                  </a:extLst>
                </a:gridCol>
              </a:tblGrid>
              <a:tr h="631489">
                <a:tc>
                  <a:txBody>
                    <a:bodyPr/>
                    <a:lstStyle/>
                    <a:p>
                      <a:pPr algn="l" fontAlgn="ctr">
                        <a:lnSpc>
                          <a:spcPct val="120000"/>
                        </a:lnSpc>
                        <a:spcBef>
                          <a:spcPct val="0"/>
                        </a:spcBef>
                        <a:spcAft>
                          <a:spcPct val="0"/>
                        </a:spcAft>
                        <a:buNone/>
                      </a:pPr>
                      <a:r>
                        <a:rPr lang="zh-CN" sz="2800" b="0" kern="100">
                          <a:solidFill>
                            <a:schemeClr val="tx1"/>
                          </a:solidFill>
                          <a:effectLst/>
                          <a:latin typeface="+mn-lt"/>
                          <a:ea typeface="+mn-ea"/>
                          <a:cs typeface="+mn-ea"/>
                          <a:sym typeface="+mn-lt"/>
                        </a:rPr>
                        <a:t>化学键</a:t>
                      </a: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r>
                        <a:rPr lang="en-US" sz="2800" b="0" kern="100">
                          <a:solidFill>
                            <a:schemeClr val="tx1"/>
                          </a:solidFill>
                          <a:effectLst/>
                          <a:latin typeface="+mn-lt"/>
                          <a:ea typeface="+mn-ea"/>
                          <a:cs typeface="+mn-ea"/>
                          <a:sym typeface="+mn-lt"/>
                        </a:rPr>
                        <a:t>N-H</a:t>
                      </a: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r>
                        <a:rPr lang="en-US" sz="2800" b="0" kern="100">
                          <a:solidFill>
                            <a:schemeClr val="tx1"/>
                          </a:solidFill>
                          <a:effectLst/>
                          <a:latin typeface="+mn-lt"/>
                          <a:ea typeface="+mn-ea"/>
                          <a:cs typeface="+mn-ea"/>
                          <a:sym typeface="+mn-lt"/>
                        </a:rPr>
                        <a:t>N-N</a:t>
                      </a: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r>
                        <a:rPr lang="en-US" sz="2800" b="0" kern="100">
                          <a:solidFill>
                            <a:schemeClr val="tx1"/>
                          </a:solidFill>
                          <a:effectLst/>
                          <a:latin typeface="+mn-lt"/>
                          <a:ea typeface="+mn-ea"/>
                          <a:cs typeface="+mn-ea"/>
                          <a:sym typeface="+mn-lt"/>
                        </a:rPr>
                        <a:t>O</a:t>
                      </a:r>
                      <a:r>
                        <a:rPr lang="en-US" sz="2800" b="0" kern="100" baseline="-25000">
                          <a:solidFill>
                            <a:schemeClr val="tx1"/>
                          </a:solidFill>
                          <a:effectLst/>
                          <a:latin typeface="+mn-lt"/>
                          <a:ea typeface="+mn-ea"/>
                          <a:cs typeface="+mn-ea"/>
                          <a:sym typeface="+mn-lt"/>
                        </a:rPr>
                        <a:t>2</a:t>
                      </a:r>
                      <a:r>
                        <a:rPr lang="zh-CN" altLang="en-US" sz="2800" b="0" kern="100">
                          <a:solidFill>
                            <a:schemeClr val="tx1"/>
                          </a:solidFill>
                          <a:effectLst/>
                          <a:latin typeface="+mn-lt"/>
                          <a:ea typeface="+mn-ea"/>
                          <a:cs typeface="+mn-ea"/>
                          <a:sym typeface="+mn-lt"/>
                        </a:rPr>
                        <a:t>中氧氧键</a:t>
                      </a:r>
                      <a:endParaRPr lang="en-US" sz="28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r>
                        <a:rPr lang="en-US" sz="2800" b="0" kern="100">
                          <a:solidFill>
                            <a:schemeClr val="tx1"/>
                          </a:solidFill>
                          <a:effectLst/>
                          <a:latin typeface="+mn-lt"/>
                          <a:ea typeface="+mn-ea"/>
                          <a:cs typeface="+mn-ea"/>
                          <a:sym typeface="+mn-lt"/>
                        </a:rPr>
                        <a:t>N</a:t>
                      </a:r>
                      <a:r>
                        <a:rPr lang="zh-CN" altLang="en-US" sz="2800" b="0" kern="100">
                          <a:solidFill>
                            <a:schemeClr val="tx1"/>
                          </a:solidFill>
                          <a:effectLst/>
                          <a:latin typeface="+mn-lt"/>
                          <a:ea typeface="+mn-ea"/>
                          <a:cs typeface="+mn-ea"/>
                          <a:sym typeface="+mn-lt"/>
                        </a:rPr>
                        <a:t>≡</a:t>
                      </a:r>
                      <a:r>
                        <a:rPr lang="en-US" sz="2800" b="0" kern="100">
                          <a:solidFill>
                            <a:schemeClr val="tx1"/>
                          </a:solidFill>
                          <a:effectLst/>
                          <a:latin typeface="+mn-lt"/>
                          <a:ea typeface="+mn-ea"/>
                          <a:cs typeface="+mn-ea"/>
                          <a:sym typeface="+mn-lt"/>
                        </a:rPr>
                        <a:t>N</a:t>
                      </a: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r>
                        <a:rPr lang="en-US" sz="2800" b="0" kern="100">
                          <a:solidFill>
                            <a:schemeClr val="tx1"/>
                          </a:solidFill>
                          <a:effectLst/>
                          <a:latin typeface="+mn-lt"/>
                          <a:ea typeface="+mn-ea"/>
                          <a:cs typeface="+mn-ea"/>
                          <a:sym typeface="+mn-lt"/>
                        </a:rPr>
                        <a:t>O-H</a:t>
                      </a: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631489">
                <a:tc>
                  <a:txBody>
                    <a:bodyPr/>
                    <a:lstStyle/>
                    <a:p>
                      <a:pPr algn="l" fontAlgn="ctr">
                        <a:lnSpc>
                          <a:spcPct val="120000"/>
                        </a:lnSpc>
                        <a:spcBef>
                          <a:spcPct val="0"/>
                        </a:spcBef>
                        <a:spcAft>
                          <a:spcPct val="0"/>
                        </a:spcAft>
                        <a:buNone/>
                      </a:pPr>
                      <a:r>
                        <a:rPr lang="zh-CN" sz="2800" b="0" kern="100">
                          <a:solidFill>
                            <a:schemeClr val="tx1"/>
                          </a:solidFill>
                          <a:effectLst/>
                          <a:latin typeface="+mn-lt"/>
                          <a:ea typeface="+mn-ea"/>
                          <a:cs typeface="+mn-ea"/>
                          <a:sym typeface="+mn-lt"/>
                        </a:rPr>
                        <a:t>键能</a:t>
                      </a:r>
                      <a:r>
                        <a:rPr lang="en-US" sz="2800" b="0" kern="100">
                          <a:solidFill>
                            <a:schemeClr val="tx1"/>
                          </a:solidFill>
                          <a:effectLst/>
                          <a:latin typeface="+mn-lt"/>
                          <a:ea typeface="+mn-ea"/>
                          <a:cs typeface="+mn-ea"/>
                          <a:sym typeface="+mn-lt"/>
                        </a:rPr>
                        <a:t> </a:t>
                      </a:r>
                      <a:endParaRPr lang="zh-CN" sz="28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r>
                        <a:rPr lang="en-US" sz="2800" b="0" kern="100">
                          <a:solidFill>
                            <a:schemeClr val="tx1"/>
                          </a:solidFill>
                          <a:effectLst/>
                          <a:latin typeface="+mn-lt"/>
                          <a:ea typeface="+mn-ea"/>
                          <a:cs typeface="+mn-ea"/>
                          <a:sym typeface="+mn-lt"/>
                        </a:rPr>
                        <a:t>a</a:t>
                      </a:r>
                      <a:endParaRPr lang="zh-CN" sz="28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r>
                        <a:rPr lang="en-US" sz="2800" b="0" kern="100">
                          <a:solidFill>
                            <a:schemeClr val="tx1"/>
                          </a:solidFill>
                          <a:effectLst/>
                          <a:latin typeface="+mn-lt"/>
                          <a:ea typeface="+mn-ea"/>
                          <a:cs typeface="+mn-ea"/>
                          <a:sym typeface="+mn-lt"/>
                        </a:rPr>
                        <a:t>x</a:t>
                      </a:r>
                      <a:endParaRPr lang="zh-CN" sz="28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r>
                        <a:rPr lang="en-US" sz="2800" b="0" kern="100">
                          <a:solidFill>
                            <a:schemeClr val="tx1"/>
                          </a:solidFill>
                          <a:effectLst/>
                          <a:latin typeface="+mn-lt"/>
                          <a:ea typeface="+mn-ea"/>
                          <a:cs typeface="+mn-ea"/>
                          <a:sym typeface="+mn-lt"/>
                        </a:rPr>
                        <a:t>b</a:t>
                      </a:r>
                      <a:endParaRPr lang="zh-CN" sz="28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r>
                        <a:rPr lang="en-US" sz="2800" b="0" kern="100">
                          <a:solidFill>
                            <a:schemeClr val="tx1"/>
                          </a:solidFill>
                          <a:effectLst/>
                          <a:latin typeface="+mn-lt"/>
                          <a:ea typeface="+mn-ea"/>
                          <a:cs typeface="+mn-ea"/>
                          <a:sym typeface="+mn-lt"/>
                        </a:rPr>
                        <a:t>c</a:t>
                      </a:r>
                      <a:endParaRPr lang="zh-CN" sz="28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r>
                        <a:rPr lang="en-US" sz="2800" b="0" kern="100">
                          <a:solidFill>
                            <a:schemeClr val="tx1"/>
                          </a:solidFill>
                          <a:effectLst/>
                          <a:latin typeface="+mn-lt"/>
                          <a:ea typeface="+mn-ea"/>
                          <a:cs typeface="+mn-ea"/>
                          <a:sym typeface="+mn-lt"/>
                        </a:rPr>
                        <a:t>d</a:t>
                      </a:r>
                      <a:endParaRPr lang="zh-CN" sz="28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pSp>
        <p:nvGrpSpPr>
          <p:cNvPr id="18" name="组合 17">
            <a:extLst>
              <a:ext uri="{FF2B5EF4-FFF2-40B4-BE49-F238E27FC236}">
                <a16:creationId xmlns:a16="http://schemas.microsoft.com/office/drawing/2014/main" id="{95993828-65EB-DDB3-8B61-5E31B5FB0D09}"/>
              </a:ext>
            </a:extLst>
          </p:cNvPr>
          <p:cNvGrpSpPr/>
          <p:nvPr>
            <p:custDataLst>
              <p:tags r:id="rId8"/>
            </p:custDataLst>
          </p:nvPr>
        </p:nvGrpSpPr>
        <p:grpSpPr>
          <a:xfrm>
            <a:off x="334963" y="4762358"/>
            <a:ext cx="9477960" cy="1262741"/>
            <a:chOff x="776494" y="4292545"/>
            <a:chExt cx="9477960" cy="1262741"/>
          </a:xfrm>
        </p:grpSpPr>
        <p:graphicFrame>
          <p:nvGraphicFramePr>
            <p:cNvPr id="19" name="对象 18" descr="eqId7831d1e5dfff7029ea04095b5a3052be">
              <a:extLst>
                <a:ext uri="{FF2B5EF4-FFF2-40B4-BE49-F238E27FC236}">
                  <a16:creationId xmlns:a16="http://schemas.microsoft.com/office/drawing/2014/main" id="{B7D9C972-9CE5-F1CF-0B24-1105F8A9489A}"/>
                </a:ext>
              </a:extLst>
            </p:cNvPr>
            <p:cNvGraphicFramePr>
              <a:graphicFrameLocks noChangeAspect="1"/>
            </p:cNvGraphicFramePr>
            <p:nvPr>
              <p:custDataLst>
                <p:tags r:id="rId9"/>
              </p:custDataLst>
            </p:nvPr>
          </p:nvGraphicFramePr>
          <p:xfrm>
            <a:off x="1308225" y="4425478"/>
            <a:ext cx="2396741" cy="403412"/>
          </p:xfrm>
          <a:graphic>
            <a:graphicData uri="http://schemas.openxmlformats.org/presentationml/2006/ole">
              <mc:AlternateContent xmlns:mc="http://schemas.openxmlformats.org/markup-compatibility/2006">
                <mc:Choice xmlns:v="urn:schemas-microsoft-com:vml" Requires="v">
                  <p:oleObj name="Equation" r:id="rId22" imgW="1091565" imgH="177800" progId="Equation.DSMT4">
                    <p:embed/>
                  </p:oleObj>
                </mc:Choice>
                <mc:Fallback>
                  <p:oleObj name="Equation" r:id="rId22" imgW="1091565" imgH="177800" progId="Equation.DSMT4">
                    <p:embed/>
                    <p:pic>
                      <p:nvPicPr>
                        <p:cNvPr id="17" name="对象 16" descr="eqId7831d1e5dfff7029ea04095b5a3052be"/>
                        <p:cNvPicPr/>
                        <p:nvPr/>
                      </p:nvPicPr>
                      <p:blipFill>
                        <a:blip r:embed="rId23">
                          <a:extLst>
                            <a:ext uri="{28A0092B-C50C-407E-A947-70E740481C1C}">
                              <a14:useLocalDpi xmlns:a14="http://schemas.microsoft.com/office/drawing/2010/main" val="0"/>
                            </a:ext>
                          </a:extLst>
                        </a:blip>
                        <a:stretch>
                          <a:fillRect/>
                        </a:stretch>
                      </p:blipFill>
                      <p:spPr>
                        <a:xfrm>
                          <a:off x="1308225" y="4425478"/>
                          <a:ext cx="2396741" cy="403412"/>
                        </a:xfrm>
                        <a:prstGeom prst="rect">
                          <a:avLst/>
                        </a:prstGeom>
                        <a:noFill/>
                      </p:spPr>
                    </p:pic>
                  </p:oleObj>
                </mc:Fallback>
              </mc:AlternateContent>
            </a:graphicData>
          </a:graphic>
        </p:graphicFrame>
        <p:graphicFrame>
          <p:nvGraphicFramePr>
            <p:cNvPr id="20" name="对象 19" descr="eqId79c66a71bb363615b9deb7a1546d0e26">
              <a:extLst>
                <a:ext uri="{FF2B5EF4-FFF2-40B4-BE49-F238E27FC236}">
                  <a16:creationId xmlns:a16="http://schemas.microsoft.com/office/drawing/2014/main" id="{1D541F0A-3F9A-4814-E743-5E5AF07D8686}"/>
                </a:ext>
              </a:extLst>
            </p:cNvPr>
            <p:cNvGraphicFramePr>
              <a:graphicFrameLocks noChangeAspect="1"/>
            </p:cNvGraphicFramePr>
            <p:nvPr>
              <p:custDataLst>
                <p:tags r:id="rId10"/>
              </p:custDataLst>
            </p:nvPr>
          </p:nvGraphicFramePr>
          <p:xfrm>
            <a:off x="7833983" y="4395538"/>
            <a:ext cx="2420471" cy="403412"/>
          </p:xfrm>
          <a:graphic>
            <a:graphicData uri="http://schemas.openxmlformats.org/presentationml/2006/ole">
              <mc:AlternateContent xmlns:mc="http://schemas.openxmlformats.org/markup-compatibility/2006">
                <mc:Choice xmlns:v="urn:schemas-microsoft-com:vml" Requires="v">
                  <p:oleObj name="Equation" r:id="rId24" imgW="1104265" imgH="177800" progId="Equation.DSMT4">
                    <p:embed/>
                  </p:oleObj>
                </mc:Choice>
                <mc:Fallback>
                  <p:oleObj name="Equation" r:id="rId24" imgW="1104265" imgH="177800" progId="Equation.DSMT4">
                    <p:embed/>
                    <p:pic>
                      <p:nvPicPr>
                        <p:cNvPr id="18" name="对象 17" descr="eqId79c66a71bb363615b9deb7a1546d0e26"/>
                        <p:cNvPicPr/>
                        <p:nvPr/>
                      </p:nvPicPr>
                      <p:blipFill>
                        <a:blip r:embed="rId25">
                          <a:extLst>
                            <a:ext uri="{28A0092B-C50C-407E-A947-70E740481C1C}">
                              <a14:useLocalDpi xmlns:a14="http://schemas.microsoft.com/office/drawing/2010/main" val="0"/>
                            </a:ext>
                          </a:extLst>
                        </a:blip>
                        <a:stretch>
                          <a:fillRect/>
                        </a:stretch>
                      </p:blipFill>
                      <p:spPr>
                        <a:xfrm>
                          <a:off x="7833983" y="4395538"/>
                          <a:ext cx="2420471" cy="403412"/>
                        </a:xfrm>
                        <a:prstGeom prst="rect">
                          <a:avLst/>
                        </a:prstGeom>
                        <a:noFill/>
                      </p:spPr>
                    </p:pic>
                  </p:oleObj>
                </mc:Fallback>
              </mc:AlternateContent>
            </a:graphicData>
          </a:graphic>
        </p:graphicFrame>
        <p:graphicFrame>
          <p:nvGraphicFramePr>
            <p:cNvPr id="21" name="对象 20" descr="eqId2c71959ce8b8f411c533775417aa4a52">
              <a:extLst>
                <a:ext uri="{FF2B5EF4-FFF2-40B4-BE49-F238E27FC236}">
                  <a16:creationId xmlns:a16="http://schemas.microsoft.com/office/drawing/2014/main" id="{2ADC0BC8-2818-05F1-E067-1BB2D23912CE}"/>
                </a:ext>
              </a:extLst>
            </p:cNvPr>
            <p:cNvGraphicFramePr>
              <a:graphicFrameLocks noChangeAspect="1"/>
            </p:cNvGraphicFramePr>
            <p:nvPr>
              <p:custDataLst>
                <p:tags r:id="rId11"/>
              </p:custDataLst>
            </p:nvPr>
          </p:nvGraphicFramePr>
          <p:xfrm>
            <a:off x="1308225" y="5031443"/>
            <a:ext cx="2420471" cy="403412"/>
          </p:xfrm>
          <a:graphic>
            <a:graphicData uri="http://schemas.openxmlformats.org/presentationml/2006/ole">
              <mc:AlternateContent xmlns:mc="http://schemas.openxmlformats.org/markup-compatibility/2006">
                <mc:Choice xmlns:v="urn:schemas-microsoft-com:vml" Requires="v">
                  <p:oleObj name="Equation" r:id="rId26" imgW="1104265" imgH="177800" progId="Equation.DSMT4">
                    <p:embed/>
                  </p:oleObj>
                </mc:Choice>
                <mc:Fallback>
                  <p:oleObj name="Equation" r:id="rId26" imgW="1104265" imgH="177800" progId="Equation.DSMT4">
                    <p:embed/>
                    <p:pic>
                      <p:nvPicPr>
                        <p:cNvPr id="19" name="对象 18" descr="eqId2c71959ce8b8f411c533775417aa4a52"/>
                        <p:cNvPicPr/>
                        <p:nvPr/>
                      </p:nvPicPr>
                      <p:blipFill>
                        <a:blip r:embed="rId27">
                          <a:extLst>
                            <a:ext uri="{28A0092B-C50C-407E-A947-70E740481C1C}">
                              <a14:useLocalDpi xmlns:a14="http://schemas.microsoft.com/office/drawing/2010/main" val="0"/>
                            </a:ext>
                          </a:extLst>
                        </a:blip>
                        <a:stretch>
                          <a:fillRect/>
                        </a:stretch>
                      </p:blipFill>
                      <p:spPr>
                        <a:xfrm>
                          <a:off x="1308225" y="5031443"/>
                          <a:ext cx="2420471" cy="403412"/>
                        </a:xfrm>
                        <a:prstGeom prst="rect">
                          <a:avLst/>
                        </a:prstGeom>
                        <a:noFill/>
                      </p:spPr>
                    </p:pic>
                  </p:oleObj>
                </mc:Fallback>
              </mc:AlternateContent>
            </a:graphicData>
          </a:graphic>
        </p:graphicFrame>
        <p:graphicFrame>
          <p:nvGraphicFramePr>
            <p:cNvPr id="22" name="对象 21" descr="eqIdb4574b134f6d0ffc77dc31ff89ad7d13">
              <a:extLst>
                <a:ext uri="{FF2B5EF4-FFF2-40B4-BE49-F238E27FC236}">
                  <a16:creationId xmlns:a16="http://schemas.microsoft.com/office/drawing/2014/main" id="{C9A25B36-C170-38EF-666C-1E26DD40C819}"/>
                </a:ext>
              </a:extLst>
            </p:cNvPr>
            <p:cNvGraphicFramePr>
              <a:graphicFrameLocks noChangeAspect="1"/>
            </p:cNvGraphicFramePr>
            <p:nvPr>
              <p:custDataLst>
                <p:tags r:id="rId12"/>
              </p:custDataLst>
            </p:nvPr>
          </p:nvGraphicFramePr>
          <p:xfrm>
            <a:off x="7833983" y="5048881"/>
            <a:ext cx="2088249" cy="403412"/>
          </p:xfrm>
          <a:graphic>
            <a:graphicData uri="http://schemas.openxmlformats.org/presentationml/2006/ole">
              <mc:AlternateContent xmlns:mc="http://schemas.openxmlformats.org/markup-compatibility/2006">
                <mc:Choice xmlns:v="urn:schemas-microsoft-com:vml" Requires="v">
                  <p:oleObj name="Equation" r:id="rId28" imgW="951865" imgH="177800" progId="Equation.DSMT4">
                    <p:embed/>
                  </p:oleObj>
                </mc:Choice>
                <mc:Fallback>
                  <p:oleObj name="Equation" r:id="rId28" imgW="951865" imgH="177800" progId="Equation.DSMT4">
                    <p:embed/>
                    <p:pic>
                      <p:nvPicPr>
                        <p:cNvPr id="20" name="对象 19" descr="eqIdb4574b134f6d0ffc77dc31ff89ad7d13"/>
                        <p:cNvPicPr/>
                        <p:nvPr/>
                      </p:nvPicPr>
                      <p:blipFill>
                        <a:blip r:embed="rId29">
                          <a:extLst>
                            <a:ext uri="{28A0092B-C50C-407E-A947-70E740481C1C}">
                              <a14:useLocalDpi xmlns:a14="http://schemas.microsoft.com/office/drawing/2010/main" val="0"/>
                            </a:ext>
                          </a:extLst>
                        </a:blip>
                        <a:stretch>
                          <a:fillRect/>
                        </a:stretch>
                      </p:blipFill>
                      <p:spPr>
                        <a:xfrm>
                          <a:off x="7833983" y="5048881"/>
                          <a:ext cx="2088249" cy="403412"/>
                        </a:xfrm>
                        <a:prstGeom prst="rect">
                          <a:avLst/>
                        </a:prstGeom>
                        <a:noFill/>
                      </p:spPr>
                    </p:pic>
                  </p:oleObj>
                </mc:Fallback>
              </mc:AlternateContent>
            </a:graphicData>
          </a:graphic>
        </p:graphicFrame>
        <p:sp>
          <p:nvSpPr>
            <p:cNvPr id="23" name="Rectangle 15">
              <a:extLst>
                <a:ext uri="{FF2B5EF4-FFF2-40B4-BE49-F238E27FC236}">
                  <a16:creationId xmlns:a16="http://schemas.microsoft.com/office/drawing/2014/main" id="{DC38AAB7-E3DA-A62F-9911-360126CF83EA}"/>
                </a:ext>
              </a:extLst>
            </p:cNvPr>
            <p:cNvSpPr>
              <a:spLocks noChangeArrowheads="1"/>
            </p:cNvSpPr>
            <p:nvPr>
              <p:custDataLst>
                <p:tags r:id="rId13"/>
              </p:custDataLst>
            </p:nvPr>
          </p:nvSpPr>
          <p:spPr bwMode="auto">
            <a:xfrm>
              <a:off x="776494" y="4292545"/>
              <a:ext cx="803425"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ctr" latinLnBrk="0" hangingPunct="0">
                <a:lnSpc>
                  <a:spcPct val="12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cs typeface="+mn-ea"/>
                  <a:sym typeface="+mn-lt"/>
                </a:rPr>
                <a:t>A</a:t>
              </a:r>
              <a:r>
                <a:rPr kumimoji="0" lang="zh-CN" altLang="en-US" sz="2800" b="0" i="0" u="none" strike="noStrike" cap="none" normalizeH="0" baseline="0">
                  <a:ln>
                    <a:noFill/>
                  </a:ln>
                  <a:solidFill>
                    <a:schemeClr val="tx1"/>
                  </a:solidFill>
                  <a:effectLst/>
                  <a:cs typeface="+mn-ea"/>
                  <a:sym typeface="+mn-lt"/>
                </a:rPr>
                <a:t>．</a:t>
              </a:r>
            </a:p>
          </p:txBody>
        </p:sp>
        <p:sp>
          <p:nvSpPr>
            <p:cNvPr id="24" name="Rectangle 16">
              <a:extLst>
                <a:ext uri="{FF2B5EF4-FFF2-40B4-BE49-F238E27FC236}">
                  <a16:creationId xmlns:a16="http://schemas.microsoft.com/office/drawing/2014/main" id="{241324A6-4241-F7F3-A7D5-79AF424542EF}"/>
                </a:ext>
              </a:extLst>
            </p:cNvPr>
            <p:cNvSpPr>
              <a:spLocks noChangeArrowheads="1"/>
            </p:cNvSpPr>
            <p:nvPr>
              <p:custDataLst>
                <p:tags r:id="rId14"/>
              </p:custDataLst>
            </p:nvPr>
          </p:nvSpPr>
          <p:spPr bwMode="auto">
            <a:xfrm>
              <a:off x="7267157" y="4292545"/>
              <a:ext cx="782587"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ctr" latinLnBrk="0" hangingPunct="0">
                <a:lnSpc>
                  <a:spcPct val="12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cs typeface="+mn-ea"/>
                  <a:sym typeface="+mn-lt"/>
                </a:rPr>
                <a:t>B</a:t>
              </a:r>
              <a:r>
                <a:rPr kumimoji="0" lang="zh-CN" altLang="en-US" sz="2800" b="0" i="0" u="none" strike="noStrike" cap="none" normalizeH="0" baseline="0">
                  <a:ln>
                    <a:noFill/>
                  </a:ln>
                  <a:solidFill>
                    <a:schemeClr val="tx1"/>
                  </a:solidFill>
                  <a:effectLst/>
                  <a:cs typeface="+mn-ea"/>
                  <a:sym typeface="+mn-lt"/>
                </a:rPr>
                <a:t>．</a:t>
              </a:r>
            </a:p>
          </p:txBody>
        </p:sp>
        <p:sp>
          <p:nvSpPr>
            <p:cNvPr id="25" name="Rectangle 17">
              <a:extLst>
                <a:ext uri="{FF2B5EF4-FFF2-40B4-BE49-F238E27FC236}">
                  <a16:creationId xmlns:a16="http://schemas.microsoft.com/office/drawing/2014/main" id="{F993FE82-E23C-B1F0-83D4-46AD1F36ECE1}"/>
                </a:ext>
              </a:extLst>
            </p:cNvPr>
            <p:cNvSpPr>
              <a:spLocks noChangeArrowheads="1"/>
            </p:cNvSpPr>
            <p:nvPr>
              <p:custDataLst>
                <p:tags r:id="rId15"/>
              </p:custDataLst>
            </p:nvPr>
          </p:nvSpPr>
          <p:spPr bwMode="auto">
            <a:xfrm>
              <a:off x="776494" y="4928450"/>
              <a:ext cx="782587"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ctr" latinLnBrk="0" hangingPunct="0">
                <a:lnSpc>
                  <a:spcPct val="12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cs typeface="+mn-ea"/>
                  <a:sym typeface="+mn-lt"/>
                </a:rPr>
                <a:t>C</a:t>
              </a:r>
              <a:r>
                <a:rPr kumimoji="0" lang="zh-CN" altLang="en-US" sz="2800" b="0" i="0" u="none" strike="noStrike" cap="none" normalizeH="0" baseline="0">
                  <a:ln>
                    <a:noFill/>
                  </a:ln>
                  <a:solidFill>
                    <a:schemeClr val="tx1"/>
                  </a:solidFill>
                  <a:effectLst/>
                  <a:cs typeface="+mn-ea"/>
                  <a:sym typeface="+mn-lt"/>
                </a:rPr>
                <a:t>．</a:t>
              </a:r>
            </a:p>
          </p:txBody>
        </p:sp>
        <p:sp>
          <p:nvSpPr>
            <p:cNvPr id="26" name="Rectangle 18">
              <a:extLst>
                <a:ext uri="{FF2B5EF4-FFF2-40B4-BE49-F238E27FC236}">
                  <a16:creationId xmlns:a16="http://schemas.microsoft.com/office/drawing/2014/main" id="{A2A6D4DB-9F33-7454-90D3-DEAD03EA3CCC}"/>
                </a:ext>
              </a:extLst>
            </p:cNvPr>
            <p:cNvSpPr>
              <a:spLocks noChangeArrowheads="1"/>
            </p:cNvSpPr>
            <p:nvPr>
              <p:custDataLst>
                <p:tags r:id="rId16"/>
              </p:custDataLst>
            </p:nvPr>
          </p:nvSpPr>
          <p:spPr bwMode="auto">
            <a:xfrm>
              <a:off x="7267157" y="4945888"/>
              <a:ext cx="803425"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ctr" latinLnBrk="0" hangingPunct="0">
                <a:lnSpc>
                  <a:spcPct val="12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cs typeface="+mn-ea"/>
                  <a:sym typeface="+mn-lt"/>
                </a:rPr>
                <a:t>D</a:t>
              </a:r>
              <a:r>
                <a:rPr kumimoji="0" lang="zh-CN" altLang="en-US" sz="2800" b="0" i="0" u="none" strike="noStrike" cap="none" normalizeH="0" baseline="0">
                  <a:ln>
                    <a:noFill/>
                  </a:ln>
                  <a:solidFill>
                    <a:schemeClr val="tx1"/>
                  </a:solidFill>
                  <a:effectLst/>
                  <a:cs typeface="+mn-ea"/>
                  <a:sym typeface="+mn-lt"/>
                </a:rPr>
                <a:t>．</a:t>
              </a:r>
            </a:p>
          </p:txBody>
        </p:sp>
      </p:gr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1"/>
            </p:custDataLst>
          </p:nvPr>
        </p:nvSpPr>
        <p:spPr>
          <a:xfrm>
            <a:off x="334963" y="977510"/>
            <a:ext cx="11522075" cy="565348"/>
          </a:xfrm>
          <a:prstGeom prst="rect">
            <a:avLst/>
          </a:prstGeom>
          <a:noFill/>
        </p:spPr>
        <p:txBody>
          <a:bodyPr wrap="square" rtlCol="0">
            <a:spAutoFit/>
          </a:bodyPr>
          <a:lstStyle/>
          <a:p>
            <a:pPr algn="just">
              <a:lnSpc>
                <a:spcPct val="120000"/>
              </a:lnSpc>
            </a:pPr>
            <a:r>
              <a:rPr lang="en-US" altLang="zh-CN" sz="2800" b="1" dirty="0">
                <a:solidFill>
                  <a:srgbClr val="FF0000"/>
                </a:solidFill>
                <a:cs typeface="+mn-ea"/>
                <a:sym typeface="+mn-lt"/>
              </a:rPr>
              <a:t>【</a:t>
            </a:r>
            <a:r>
              <a:rPr lang="zh-CN" altLang="en-US" sz="2800" b="1" dirty="0">
                <a:solidFill>
                  <a:srgbClr val="FF0000"/>
                </a:solidFill>
                <a:cs typeface="+mn-ea"/>
                <a:sym typeface="+mn-lt"/>
              </a:rPr>
              <a:t>例</a:t>
            </a:r>
            <a:r>
              <a:rPr lang="en-US" altLang="zh-CN" sz="2800" b="1" dirty="0">
                <a:solidFill>
                  <a:srgbClr val="FF0000"/>
                </a:solidFill>
                <a:cs typeface="+mn-ea"/>
                <a:sym typeface="+mn-lt"/>
              </a:rPr>
              <a:t>】</a:t>
            </a:r>
            <a:r>
              <a:rPr kumimoji="0" lang="zh-CN" altLang="en-US" sz="2800" b="0" i="0" u="none" strike="noStrike" cap="none" normalizeH="0" baseline="0" dirty="0">
                <a:ln>
                  <a:noFill/>
                </a:ln>
                <a:solidFill>
                  <a:schemeClr val="tx1"/>
                </a:solidFill>
                <a:effectLst/>
                <a:cs typeface="+mn-ea"/>
                <a:sym typeface="+mn-lt"/>
              </a:rPr>
              <a:t>工业上可用</a:t>
            </a:r>
            <a:endParaRPr lang="zh-CN" altLang="en-US" sz="2800" b="1" dirty="0">
              <a:cs typeface="+mn-ea"/>
              <a:sym typeface="+mn-lt"/>
            </a:endParaRPr>
          </a:p>
        </p:txBody>
      </p:sp>
      <p:pic>
        <p:nvPicPr>
          <p:cNvPr id="3073" name="图片 100025"/>
          <p:cNvPicPr>
            <a:picLocks noChangeAspect="1" noChangeArrowheads="1"/>
          </p:cNvPicPr>
          <p:nvPr>
            <p:custDataLst>
              <p:tags r:id="rId2"/>
            </p:custDataLst>
          </p:nvPr>
        </p:nvPicPr>
        <p:blipFill>
          <a:blip r:embed="rId21">
            <a:extLst>
              <a:ext uri="{28A0092B-C50C-407E-A947-70E740481C1C}">
                <a14:useLocalDpi xmlns:a14="http://schemas.microsoft.com/office/drawing/2010/main" val="0"/>
              </a:ext>
            </a:extLst>
          </a:blip>
          <a:stretch>
            <a:fillRect/>
          </a:stretch>
        </p:blipFill>
        <p:spPr bwMode="auto">
          <a:xfrm>
            <a:off x="536575" y="2186495"/>
            <a:ext cx="4908794" cy="18113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对象 1"/>
          <p:cNvGraphicFramePr>
            <a:graphicFrameLocks noChangeAspect="1"/>
          </p:cNvGraphicFramePr>
          <p:nvPr>
            <p:custDataLst>
              <p:tags r:id="rId3"/>
            </p:custDataLst>
          </p:nvPr>
        </p:nvGraphicFramePr>
        <p:xfrm>
          <a:off x="3748010" y="1055987"/>
          <a:ext cx="3570392" cy="486871"/>
        </p:xfrm>
        <a:graphic>
          <a:graphicData uri="http://schemas.openxmlformats.org/presentationml/2006/ole">
            <mc:AlternateContent xmlns:mc="http://schemas.openxmlformats.org/markup-compatibility/2006">
              <mc:Choice xmlns:v="urn:schemas-microsoft-com:vml" Requires="v">
                <p:oleObj name="Equation" r:id="rId22" imgW="1663700" imgH="228600" progId="Equation.DSMT4">
                  <p:embed/>
                </p:oleObj>
              </mc:Choice>
              <mc:Fallback>
                <p:oleObj name="Equation" r:id="rId22" imgW="1663700" imgH="228600" progId="Equation.DSMT4">
                  <p:embed/>
                  <p:pic>
                    <p:nvPicPr>
                      <p:cNvPr id="2" name="对象 1"/>
                      <p:cNvPicPr/>
                      <p:nvPr/>
                    </p:nvPicPr>
                    <p:blipFill>
                      <a:blip r:embed="rId23">
                        <a:extLst>
                          <a:ext uri="{28A0092B-C50C-407E-A947-70E740481C1C}">
                            <a14:useLocalDpi xmlns:a14="http://schemas.microsoft.com/office/drawing/2010/main" val="0"/>
                          </a:ext>
                        </a:extLst>
                      </a:blip>
                      <a:stretch>
                        <a:fillRect/>
                      </a:stretch>
                    </p:blipFill>
                    <p:spPr>
                      <a:xfrm>
                        <a:off x="3748010" y="1055987"/>
                        <a:ext cx="3570392" cy="486871"/>
                      </a:xfrm>
                      <a:prstGeom prst="rect">
                        <a:avLst/>
                      </a:prstGeom>
                      <a:noFill/>
                    </p:spPr>
                  </p:pic>
                </p:oleObj>
              </mc:Fallback>
            </mc:AlternateContent>
          </a:graphicData>
        </a:graphic>
      </p:graphicFrame>
      <p:graphicFrame>
        <p:nvGraphicFramePr>
          <p:cNvPr id="4" name="对象 3"/>
          <p:cNvGraphicFramePr>
            <a:graphicFrameLocks noChangeAspect="1"/>
          </p:cNvGraphicFramePr>
          <p:nvPr>
            <p:custDataLst>
              <p:tags r:id="rId4"/>
            </p:custDataLst>
          </p:nvPr>
        </p:nvGraphicFramePr>
        <p:xfrm>
          <a:off x="7560918" y="1079171"/>
          <a:ext cx="2248883" cy="440502"/>
        </p:xfrm>
        <a:graphic>
          <a:graphicData uri="http://schemas.openxmlformats.org/presentationml/2006/ole">
            <mc:AlternateContent xmlns:mc="http://schemas.openxmlformats.org/markup-compatibility/2006">
              <mc:Choice xmlns:v="urn:schemas-microsoft-com:vml" Requires="v">
                <p:oleObj name="Equation" r:id="rId24" imgW="1054100" imgH="203200" progId="Equation.DSMT4">
                  <p:embed/>
                </p:oleObj>
              </mc:Choice>
              <mc:Fallback>
                <p:oleObj name="Equation" r:id="rId24" imgW="1054100" imgH="203200" progId="Equation.DSMT4">
                  <p:embed/>
                  <p:pic>
                    <p:nvPicPr>
                      <p:cNvPr id="4" name="对象 3"/>
                      <p:cNvPicPr/>
                      <p:nvPr/>
                    </p:nvPicPr>
                    <p:blipFill>
                      <a:blip r:embed="rId25">
                        <a:extLst>
                          <a:ext uri="{28A0092B-C50C-407E-A947-70E740481C1C}">
                            <a14:useLocalDpi xmlns:a14="http://schemas.microsoft.com/office/drawing/2010/main" val="0"/>
                          </a:ext>
                        </a:extLst>
                      </a:blip>
                      <a:stretch>
                        <a:fillRect/>
                      </a:stretch>
                    </p:blipFill>
                    <p:spPr>
                      <a:xfrm>
                        <a:off x="7560918" y="1079171"/>
                        <a:ext cx="2248883" cy="440502"/>
                      </a:xfrm>
                      <a:prstGeom prst="rect">
                        <a:avLst/>
                      </a:prstGeom>
                      <a:noFill/>
                    </p:spPr>
                  </p:pic>
                </p:oleObj>
              </mc:Fallback>
            </mc:AlternateContent>
          </a:graphicData>
        </a:graphic>
      </p:graphicFrame>
      <p:graphicFrame>
        <p:nvGraphicFramePr>
          <p:cNvPr id="5" name="对象 4"/>
          <p:cNvGraphicFramePr>
            <a:graphicFrameLocks noChangeAspect="1"/>
          </p:cNvGraphicFramePr>
          <p:nvPr>
            <p:custDataLst>
              <p:tags r:id="rId5"/>
            </p:custDataLst>
          </p:nvPr>
        </p:nvGraphicFramePr>
        <p:xfrm>
          <a:off x="536575" y="1519673"/>
          <a:ext cx="579610" cy="486871"/>
        </p:xfrm>
        <a:graphic>
          <a:graphicData uri="http://schemas.openxmlformats.org/presentationml/2006/ole">
            <mc:AlternateContent xmlns:mc="http://schemas.openxmlformats.org/markup-compatibility/2006">
              <mc:Choice xmlns:v="urn:schemas-microsoft-com:vml" Requires="v">
                <p:oleObj name="Equation" r:id="rId26" imgW="266700" imgH="228600" progId="Equation.DSMT4">
                  <p:embed/>
                </p:oleObj>
              </mc:Choice>
              <mc:Fallback>
                <p:oleObj name="Equation" r:id="rId26" imgW="266700" imgH="228600" progId="Equation.DSMT4">
                  <p:embed/>
                  <p:pic>
                    <p:nvPicPr>
                      <p:cNvPr id="5" name="对象 4"/>
                      <p:cNvPicPr/>
                      <p:nvPr/>
                    </p:nvPicPr>
                    <p:blipFill>
                      <a:blip r:embed="rId27">
                        <a:extLst>
                          <a:ext uri="{28A0092B-C50C-407E-A947-70E740481C1C}">
                            <a14:useLocalDpi xmlns:a14="http://schemas.microsoft.com/office/drawing/2010/main" val="0"/>
                          </a:ext>
                        </a:extLst>
                      </a:blip>
                      <a:stretch>
                        <a:fillRect/>
                      </a:stretch>
                    </p:blipFill>
                    <p:spPr>
                      <a:xfrm>
                        <a:off x="536575" y="1519673"/>
                        <a:ext cx="579610" cy="486871"/>
                      </a:xfrm>
                      <a:prstGeom prst="rect">
                        <a:avLst/>
                      </a:prstGeom>
                      <a:noFill/>
                    </p:spPr>
                  </p:pic>
                </p:oleObj>
              </mc:Fallback>
            </mc:AlternateContent>
          </a:graphicData>
        </a:graphic>
      </p:graphicFrame>
      <p:graphicFrame>
        <p:nvGraphicFramePr>
          <p:cNvPr id="7" name="对象 6"/>
          <p:cNvGraphicFramePr>
            <a:graphicFrameLocks noChangeAspect="1"/>
          </p:cNvGraphicFramePr>
          <p:nvPr>
            <p:custDataLst>
              <p:tags r:id="rId6"/>
            </p:custDataLst>
          </p:nvPr>
        </p:nvGraphicFramePr>
        <p:xfrm>
          <a:off x="1588741" y="1550166"/>
          <a:ext cx="834638" cy="486871"/>
        </p:xfrm>
        <a:graphic>
          <a:graphicData uri="http://schemas.openxmlformats.org/presentationml/2006/ole">
            <mc:AlternateContent xmlns:mc="http://schemas.openxmlformats.org/markup-compatibility/2006">
              <mc:Choice xmlns:v="urn:schemas-microsoft-com:vml" Requires="v">
                <p:oleObj name="Equation" r:id="rId28" imgW="393700" imgH="228600" progId="Equation.DSMT4">
                  <p:embed/>
                </p:oleObj>
              </mc:Choice>
              <mc:Fallback>
                <p:oleObj name="Equation" r:id="rId28" imgW="393700" imgH="228600" progId="Equation.DSMT4">
                  <p:embed/>
                  <p:pic>
                    <p:nvPicPr>
                      <p:cNvPr id="7" name="对象 6"/>
                      <p:cNvPicPr/>
                      <p:nvPr/>
                    </p:nvPicPr>
                    <p:blipFill>
                      <a:blip r:embed="rId29">
                        <a:extLst>
                          <a:ext uri="{28A0092B-C50C-407E-A947-70E740481C1C}">
                            <a14:useLocalDpi xmlns:a14="http://schemas.microsoft.com/office/drawing/2010/main" val="0"/>
                          </a:ext>
                        </a:extLst>
                      </a:blip>
                      <a:stretch>
                        <a:fillRect/>
                      </a:stretch>
                    </p:blipFill>
                    <p:spPr>
                      <a:xfrm>
                        <a:off x="1588741" y="1550166"/>
                        <a:ext cx="834638" cy="486871"/>
                      </a:xfrm>
                      <a:prstGeom prst="rect">
                        <a:avLst/>
                      </a:prstGeom>
                      <a:noFill/>
                    </p:spPr>
                  </p:pic>
                </p:oleObj>
              </mc:Fallback>
            </mc:AlternateContent>
          </a:graphicData>
        </a:graphic>
      </p:graphicFrame>
      <p:sp>
        <p:nvSpPr>
          <p:cNvPr id="9" name="Rectangle 8"/>
          <p:cNvSpPr>
            <a:spLocks noChangeArrowheads="1"/>
          </p:cNvSpPr>
          <p:nvPr>
            <p:custDataLst>
              <p:tags r:id="rId7"/>
            </p:custDataLst>
          </p:nvPr>
        </p:nvSpPr>
        <p:spPr bwMode="auto">
          <a:xfrm>
            <a:off x="9885113" y="1028824"/>
            <a:ext cx="1980029"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ctr" latinLnBrk="0" hangingPunct="0">
              <a:lnSpc>
                <a:spcPct val="120000"/>
              </a:lnSpc>
              <a:spcBef>
                <a:spcPct val="0"/>
              </a:spcBef>
              <a:spcAft>
                <a:spcPct val="0"/>
              </a:spcAft>
              <a:buClrTx/>
              <a:buSzTx/>
              <a:buFontTx/>
              <a:buNone/>
            </a:pPr>
            <a:r>
              <a:rPr kumimoji="0" lang="zh-CN" altLang="zh-CN" sz="2800" b="0" i="0" u="none" strike="noStrike" cap="none" normalizeH="0" baseline="0">
                <a:ln>
                  <a:noFill/>
                </a:ln>
                <a:solidFill>
                  <a:schemeClr val="tx1"/>
                </a:solidFill>
                <a:effectLst/>
                <a:cs typeface="+mn-ea"/>
                <a:sym typeface="+mn-lt"/>
              </a:rPr>
              <a:t>制备雄黄。</a:t>
            </a:r>
          </a:p>
        </p:txBody>
      </p:sp>
      <p:sp>
        <p:nvSpPr>
          <p:cNvPr id="10" name="Rectangle 9"/>
          <p:cNvSpPr>
            <a:spLocks noChangeArrowheads="1"/>
          </p:cNvSpPr>
          <p:nvPr>
            <p:custDataLst>
              <p:tags r:id="rId8"/>
            </p:custDataLst>
          </p:nvPr>
        </p:nvSpPr>
        <p:spPr bwMode="auto">
          <a:xfrm>
            <a:off x="1045002" y="1453962"/>
            <a:ext cx="543739"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ctr" latinLnBrk="0" hangingPunct="0">
              <a:lnSpc>
                <a:spcPct val="120000"/>
              </a:lnSpc>
              <a:spcBef>
                <a:spcPct val="0"/>
              </a:spcBef>
              <a:spcAft>
                <a:spcPct val="0"/>
              </a:spcAft>
              <a:buClrTx/>
              <a:buSzTx/>
              <a:buFontTx/>
              <a:buNone/>
            </a:pPr>
            <a:r>
              <a:rPr kumimoji="0" lang="zh-CN" altLang="zh-CN" sz="2800" b="0" i="0" u="none" strike="noStrike" cap="none" normalizeH="0" baseline="0">
                <a:ln>
                  <a:noFill/>
                </a:ln>
                <a:solidFill>
                  <a:schemeClr val="tx1"/>
                </a:solidFill>
                <a:effectLst/>
                <a:cs typeface="+mn-ea"/>
                <a:sym typeface="+mn-lt"/>
              </a:rPr>
              <a:t>和</a:t>
            </a:r>
          </a:p>
        </p:txBody>
      </p:sp>
      <p:sp>
        <p:nvSpPr>
          <p:cNvPr id="11" name="Rectangle 10"/>
          <p:cNvSpPr>
            <a:spLocks noChangeArrowheads="1"/>
          </p:cNvSpPr>
          <p:nvPr>
            <p:custDataLst>
              <p:tags r:id="rId9"/>
            </p:custDataLst>
          </p:nvPr>
        </p:nvSpPr>
        <p:spPr bwMode="auto">
          <a:xfrm>
            <a:off x="2423379" y="1466016"/>
            <a:ext cx="2339102"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ctr" latinLnBrk="0" hangingPunct="0">
              <a:lnSpc>
                <a:spcPct val="120000"/>
              </a:lnSpc>
              <a:spcBef>
                <a:spcPct val="0"/>
              </a:spcBef>
              <a:spcAft>
                <a:spcPct val="0"/>
              </a:spcAft>
              <a:buClrTx/>
              <a:buSzTx/>
              <a:buFontTx/>
              <a:buNone/>
            </a:pPr>
            <a:r>
              <a:rPr kumimoji="0" lang="zh-CN" altLang="zh-CN" sz="2800" b="0" i="0" u="none" strike="noStrike" cap="none" normalizeH="0" baseline="0">
                <a:ln>
                  <a:noFill/>
                </a:ln>
                <a:solidFill>
                  <a:schemeClr val="tx1"/>
                </a:solidFill>
                <a:effectLst/>
                <a:cs typeface="+mn-ea"/>
                <a:sym typeface="+mn-lt"/>
              </a:rPr>
              <a:t>的结构如下：</a:t>
            </a:r>
          </a:p>
        </p:txBody>
      </p:sp>
      <p:graphicFrame>
        <p:nvGraphicFramePr>
          <p:cNvPr id="15" name="表格 14"/>
          <p:cNvGraphicFramePr>
            <a:graphicFrameLocks noGrp="1"/>
          </p:cNvGraphicFramePr>
          <p:nvPr>
            <p:custDataLst>
              <p:tags r:id="rId10"/>
            </p:custDataLst>
          </p:nvPr>
        </p:nvGraphicFramePr>
        <p:xfrm>
          <a:off x="5663380" y="2046250"/>
          <a:ext cx="5868816" cy="1346238"/>
        </p:xfrm>
        <a:graphic>
          <a:graphicData uri="http://schemas.openxmlformats.org/drawingml/2006/table">
            <a:tbl>
              <a:tblPr firstRow="1" firstCol="1" bandRow="1">
                <a:tableStyleId>{5C22544A-7EE6-4342-B048-85BDC9FD1C3A}</a:tableStyleId>
              </a:tblPr>
              <a:tblGrid>
                <a:gridCol w="1956272">
                  <a:extLst>
                    <a:ext uri="{9D8B030D-6E8A-4147-A177-3AD203B41FA5}">
                      <a16:colId xmlns:a16="http://schemas.microsoft.com/office/drawing/2014/main" val="20000"/>
                    </a:ext>
                  </a:extLst>
                </a:gridCol>
                <a:gridCol w="1956272">
                  <a:extLst>
                    <a:ext uri="{9D8B030D-6E8A-4147-A177-3AD203B41FA5}">
                      <a16:colId xmlns:a16="http://schemas.microsoft.com/office/drawing/2014/main" val="20001"/>
                    </a:ext>
                  </a:extLst>
                </a:gridCol>
                <a:gridCol w="1956272">
                  <a:extLst>
                    <a:ext uri="{9D8B030D-6E8A-4147-A177-3AD203B41FA5}">
                      <a16:colId xmlns:a16="http://schemas.microsoft.com/office/drawing/2014/main" val="20002"/>
                    </a:ext>
                  </a:extLst>
                </a:gridCol>
              </a:tblGrid>
              <a:tr h="673119">
                <a:tc>
                  <a:txBody>
                    <a:bodyPr/>
                    <a:lstStyle/>
                    <a:p>
                      <a:pPr algn="ctr" fontAlgn="ctr">
                        <a:lnSpc>
                          <a:spcPct val="120000"/>
                        </a:lnSpc>
                        <a:spcBef>
                          <a:spcPct val="0"/>
                        </a:spcBef>
                        <a:spcAft>
                          <a:spcPct val="0"/>
                        </a:spcAft>
                        <a:buNone/>
                      </a:pPr>
                      <a:r>
                        <a:rPr lang="zh-CN" sz="2400" b="0" kern="100">
                          <a:solidFill>
                            <a:schemeClr val="tx1"/>
                          </a:solidFill>
                          <a:effectLst/>
                          <a:latin typeface="+mn-lt"/>
                          <a:ea typeface="+mn-ea"/>
                          <a:cs typeface="+mn-ea"/>
                          <a:sym typeface="+mn-lt"/>
                        </a:rPr>
                        <a:t>共价键</a:t>
                      </a: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r>
                        <a:rPr lang="en-US" sz="2400" b="0" kern="100">
                          <a:solidFill>
                            <a:schemeClr val="tx1"/>
                          </a:solidFill>
                          <a:effectLst/>
                          <a:latin typeface="+mn-lt"/>
                          <a:ea typeface="+mn-ea"/>
                          <a:cs typeface="+mn-ea"/>
                          <a:sym typeface="+mn-lt"/>
                        </a:rPr>
                        <a:t>S=S</a:t>
                      </a:r>
                      <a:endParaRPr lang="zh-CN" sz="24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r>
                        <a:rPr lang="en-US" sz="2400" b="0" kern="100">
                          <a:solidFill>
                            <a:schemeClr val="tx1"/>
                          </a:solidFill>
                          <a:effectLst/>
                          <a:latin typeface="+mn-lt"/>
                          <a:ea typeface="+mn-ea"/>
                          <a:cs typeface="+mn-ea"/>
                          <a:sym typeface="+mn-lt"/>
                        </a:rPr>
                        <a:t>As-S</a:t>
                      </a:r>
                      <a:endParaRPr lang="zh-CN" sz="24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673119">
                <a:tc>
                  <a:txBody>
                    <a:bodyPr/>
                    <a:lstStyle/>
                    <a:p>
                      <a:pPr algn="l" fontAlgn="ctr">
                        <a:lnSpc>
                          <a:spcPct val="120000"/>
                        </a:lnSpc>
                        <a:spcBef>
                          <a:spcPct val="0"/>
                        </a:spcBef>
                        <a:spcAft>
                          <a:spcPct val="0"/>
                        </a:spcAft>
                        <a:buNone/>
                      </a:pPr>
                      <a:r>
                        <a:rPr lang="zh-CN" sz="2400" b="0" kern="100">
                          <a:solidFill>
                            <a:schemeClr val="tx1"/>
                          </a:solidFill>
                          <a:effectLst/>
                          <a:latin typeface="+mn-lt"/>
                          <a:ea typeface="+mn-ea"/>
                          <a:cs typeface="+mn-ea"/>
                          <a:sym typeface="+mn-lt"/>
                        </a:rPr>
                        <a:t>键能</a:t>
                      </a:r>
                      <a:r>
                        <a:rPr lang="en-US" sz="2400" b="0" kern="100">
                          <a:solidFill>
                            <a:schemeClr val="tx1"/>
                          </a:solidFill>
                          <a:effectLst/>
                          <a:latin typeface="+mn-lt"/>
                          <a:ea typeface="+mn-ea"/>
                          <a:cs typeface="+mn-ea"/>
                          <a:sym typeface="+mn-lt"/>
                        </a:rPr>
                        <a:t> </a:t>
                      </a:r>
                      <a:endParaRPr lang="zh-CN" sz="24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r>
                        <a:rPr lang="en-US" sz="2400" b="0" kern="100">
                          <a:solidFill>
                            <a:schemeClr val="tx1"/>
                          </a:solidFill>
                          <a:effectLst/>
                          <a:latin typeface="+mn-lt"/>
                          <a:ea typeface="+mn-ea"/>
                          <a:cs typeface="+mn-ea"/>
                          <a:sym typeface="+mn-lt"/>
                        </a:rPr>
                        <a:t>b</a:t>
                      </a:r>
                      <a:endParaRPr lang="zh-CN" sz="24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r>
                        <a:rPr lang="en-US" sz="2400" b="0" kern="100">
                          <a:solidFill>
                            <a:schemeClr val="tx1"/>
                          </a:solidFill>
                          <a:effectLst/>
                          <a:latin typeface="+mn-lt"/>
                          <a:ea typeface="+mn-ea"/>
                          <a:cs typeface="+mn-ea"/>
                          <a:sym typeface="+mn-lt"/>
                        </a:rPr>
                        <a:t>c</a:t>
                      </a:r>
                      <a:endParaRPr lang="zh-CN" sz="24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16" name="对象 15"/>
          <p:cNvGraphicFramePr>
            <a:graphicFrameLocks noChangeAspect="1"/>
          </p:cNvGraphicFramePr>
          <p:nvPr>
            <p:custDataLst>
              <p:tags r:id="rId11"/>
            </p:custDataLst>
          </p:nvPr>
        </p:nvGraphicFramePr>
        <p:xfrm>
          <a:off x="6348338" y="2868904"/>
          <a:ext cx="1230826" cy="477633"/>
        </p:xfrm>
        <a:graphic>
          <a:graphicData uri="http://schemas.openxmlformats.org/presentationml/2006/ole">
            <mc:AlternateContent xmlns:mc="http://schemas.openxmlformats.org/markup-compatibility/2006">
              <mc:Choice xmlns:v="urn:schemas-microsoft-com:vml" Requires="v">
                <p:oleObj name="Equation" r:id="rId30" imgW="723900" imgH="279400" progId="Equation.DSMT4">
                  <p:embed/>
                </p:oleObj>
              </mc:Choice>
              <mc:Fallback>
                <p:oleObj name="Equation" r:id="rId30" imgW="723900" imgH="279400" progId="Equation.DSMT4">
                  <p:embed/>
                  <p:pic>
                    <p:nvPicPr>
                      <p:cNvPr id="16" name="对象 15"/>
                      <p:cNvPicPr/>
                      <p:nvPr/>
                    </p:nvPicPr>
                    <p:blipFill>
                      <a:blip r:embed="rId31">
                        <a:extLst>
                          <a:ext uri="{28A0092B-C50C-407E-A947-70E740481C1C}">
                            <a14:useLocalDpi xmlns:a14="http://schemas.microsoft.com/office/drawing/2010/main" val="0"/>
                          </a:ext>
                        </a:extLst>
                      </a:blip>
                      <a:stretch>
                        <a:fillRect/>
                      </a:stretch>
                    </p:blipFill>
                    <p:spPr>
                      <a:xfrm>
                        <a:off x="6348338" y="2868904"/>
                        <a:ext cx="1230826" cy="477633"/>
                      </a:xfrm>
                      <a:prstGeom prst="rect">
                        <a:avLst/>
                      </a:prstGeom>
                      <a:noFill/>
                    </p:spPr>
                  </p:pic>
                </p:oleObj>
              </mc:Fallback>
            </mc:AlternateContent>
          </a:graphicData>
        </a:graphic>
      </p:graphicFrame>
      <p:sp>
        <p:nvSpPr>
          <p:cNvPr id="17" name="Rectangle 14"/>
          <p:cNvSpPr>
            <a:spLocks noChangeArrowheads="1"/>
          </p:cNvSpPr>
          <p:nvPr>
            <p:custDataLst>
              <p:tags r:id="rId12"/>
            </p:custDataLst>
          </p:nvPr>
        </p:nvSpPr>
        <p:spPr bwMode="auto">
          <a:xfrm>
            <a:off x="334963" y="4054674"/>
            <a:ext cx="7207422"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ctr" latinLnBrk="0" hangingPunct="0">
              <a:lnSpc>
                <a:spcPct val="120000"/>
              </a:lnSpc>
              <a:spcBef>
                <a:spcPct val="0"/>
              </a:spcBef>
              <a:spcAft>
                <a:spcPct val="0"/>
              </a:spcAft>
              <a:buClrTx/>
              <a:buSzTx/>
              <a:buFontTx/>
              <a:buNone/>
            </a:pPr>
            <a:r>
              <a:rPr kumimoji="0" lang="zh-CN" altLang="zh-CN" sz="2800" b="0" i="0" u="none" strike="noStrike" cap="none" normalizeH="0" baseline="0">
                <a:ln>
                  <a:noFill/>
                </a:ln>
                <a:solidFill>
                  <a:schemeClr val="tx1"/>
                </a:solidFill>
                <a:effectLst/>
                <a:cs typeface="+mn-ea"/>
                <a:sym typeface="+mn-lt"/>
              </a:rPr>
              <a:t>利用上述信息估算</a:t>
            </a:r>
            <a:r>
              <a:rPr kumimoji="0" lang="en-US" altLang="zh-CN" sz="2800" b="0" i="0" u="none" strike="noStrike" cap="none" normalizeH="0" baseline="0">
                <a:ln>
                  <a:noFill/>
                </a:ln>
                <a:solidFill>
                  <a:schemeClr val="tx1"/>
                </a:solidFill>
                <a:effectLst/>
                <a:cs typeface="+mn-ea"/>
                <a:sym typeface="+mn-lt"/>
              </a:rPr>
              <a:t>As-As</a:t>
            </a:r>
            <a:r>
              <a:rPr kumimoji="0" lang="zh-CN" altLang="en-US" sz="2800" b="0" i="0" u="none" strike="noStrike" cap="none" normalizeH="0" baseline="0">
                <a:ln>
                  <a:noFill/>
                </a:ln>
                <a:solidFill>
                  <a:schemeClr val="tx1"/>
                </a:solidFill>
                <a:effectLst/>
                <a:cs typeface="+mn-ea"/>
                <a:sym typeface="+mn-lt"/>
              </a:rPr>
              <a:t>的键能</a:t>
            </a:r>
            <a:r>
              <a:rPr kumimoji="0" lang="zh-CN" altLang="en-US" sz="2800" b="0" i="0" u="sng" strike="noStrike" cap="none" normalizeH="0" baseline="0">
                <a:ln>
                  <a:noFill/>
                </a:ln>
                <a:solidFill>
                  <a:schemeClr val="tx1"/>
                </a:solidFill>
                <a:effectLst/>
                <a:cs typeface="+mn-ea"/>
                <a:sym typeface="+mn-lt"/>
              </a:rPr>
              <a:t>                        </a:t>
            </a:r>
            <a:endParaRPr kumimoji="0" lang="zh-CN" altLang="en-US" sz="2800" b="0" i="0" u="none" strike="noStrike" cap="none" normalizeH="0" baseline="0">
              <a:ln>
                <a:noFill/>
              </a:ln>
              <a:solidFill>
                <a:schemeClr val="tx1"/>
              </a:solidFill>
              <a:effectLst/>
              <a:cs typeface="+mn-ea"/>
              <a:sym typeface="+mn-lt"/>
            </a:endParaRPr>
          </a:p>
        </p:txBody>
      </p:sp>
      <p:sp>
        <p:nvSpPr>
          <p:cNvPr id="20" name="Rectangle 15"/>
          <p:cNvSpPr>
            <a:spLocks noChangeArrowheads="1"/>
          </p:cNvSpPr>
          <p:nvPr>
            <p:custDataLst>
              <p:tags r:id="rId13"/>
            </p:custDataLst>
          </p:nvPr>
        </p:nvSpPr>
        <p:spPr bwMode="auto">
          <a:xfrm>
            <a:off x="7318574" y="4054674"/>
            <a:ext cx="4871847"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ctr" latinLnBrk="0" hangingPunct="0">
              <a:lnSpc>
                <a:spcPct val="12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cs typeface="+mn-ea"/>
                <a:sym typeface="+mn-lt"/>
              </a:rPr>
              <a:t>(</a:t>
            </a:r>
            <a:r>
              <a:rPr kumimoji="0" lang="zh-CN" altLang="en-US" sz="2800" b="0" i="0" u="none" strike="noStrike" cap="none" normalizeH="0" baseline="0">
                <a:ln>
                  <a:noFill/>
                </a:ln>
                <a:solidFill>
                  <a:schemeClr val="tx1"/>
                </a:solidFill>
                <a:effectLst/>
                <a:cs typeface="+mn-ea"/>
                <a:sym typeface="+mn-lt"/>
              </a:rPr>
              <a:t>用含</a:t>
            </a:r>
            <a:r>
              <a:rPr kumimoji="0" lang="en-US" altLang="zh-CN" sz="2800" b="0" i="0" u="none" strike="noStrike" cap="none" normalizeH="0" baseline="0">
                <a:ln>
                  <a:noFill/>
                </a:ln>
                <a:solidFill>
                  <a:schemeClr val="tx1"/>
                </a:solidFill>
                <a:effectLst/>
                <a:cs typeface="+mn-ea"/>
                <a:sym typeface="+mn-lt"/>
              </a:rPr>
              <a:t>a</a:t>
            </a:r>
            <a:r>
              <a:rPr kumimoji="0" lang="zh-CN" altLang="en-US" sz="2800" b="0" i="0" u="none" strike="noStrike" cap="none" normalizeH="0" baseline="0">
                <a:ln>
                  <a:noFill/>
                </a:ln>
                <a:solidFill>
                  <a:schemeClr val="tx1"/>
                </a:solidFill>
                <a:effectLst/>
                <a:cs typeface="+mn-ea"/>
                <a:sym typeface="+mn-lt"/>
              </a:rPr>
              <a:t>、</a:t>
            </a:r>
            <a:r>
              <a:rPr kumimoji="0" lang="en-US" altLang="zh-CN" sz="2800" b="0" i="0" u="none" strike="noStrike" cap="none" normalizeH="0" baseline="0">
                <a:ln>
                  <a:noFill/>
                </a:ln>
                <a:solidFill>
                  <a:schemeClr val="tx1"/>
                </a:solidFill>
                <a:effectLst/>
                <a:cs typeface="+mn-ea"/>
                <a:sym typeface="+mn-lt"/>
              </a:rPr>
              <a:t>b</a:t>
            </a:r>
            <a:r>
              <a:rPr kumimoji="0" lang="zh-CN" altLang="en-US" sz="2800" b="0" i="0" u="none" strike="noStrike" cap="none" normalizeH="0" baseline="0">
                <a:ln>
                  <a:noFill/>
                </a:ln>
                <a:solidFill>
                  <a:schemeClr val="tx1"/>
                </a:solidFill>
                <a:effectLst/>
                <a:cs typeface="+mn-ea"/>
                <a:sym typeface="+mn-lt"/>
              </a:rPr>
              <a:t>、</a:t>
            </a:r>
            <a:r>
              <a:rPr kumimoji="0" lang="en-US" altLang="zh-CN" sz="2800" b="0" i="0" u="none" strike="noStrike" cap="none" normalizeH="0" baseline="0">
                <a:ln>
                  <a:noFill/>
                </a:ln>
                <a:solidFill>
                  <a:schemeClr val="tx1"/>
                </a:solidFill>
                <a:effectLst/>
                <a:cs typeface="+mn-ea"/>
                <a:sym typeface="+mn-lt"/>
              </a:rPr>
              <a:t>c</a:t>
            </a:r>
            <a:r>
              <a:rPr kumimoji="0" lang="zh-CN" altLang="en-US" sz="2800" b="0" i="0" u="none" strike="noStrike" cap="none" normalizeH="0" baseline="0">
                <a:ln>
                  <a:noFill/>
                </a:ln>
                <a:solidFill>
                  <a:schemeClr val="tx1"/>
                </a:solidFill>
                <a:effectLst/>
                <a:cs typeface="+mn-ea"/>
                <a:sym typeface="+mn-lt"/>
              </a:rPr>
              <a:t>的代数式表示</a:t>
            </a:r>
            <a:r>
              <a:rPr kumimoji="0" lang="en-US" altLang="zh-CN" sz="2800" b="0" i="0" u="none" strike="noStrike" cap="none" normalizeH="0" baseline="0">
                <a:ln>
                  <a:noFill/>
                </a:ln>
                <a:solidFill>
                  <a:schemeClr val="tx1"/>
                </a:solidFill>
                <a:effectLst/>
                <a:cs typeface="+mn-ea"/>
                <a:sym typeface="+mn-lt"/>
              </a:rPr>
              <a:t>)</a:t>
            </a:r>
            <a:r>
              <a:rPr kumimoji="0" lang="zh-CN" altLang="en-US" sz="2800" b="0" i="0" u="none" strike="noStrike" cap="none" normalizeH="0" baseline="0">
                <a:ln>
                  <a:noFill/>
                </a:ln>
                <a:solidFill>
                  <a:schemeClr val="tx1"/>
                </a:solidFill>
                <a:effectLst/>
                <a:cs typeface="+mn-ea"/>
                <a:sym typeface="+mn-lt"/>
              </a:rPr>
              <a:t>。</a:t>
            </a:r>
          </a:p>
        </p:txBody>
      </p:sp>
      <p:grpSp>
        <p:nvGrpSpPr>
          <p:cNvPr id="30" name="组合 29"/>
          <p:cNvGrpSpPr/>
          <p:nvPr>
            <p:custDataLst>
              <p:tags r:id="rId14"/>
            </p:custDataLst>
          </p:nvPr>
        </p:nvGrpSpPr>
        <p:grpSpPr>
          <a:xfrm>
            <a:off x="334963" y="4905011"/>
            <a:ext cx="11522075" cy="1661090"/>
            <a:chOff x="334963" y="4905011"/>
            <a:chExt cx="11522075" cy="1661090"/>
          </a:xfrm>
        </p:grpSpPr>
        <p:sp>
          <p:nvSpPr>
            <p:cNvPr id="29" name="矩形 28"/>
            <p:cNvSpPr/>
            <p:nvPr>
              <p:custDataLst>
                <p:tags r:id="rId15"/>
              </p:custDataLst>
            </p:nvPr>
          </p:nvSpPr>
          <p:spPr>
            <a:xfrm>
              <a:off x="334963" y="4905011"/>
              <a:ext cx="11522075" cy="1661090"/>
            </a:xfrm>
            <a:prstGeom prst="rect">
              <a:avLst/>
            </a:prstGeom>
            <a:solidFill>
              <a:schemeClr val="accent2">
                <a:lumMod val="20000"/>
                <a:lumOff val="80000"/>
              </a:schemeClr>
            </a:solid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rgbClr val="FF0000"/>
                </a:solidFill>
                <a:cs typeface="+mn-ea"/>
                <a:sym typeface="+mn-lt"/>
              </a:endParaRPr>
            </a:p>
          </p:txBody>
        </p:sp>
        <p:graphicFrame>
          <p:nvGraphicFramePr>
            <p:cNvPr id="23" name="对象 22" descr="eqIda769c85f21871f0200e01dc70601e4bc"/>
            <p:cNvGraphicFramePr>
              <a:graphicFrameLocks noChangeAspect="1"/>
            </p:cNvGraphicFramePr>
            <p:nvPr>
              <p:custDataLst>
                <p:tags r:id="rId16"/>
              </p:custDataLst>
            </p:nvPr>
          </p:nvGraphicFramePr>
          <p:xfrm>
            <a:off x="536575" y="4947311"/>
            <a:ext cx="10762540" cy="490445"/>
          </p:xfrm>
          <a:graphic>
            <a:graphicData uri="http://schemas.openxmlformats.org/presentationml/2006/ole">
              <mc:AlternateContent xmlns:mc="http://schemas.openxmlformats.org/markup-compatibility/2006">
                <mc:Choice xmlns:v="urn:schemas-microsoft-com:vml" Requires="v">
                  <p:oleObj name="Equation" r:id="rId32" imgW="4279900" imgH="203200" progId="Equation.DSMT4">
                    <p:embed/>
                  </p:oleObj>
                </mc:Choice>
                <mc:Fallback>
                  <p:oleObj name="Equation" r:id="rId32" imgW="4279900" imgH="203200" progId="Equation.DSMT4">
                    <p:embed/>
                    <p:pic>
                      <p:nvPicPr>
                        <p:cNvPr id="23" name="对象 22" descr="eqIda769c85f21871f0200e01dc70601e4bc"/>
                        <p:cNvPicPr/>
                        <p:nvPr/>
                      </p:nvPicPr>
                      <p:blipFill>
                        <a:blip r:embed="rId33">
                          <a:extLst>
                            <a:ext uri="{28A0092B-C50C-407E-A947-70E740481C1C}">
                              <a14:useLocalDpi xmlns:a14="http://schemas.microsoft.com/office/drawing/2010/main" val="0"/>
                            </a:ext>
                          </a:extLst>
                        </a:blip>
                        <a:stretch>
                          <a:fillRect/>
                        </a:stretch>
                      </p:blipFill>
                      <p:spPr>
                        <a:xfrm>
                          <a:off x="536575" y="4947311"/>
                          <a:ext cx="10762540" cy="490445"/>
                        </a:xfrm>
                        <a:prstGeom prst="rect">
                          <a:avLst/>
                        </a:prstGeom>
                        <a:noFill/>
                      </p:spPr>
                    </p:pic>
                  </p:oleObj>
                </mc:Fallback>
              </mc:AlternateContent>
            </a:graphicData>
          </a:graphic>
        </p:graphicFrame>
        <p:sp>
          <p:nvSpPr>
            <p:cNvPr id="25" name="Rectangle 20"/>
            <p:cNvSpPr>
              <a:spLocks noChangeArrowheads="1"/>
            </p:cNvSpPr>
            <p:nvPr>
              <p:custDataLst>
                <p:tags r:id="rId17"/>
              </p:custDataLst>
            </p:nvPr>
          </p:nvSpPr>
          <p:spPr bwMode="auto">
            <a:xfrm>
              <a:off x="892885" y="5365412"/>
              <a:ext cx="184731" cy="564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a:lnSpc>
                  <a:spcPct val="120000"/>
                </a:lnSpc>
              </a:pPr>
              <a:endParaRPr lang="zh-CN" altLang="en-US" sz="2800">
                <a:solidFill>
                  <a:srgbClr val="FF0000"/>
                </a:solidFill>
                <a:cs typeface="+mn-ea"/>
                <a:sym typeface="+mn-lt"/>
              </a:endParaRPr>
            </a:p>
          </p:txBody>
        </p:sp>
        <p:sp>
          <p:nvSpPr>
            <p:cNvPr id="26" name="Rectangle 21"/>
            <p:cNvSpPr>
              <a:spLocks noChangeArrowheads="1"/>
            </p:cNvSpPr>
            <p:nvPr>
              <p:custDataLst>
                <p:tags r:id="rId18"/>
              </p:custDataLst>
            </p:nvPr>
          </p:nvSpPr>
          <p:spPr bwMode="auto">
            <a:xfrm>
              <a:off x="663488" y="5778943"/>
              <a:ext cx="925253" cy="565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20000"/>
                </a:lnSpc>
                <a:spcBef>
                  <a:spcPct val="0"/>
                </a:spcBef>
                <a:spcAft>
                  <a:spcPct val="0"/>
                </a:spcAft>
                <a:buClrTx/>
                <a:buSzTx/>
                <a:buFontTx/>
                <a:buNone/>
              </a:pPr>
              <a:r>
                <a:rPr kumimoji="0" lang="zh-CN" altLang="en-US" sz="2800" b="0" i="0" u="none" strike="noStrike" cap="none" normalizeH="0" baseline="0">
                  <a:ln>
                    <a:noFill/>
                  </a:ln>
                  <a:effectLst/>
                  <a:cs typeface="+mn-ea"/>
                  <a:sym typeface="+mn-lt"/>
                </a:rPr>
                <a:t>则</a:t>
              </a:r>
              <a:r>
                <a:rPr kumimoji="0" lang="en-US" altLang="zh-CN" sz="2800" b="0" i="0" u="none" strike="noStrike" cap="none" normalizeH="0" baseline="0">
                  <a:ln>
                    <a:noFill/>
                  </a:ln>
                  <a:effectLst/>
                  <a:cs typeface="+mn-ea"/>
                  <a:sym typeface="+mn-lt"/>
                </a:rPr>
                <a:t>x=</a:t>
              </a:r>
            </a:p>
          </p:txBody>
        </p:sp>
        <p:graphicFrame>
          <p:nvGraphicFramePr>
            <p:cNvPr id="28" name="对象 27" descr="eqId7686287fbfee87ca131a306c97411281"/>
            <p:cNvGraphicFramePr>
              <a:graphicFrameLocks noChangeAspect="1"/>
            </p:cNvGraphicFramePr>
            <p:nvPr>
              <p:custDataLst>
                <p:tags r:id="rId19"/>
              </p:custDataLst>
            </p:nvPr>
          </p:nvGraphicFramePr>
          <p:xfrm>
            <a:off x="1589044" y="5628547"/>
            <a:ext cx="1588135" cy="866140"/>
          </p:xfrm>
          <a:graphic>
            <a:graphicData uri="http://schemas.openxmlformats.org/presentationml/2006/ole">
              <mc:AlternateContent xmlns:mc="http://schemas.openxmlformats.org/markup-compatibility/2006">
                <mc:Choice xmlns:v="urn:schemas-microsoft-com:vml" Requires="v">
                  <p:oleObj name="Equation" r:id="rId34" imgW="711200" imgH="393700" progId="Equation.DSMT4">
                    <p:embed/>
                  </p:oleObj>
                </mc:Choice>
                <mc:Fallback>
                  <p:oleObj name="Equation" r:id="rId34" imgW="711200" imgH="393700" progId="Equation.DSMT4">
                    <p:embed/>
                    <p:pic>
                      <p:nvPicPr>
                        <p:cNvPr id="28" name="对象 27" descr="eqId7686287fbfee87ca131a306c97411281"/>
                        <p:cNvPicPr/>
                        <p:nvPr/>
                      </p:nvPicPr>
                      <p:blipFill>
                        <a:blip r:embed="rId35"/>
                        <a:stretch>
                          <a:fillRect/>
                        </a:stretch>
                      </p:blipFill>
                      <p:spPr>
                        <a:xfrm>
                          <a:off x="1589044" y="5628547"/>
                          <a:ext cx="1588135" cy="866140"/>
                        </a:xfrm>
                        <a:prstGeom prst="rect">
                          <a:avLst/>
                        </a:prstGeom>
                        <a:noFill/>
                      </p:spPr>
                    </p:pic>
                  </p:oleObj>
                </mc:Fallback>
              </mc:AlternateContent>
            </a:graphicData>
          </a:graphic>
        </p:graphicFrame>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arn(inVertical)">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任意多边形: 形状 17"/>
          <p:cNvSpPr/>
          <p:nvPr>
            <p:custDataLst>
              <p:tags r:id="rId1"/>
            </p:custDataLst>
          </p:nvPr>
        </p:nvSpPr>
        <p:spPr>
          <a:xfrm>
            <a:off x="7349780" y="2053418"/>
            <a:ext cx="3599848" cy="3282215"/>
          </a:xfrm>
          <a:custGeom>
            <a:avLst/>
            <a:gdLst>
              <a:gd name="connsiteX0" fmla="*/ 0 w 3599848"/>
              <a:gd name="connsiteY0" fmla="*/ 0 h 3282215"/>
              <a:gd name="connsiteX1" fmla="*/ 0 w 3599848"/>
              <a:gd name="connsiteY1" fmla="*/ 3282215 h 3282215"/>
              <a:gd name="connsiteX2" fmla="*/ 3599848 w 3599848"/>
              <a:gd name="connsiteY2" fmla="*/ 3282215 h 3282215"/>
            </a:gdLst>
            <a:ahLst/>
            <a:cxnLst>
              <a:cxn ang="0">
                <a:pos x="connsiteX0" y="connsiteY0"/>
              </a:cxn>
              <a:cxn ang="0">
                <a:pos x="connsiteX1" y="connsiteY1"/>
              </a:cxn>
              <a:cxn ang="0">
                <a:pos x="connsiteX2" y="connsiteY2"/>
              </a:cxn>
            </a:cxnLst>
            <a:rect l="l" t="t" r="r" b="b"/>
            <a:pathLst>
              <a:path w="3599848" h="3282215">
                <a:moveTo>
                  <a:pt x="0" y="0"/>
                </a:moveTo>
                <a:lnTo>
                  <a:pt x="0" y="3282215"/>
                </a:lnTo>
                <a:lnTo>
                  <a:pt x="3599848" y="3282215"/>
                </a:lnTo>
              </a:path>
            </a:pathLst>
          </a:custGeom>
          <a:noFill/>
          <a:ln w="28575">
            <a:solidFill>
              <a:schemeClr val="tx1"/>
            </a:solidFill>
            <a:headEnd type="triangl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p:cNvGrpSpPr/>
          <p:nvPr>
            <p:custDataLst>
              <p:tags r:id="rId2"/>
            </p:custDataLst>
          </p:nvPr>
        </p:nvGrpSpPr>
        <p:grpSpPr>
          <a:xfrm>
            <a:off x="1230596" y="2053418"/>
            <a:ext cx="3943874" cy="3684305"/>
            <a:chOff x="1230596" y="2053418"/>
            <a:chExt cx="3943874" cy="3684305"/>
          </a:xfrm>
        </p:grpSpPr>
        <p:sp>
          <p:nvSpPr>
            <p:cNvPr id="17" name="任意多边形: 形状 16"/>
            <p:cNvSpPr/>
            <p:nvPr>
              <p:custDataLst>
                <p:tags r:id="rId19"/>
              </p:custDataLst>
            </p:nvPr>
          </p:nvSpPr>
          <p:spPr>
            <a:xfrm>
              <a:off x="1574622" y="2053418"/>
              <a:ext cx="3599848" cy="3282215"/>
            </a:xfrm>
            <a:custGeom>
              <a:avLst/>
              <a:gdLst>
                <a:gd name="connsiteX0" fmla="*/ 0 w 3599848"/>
                <a:gd name="connsiteY0" fmla="*/ 0 h 3282215"/>
                <a:gd name="connsiteX1" fmla="*/ 0 w 3599848"/>
                <a:gd name="connsiteY1" fmla="*/ 3282215 h 3282215"/>
                <a:gd name="connsiteX2" fmla="*/ 3599848 w 3599848"/>
                <a:gd name="connsiteY2" fmla="*/ 3282215 h 3282215"/>
              </a:gdLst>
              <a:ahLst/>
              <a:cxnLst>
                <a:cxn ang="0">
                  <a:pos x="connsiteX0" y="connsiteY0"/>
                </a:cxn>
                <a:cxn ang="0">
                  <a:pos x="connsiteX1" y="connsiteY1"/>
                </a:cxn>
                <a:cxn ang="0">
                  <a:pos x="connsiteX2" y="connsiteY2"/>
                </a:cxn>
              </a:cxnLst>
              <a:rect l="l" t="t" r="r" b="b"/>
              <a:pathLst>
                <a:path w="3599848" h="3282215">
                  <a:moveTo>
                    <a:pt x="0" y="0"/>
                  </a:moveTo>
                  <a:lnTo>
                    <a:pt x="0" y="3282215"/>
                  </a:lnTo>
                  <a:lnTo>
                    <a:pt x="3599848" y="3282215"/>
                  </a:lnTo>
                </a:path>
              </a:pathLst>
            </a:custGeom>
            <a:noFill/>
            <a:ln w="28575">
              <a:solidFill>
                <a:schemeClr val="tx1"/>
              </a:solidFill>
              <a:headEnd type="triangl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形状 18"/>
            <p:cNvSpPr/>
            <p:nvPr>
              <p:custDataLst>
                <p:tags r:id="rId20"/>
              </p:custDataLst>
            </p:nvPr>
          </p:nvSpPr>
          <p:spPr>
            <a:xfrm>
              <a:off x="2295046" y="2073593"/>
              <a:ext cx="2159000" cy="2710814"/>
            </a:xfrm>
            <a:custGeom>
              <a:avLst/>
              <a:gdLst>
                <a:gd name="connsiteX0" fmla="*/ 0 w 2527300"/>
                <a:gd name="connsiteY0" fmla="*/ 2520314 h 2912297"/>
                <a:gd name="connsiteX1" fmla="*/ 368300 w 2527300"/>
                <a:gd name="connsiteY1" fmla="*/ 2710814 h 2912297"/>
                <a:gd name="connsiteX2" fmla="*/ 1257300 w 2527300"/>
                <a:gd name="connsiteY2" fmla="*/ 43814 h 2912297"/>
                <a:gd name="connsiteX3" fmla="*/ 1524000 w 2527300"/>
                <a:gd name="connsiteY3" fmla="*/ 1072514 h 2912297"/>
                <a:gd name="connsiteX4" fmla="*/ 2527300 w 2527300"/>
                <a:gd name="connsiteY4" fmla="*/ 1351914 h 2912297"/>
                <a:gd name="connsiteX0-1" fmla="*/ 0 w 2527300"/>
                <a:gd name="connsiteY0-2" fmla="*/ 2520314 h 2900610"/>
                <a:gd name="connsiteX1-3" fmla="*/ 368300 w 2527300"/>
                <a:gd name="connsiteY1-4" fmla="*/ 2710814 h 2900610"/>
                <a:gd name="connsiteX2-5" fmla="*/ 1257300 w 2527300"/>
                <a:gd name="connsiteY2-6" fmla="*/ 43814 h 2900610"/>
                <a:gd name="connsiteX3-7" fmla="*/ 1524000 w 2527300"/>
                <a:gd name="connsiteY3-8" fmla="*/ 1072514 h 2900610"/>
                <a:gd name="connsiteX4-9" fmla="*/ 2527300 w 2527300"/>
                <a:gd name="connsiteY4-10" fmla="*/ 1351914 h 2900610"/>
                <a:gd name="connsiteX0-11" fmla="*/ 0 w 2819400"/>
                <a:gd name="connsiteY0-12" fmla="*/ 2736214 h 2988673"/>
                <a:gd name="connsiteX1-13" fmla="*/ 660400 w 2819400"/>
                <a:gd name="connsiteY1-14" fmla="*/ 2710814 h 2988673"/>
                <a:gd name="connsiteX2-15" fmla="*/ 1549400 w 2819400"/>
                <a:gd name="connsiteY2-16" fmla="*/ 43814 h 2988673"/>
                <a:gd name="connsiteX3-17" fmla="*/ 1816100 w 2819400"/>
                <a:gd name="connsiteY3-18" fmla="*/ 1072514 h 2988673"/>
                <a:gd name="connsiteX4-19" fmla="*/ 2819400 w 2819400"/>
                <a:gd name="connsiteY4-20" fmla="*/ 1351914 h 2988673"/>
                <a:gd name="connsiteX0-21" fmla="*/ 0 w 2819400"/>
                <a:gd name="connsiteY0-22" fmla="*/ 2736214 h 2976217"/>
                <a:gd name="connsiteX1-23" fmla="*/ 660400 w 2819400"/>
                <a:gd name="connsiteY1-24" fmla="*/ 2710814 h 2976217"/>
                <a:gd name="connsiteX2-25" fmla="*/ 1549400 w 2819400"/>
                <a:gd name="connsiteY2-26" fmla="*/ 43814 h 2976217"/>
                <a:gd name="connsiteX3-27" fmla="*/ 1816100 w 2819400"/>
                <a:gd name="connsiteY3-28" fmla="*/ 1072514 h 2976217"/>
                <a:gd name="connsiteX4-29" fmla="*/ 2819400 w 2819400"/>
                <a:gd name="connsiteY4-30" fmla="*/ 1351914 h 2976217"/>
                <a:gd name="connsiteX0-31" fmla="*/ 0 w 2908300"/>
                <a:gd name="connsiteY0-32" fmla="*/ 2850514 h 3035936"/>
                <a:gd name="connsiteX1-33" fmla="*/ 749300 w 2908300"/>
                <a:gd name="connsiteY1-34" fmla="*/ 2710814 h 3035936"/>
                <a:gd name="connsiteX2-35" fmla="*/ 1638300 w 2908300"/>
                <a:gd name="connsiteY2-36" fmla="*/ 43814 h 3035936"/>
                <a:gd name="connsiteX3-37" fmla="*/ 1905000 w 2908300"/>
                <a:gd name="connsiteY3-38" fmla="*/ 1072514 h 3035936"/>
                <a:gd name="connsiteX4-39" fmla="*/ 2908300 w 2908300"/>
                <a:gd name="connsiteY4-40" fmla="*/ 1351914 h 3035936"/>
                <a:gd name="connsiteX0-41" fmla="*/ 0 w 2908300"/>
                <a:gd name="connsiteY0-42" fmla="*/ 2850514 h 2989936"/>
                <a:gd name="connsiteX1-43" fmla="*/ 749300 w 2908300"/>
                <a:gd name="connsiteY1-44" fmla="*/ 2710814 h 2989936"/>
                <a:gd name="connsiteX2-45" fmla="*/ 1638300 w 2908300"/>
                <a:gd name="connsiteY2-46" fmla="*/ 43814 h 2989936"/>
                <a:gd name="connsiteX3-47" fmla="*/ 1905000 w 2908300"/>
                <a:gd name="connsiteY3-48" fmla="*/ 1072514 h 2989936"/>
                <a:gd name="connsiteX4-49" fmla="*/ 2908300 w 2908300"/>
                <a:gd name="connsiteY4-50" fmla="*/ 1351914 h 2989936"/>
                <a:gd name="connsiteX0-51" fmla="*/ 0 w 2908300"/>
                <a:gd name="connsiteY0-52" fmla="*/ 2850514 h 2943107"/>
                <a:gd name="connsiteX1-53" fmla="*/ 749300 w 2908300"/>
                <a:gd name="connsiteY1-54" fmla="*/ 2710814 h 2943107"/>
                <a:gd name="connsiteX2-55" fmla="*/ 1638300 w 2908300"/>
                <a:gd name="connsiteY2-56" fmla="*/ 43814 h 2943107"/>
                <a:gd name="connsiteX3-57" fmla="*/ 1905000 w 2908300"/>
                <a:gd name="connsiteY3-58" fmla="*/ 1072514 h 2943107"/>
                <a:gd name="connsiteX4-59" fmla="*/ 2908300 w 2908300"/>
                <a:gd name="connsiteY4-60" fmla="*/ 1351914 h 2943107"/>
                <a:gd name="connsiteX0-61" fmla="*/ 0 w 2908300"/>
                <a:gd name="connsiteY0-62" fmla="*/ 2850514 h 2969186"/>
                <a:gd name="connsiteX1-63" fmla="*/ 749300 w 2908300"/>
                <a:gd name="connsiteY1-64" fmla="*/ 2710814 h 2969186"/>
                <a:gd name="connsiteX2-65" fmla="*/ 1638300 w 2908300"/>
                <a:gd name="connsiteY2-66" fmla="*/ 43814 h 2969186"/>
                <a:gd name="connsiteX3-67" fmla="*/ 1905000 w 2908300"/>
                <a:gd name="connsiteY3-68" fmla="*/ 1072514 h 2969186"/>
                <a:gd name="connsiteX4-69" fmla="*/ 2908300 w 2908300"/>
                <a:gd name="connsiteY4-70" fmla="*/ 1351914 h 2969186"/>
                <a:gd name="connsiteX0-71" fmla="*/ 0 w 2908300"/>
                <a:gd name="connsiteY0-72" fmla="*/ 2901314 h 2993951"/>
                <a:gd name="connsiteX1-73" fmla="*/ 749300 w 2908300"/>
                <a:gd name="connsiteY1-74" fmla="*/ 2710814 h 2993951"/>
                <a:gd name="connsiteX2-75" fmla="*/ 1638300 w 2908300"/>
                <a:gd name="connsiteY2-76" fmla="*/ 43814 h 2993951"/>
                <a:gd name="connsiteX3-77" fmla="*/ 1905000 w 2908300"/>
                <a:gd name="connsiteY3-78" fmla="*/ 1072514 h 2993951"/>
                <a:gd name="connsiteX4-79" fmla="*/ 2908300 w 2908300"/>
                <a:gd name="connsiteY4-80" fmla="*/ 1351914 h 2993951"/>
                <a:gd name="connsiteX0-81" fmla="*/ 0 w 2159000"/>
                <a:gd name="connsiteY0-82" fmla="*/ 2710814 h 2710814"/>
                <a:gd name="connsiteX1-83" fmla="*/ 889000 w 2159000"/>
                <a:gd name="connsiteY1-84" fmla="*/ 43814 h 2710814"/>
                <a:gd name="connsiteX2-85" fmla="*/ 1155700 w 2159000"/>
                <a:gd name="connsiteY2-86" fmla="*/ 1072514 h 2710814"/>
                <a:gd name="connsiteX3-87" fmla="*/ 2159000 w 2159000"/>
                <a:gd name="connsiteY3-88" fmla="*/ 1351914 h 2710814"/>
              </a:gdLst>
              <a:ahLst/>
              <a:cxnLst>
                <a:cxn ang="0">
                  <a:pos x="connsiteX0-1" y="connsiteY0-2"/>
                </a:cxn>
                <a:cxn ang="0">
                  <a:pos x="connsiteX1-3" y="connsiteY1-4"/>
                </a:cxn>
                <a:cxn ang="0">
                  <a:pos x="connsiteX2-5" y="connsiteY2-6"/>
                </a:cxn>
                <a:cxn ang="0">
                  <a:pos x="connsiteX3-7" y="connsiteY3-8"/>
                </a:cxn>
              </a:cxnLst>
              <a:rect l="l" t="t" r="r" b="b"/>
              <a:pathLst>
                <a:path w="2159000" h="2710814">
                  <a:moveTo>
                    <a:pt x="0" y="2710814"/>
                  </a:moveTo>
                  <a:cubicBezTo>
                    <a:pt x="273050" y="2234564"/>
                    <a:pt x="696383" y="316864"/>
                    <a:pt x="889000" y="43814"/>
                  </a:cubicBezTo>
                  <a:cubicBezTo>
                    <a:pt x="1081617" y="-229236"/>
                    <a:pt x="944033" y="854497"/>
                    <a:pt x="1155700" y="1072514"/>
                  </a:cubicBezTo>
                  <a:cubicBezTo>
                    <a:pt x="1367367" y="1290531"/>
                    <a:pt x="1763183" y="1321222"/>
                    <a:pt x="2159000" y="1351914"/>
                  </a:cubicBezTo>
                </a:path>
              </a:pathLst>
            </a:cu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连接符 21"/>
            <p:cNvCxnSpPr/>
            <p:nvPr>
              <p:custDataLst>
                <p:tags r:id="rId21"/>
              </p:custDataLst>
            </p:nvPr>
          </p:nvCxnSpPr>
          <p:spPr>
            <a:xfrm>
              <a:off x="1574622" y="4784407"/>
              <a:ext cx="2082978" cy="0"/>
            </a:xfrm>
            <a:prstGeom prst="line">
              <a:avLst/>
            </a:prstGeom>
            <a:ln w="12700">
              <a:solidFill>
                <a:srgbClr val="354ECE"/>
              </a:solidFill>
              <a:prstDash val="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22"/>
              </p:custDataLst>
            </p:nvPr>
          </p:nvCxnSpPr>
          <p:spPr>
            <a:xfrm>
              <a:off x="2895600" y="3429000"/>
              <a:ext cx="2146300" cy="0"/>
            </a:xfrm>
            <a:prstGeom prst="line">
              <a:avLst/>
            </a:prstGeom>
            <a:ln w="12700">
              <a:solidFill>
                <a:srgbClr val="354ECE"/>
              </a:solidFill>
              <a:prstDash val="dash"/>
            </a:ln>
          </p:spPr>
          <p:style>
            <a:lnRef idx="1">
              <a:schemeClr val="accent1"/>
            </a:lnRef>
            <a:fillRef idx="0">
              <a:schemeClr val="accent1"/>
            </a:fillRef>
            <a:effectRef idx="0">
              <a:schemeClr val="accent1"/>
            </a:effectRef>
            <a:fontRef idx="minor">
              <a:schemeClr val="tx1"/>
            </a:fontRef>
          </p:style>
        </p:cxnSp>
        <p:sp>
          <p:nvSpPr>
            <p:cNvPr id="26" name="文本框 25"/>
            <p:cNvSpPr txBox="1"/>
            <p:nvPr>
              <p:custDataLst>
                <p:tags r:id="rId23"/>
              </p:custDataLst>
            </p:nvPr>
          </p:nvSpPr>
          <p:spPr>
            <a:xfrm>
              <a:off x="1230596" y="2209800"/>
              <a:ext cx="314081" cy="646331"/>
            </a:xfrm>
            <a:prstGeom prst="rect">
              <a:avLst/>
            </a:prstGeom>
            <a:noFill/>
          </p:spPr>
          <p:txBody>
            <a:bodyPr wrap="square" rtlCol="0">
              <a:spAutoFit/>
            </a:bodyPr>
            <a:lstStyle/>
            <a:p>
              <a:pPr algn="ctr"/>
              <a:r>
                <a:rPr kumimoji="0" lang="zh-CN" altLang="en-US" b="0" i="0" u="none" strike="noStrike" kern="1200" cap="none" spc="0" normalizeH="0" baseline="0" noProof="0">
                  <a:ln>
                    <a:noFill/>
                  </a:ln>
                  <a:solidFill>
                    <a:prstClr val="black"/>
                  </a:solidFill>
                  <a:effectLst/>
                  <a:uLnTx/>
                  <a:uFillTx/>
                  <a:latin typeface="Times New Roman"/>
                  <a:ea typeface="微软雅黑" panose="020B0503020204020204" pitchFamily="34" charset="-122"/>
                  <a:cs typeface="+mn-cs"/>
                </a:rPr>
                <a:t>能量</a:t>
              </a:r>
              <a:endParaRPr lang="zh-CN" altLang="en-US"/>
            </a:p>
          </p:txBody>
        </p:sp>
        <p:sp>
          <p:nvSpPr>
            <p:cNvPr id="27" name="文本框 26"/>
            <p:cNvSpPr txBox="1"/>
            <p:nvPr>
              <p:custDataLst>
                <p:tags r:id="rId24"/>
              </p:custDataLst>
            </p:nvPr>
          </p:nvSpPr>
          <p:spPr>
            <a:xfrm>
              <a:off x="3985483" y="5368391"/>
              <a:ext cx="1107996" cy="369332"/>
            </a:xfrm>
            <a:prstGeom prst="rect">
              <a:avLst/>
            </a:prstGeom>
            <a:noFill/>
          </p:spPr>
          <p:txBody>
            <a:bodyPr wrap="none" rtlCol="0">
              <a:spAutoFit/>
            </a:bodyPr>
            <a:lstStyle/>
            <a:p>
              <a:r>
                <a:rPr kumimoji="0" lang="zh-CN" altLang="en-US" b="0" i="0" u="none" strike="noStrike" kern="1200" cap="none" spc="0" normalizeH="0" baseline="0" noProof="0">
                  <a:ln>
                    <a:noFill/>
                  </a:ln>
                  <a:solidFill>
                    <a:prstClr val="black"/>
                  </a:solidFill>
                  <a:effectLst/>
                  <a:uLnTx/>
                  <a:uFillTx/>
                  <a:latin typeface="Times New Roman"/>
                  <a:ea typeface="微软雅黑" panose="020B0503020204020204" pitchFamily="34" charset="-122"/>
                  <a:cs typeface="+mn-cs"/>
                </a:rPr>
                <a:t>反应历程</a:t>
              </a:r>
              <a:endParaRPr lang="zh-CN" altLang="en-US"/>
            </a:p>
          </p:txBody>
        </p:sp>
        <p:sp>
          <p:nvSpPr>
            <p:cNvPr id="29" name="文本框 28"/>
            <p:cNvSpPr txBox="1"/>
            <p:nvPr>
              <p:custDataLst>
                <p:tags r:id="rId25"/>
              </p:custDataLst>
            </p:nvPr>
          </p:nvSpPr>
          <p:spPr>
            <a:xfrm>
              <a:off x="2062113" y="4804582"/>
              <a:ext cx="889987" cy="369332"/>
            </a:xfrm>
            <a:prstGeom prst="rect">
              <a:avLst/>
            </a:prstGeom>
            <a:noFill/>
          </p:spPr>
          <p:txBody>
            <a:bodyPr wrap="none" rtlCol="0">
              <a:spAutoFit/>
            </a:bodyPr>
            <a:lstStyle/>
            <a:p>
              <a:r>
                <a:rPr lang="en-US" altLang="zh-CN"/>
                <a:t>A</a:t>
              </a:r>
              <a:r>
                <a:rPr lang="zh-CN" altLang="en-US"/>
                <a:t>＋</a:t>
              </a:r>
              <a:r>
                <a:rPr lang="en-US" altLang="zh-CN"/>
                <a:t>BC</a:t>
              </a:r>
              <a:endParaRPr lang="zh-CN" altLang="en-US"/>
            </a:p>
          </p:txBody>
        </p:sp>
        <p:sp>
          <p:nvSpPr>
            <p:cNvPr id="30" name="文本框 29"/>
            <p:cNvSpPr txBox="1"/>
            <p:nvPr>
              <p:custDataLst>
                <p:tags r:id="rId26"/>
              </p:custDataLst>
            </p:nvPr>
          </p:nvSpPr>
          <p:spPr>
            <a:xfrm>
              <a:off x="3671859" y="3434922"/>
              <a:ext cx="889987" cy="369332"/>
            </a:xfrm>
            <a:prstGeom prst="rect">
              <a:avLst/>
            </a:prstGeom>
            <a:noFill/>
          </p:spPr>
          <p:txBody>
            <a:bodyPr wrap="none" rtlCol="0">
              <a:spAutoFit/>
            </a:bodyPr>
            <a:lstStyle/>
            <a:p>
              <a:r>
                <a:rPr lang="en-US" altLang="zh-CN"/>
                <a:t>AB</a:t>
              </a:r>
              <a:r>
                <a:rPr lang="zh-CN" altLang="en-US"/>
                <a:t>＋</a:t>
              </a:r>
              <a:r>
                <a:rPr lang="en-US" altLang="zh-CN"/>
                <a:t>C</a:t>
              </a:r>
              <a:endParaRPr lang="zh-CN" altLang="en-US"/>
            </a:p>
          </p:txBody>
        </p:sp>
      </p:grpSp>
      <p:cxnSp>
        <p:nvCxnSpPr>
          <p:cNvPr id="31" name="直接连接符 30"/>
          <p:cNvCxnSpPr/>
          <p:nvPr>
            <p:custDataLst>
              <p:tags r:id="rId3"/>
            </p:custDataLst>
          </p:nvPr>
        </p:nvCxnSpPr>
        <p:spPr>
          <a:xfrm>
            <a:off x="7349780" y="3136900"/>
            <a:ext cx="2146300" cy="0"/>
          </a:xfrm>
          <a:prstGeom prst="line">
            <a:avLst/>
          </a:prstGeom>
          <a:ln w="12700">
            <a:solidFill>
              <a:srgbClr val="354ECE"/>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custDataLst>
              <p:tags r:id="rId4"/>
            </p:custDataLst>
          </p:nvPr>
        </p:nvCxnSpPr>
        <p:spPr>
          <a:xfrm>
            <a:off x="7349780" y="4989248"/>
            <a:ext cx="3599848" cy="0"/>
          </a:xfrm>
          <a:prstGeom prst="line">
            <a:avLst/>
          </a:prstGeom>
          <a:ln w="12700">
            <a:solidFill>
              <a:srgbClr val="354ECE"/>
            </a:solidFill>
            <a:prstDash val="dash"/>
          </a:ln>
        </p:spPr>
        <p:style>
          <a:lnRef idx="1">
            <a:schemeClr val="accent1"/>
          </a:lnRef>
          <a:fillRef idx="0">
            <a:schemeClr val="accent1"/>
          </a:fillRef>
          <a:effectRef idx="0">
            <a:schemeClr val="accent1"/>
          </a:effectRef>
          <a:fontRef idx="minor">
            <a:schemeClr val="tx1"/>
          </a:fontRef>
        </p:style>
      </p:cxnSp>
      <p:sp>
        <p:nvSpPr>
          <p:cNvPr id="34" name="任意多边形: 形状 33"/>
          <p:cNvSpPr/>
          <p:nvPr>
            <p:custDataLst>
              <p:tags r:id="rId5"/>
            </p:custDataLst>
          </p:nvPr>
        </p:nvSpPr>
        <p:spPr>
          <a:xfrm>
            <a:off x="7810500" y="1853332"/>
            <a:ext cx="2806878" cy="3099668"/>
          </a:xfrm>
          <a:custGeom>
            <a:avLst/>
            <a:gdLst>
              <a:gd name="connsiteX0" fmla="*/ 0 w 3200400"/>
              <a:gd name="connsiteY0" fmla="*/ 1258168 h 3099668"/>
              <a:gd name="connsiteX1" fmla="*/ 406400 w 3200400"/>
              <a:gd name="connsiteY1" fmla="*/ 1080368 h 3099668"/>
              <a:gd name="connsiteX2" fmla="*/ 1066800 w 3200400"/>
              <a:gd name="connsiteY2" fmla="*/ 868 h 3099668"/>
              <a:gd name="connsiteX3" fmla="*/ 1371600 w 3200400"/>
              <a:gd name="connsiteY3" fmla="*/ 889868 h 3099668"/>
              <a:gd name="connsiteX4" fmla="*/ 1778000 w 3200400"/>
              <a:gd name="connsiteY4" fmla="*/ 432668 h 3099668"/>
              <a:gd name="connsiteX5" fmla="*/ 2209800 w 3200400"/>
              <a:gd name="connsiteY5" fmla="*/ 2324968 h 3099668"/>
              <a:gd name="connsiteX6" fmla="*/ 3200400 w 3200400"/>
              <a:gd name="connsiteY6" fmla="*/ 3099668 h 309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0400" h="3099668">
                <a:moveTo>
                  <a:pt x="0" y="1258168"/>
                </a:moveTo>
                <a:cubicBezTo>
                  <a:pt x="114300" y="1274043"/>
                  <a:pt x="228600" y="1289918"/>
                  <a:pt x="406400" y="1080368"/>
                </a:cubicBezTo>
                <a:cubicBezTo>
                  <a:pt x="584200" y="870818"/>
                  <a:pt x="905933" y="32618"/>
                  <a:pt x="1066800" y="868"/>
                </a:cubicBezTo>
                <a:cubicBezTo>
                  <a:pt x="1227667" y="-30882"/>
                  <a:pt x="1253067" y="817901"/>
                  <a:pt x="1371600" y="889868"/>
                </a:cubicBezTo>
                <a:cubicBezTo>
                  <a:pt x="1490133" y="961835"/>
                  <a:pt x="1638300" y="193485"/>
                  <a:pt x="1778000" y="432668"/>
                </a:cubicBezTo>
                <a:cubicBezTo>
                  <a:pt x="1917700" y="671851"/>
                  <a:pt x="1972733" y="1880468"/>
                  <a:pt x="2209800" y="2324968"/>
                </a:cubicBezTo>
                <a:cubicBezTo>
                  <a:pt x="2446867" y="2769468"/>
                  <a:pt x="2823633" y="2934568"/>
                  <a:pt x="3200400" y="3099668"/>
                </a:cubicBezTo>
              </a:path>
            </a:pathLst>
          </a:cu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p:cNvCxnSpPr/>
          <p:nvPr>
            <p:custDataLst>
              <p:tags r:id="rId6"/>
            </p:custDataLst>
          </p:nvPr>
        </p:nvCxnSpPr>
        <p:spPr>
          <a:xfrm flipH="1">
            <a:off x="3217863" y="3429000"/>
            <a:ext cx="0" cy="1355407"/>
          </a:xfrm>
          <a:prstGeom prst="line">
            <a:avLst/>
          </a:prstGeom>
          <a:ln w="12700">
            <a:solidFill>
              <a:srgbClr val="FF000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custDataLst>
              <p:tags r:id="rId7"/>
            </p:custDataLst>
          </p:nvPr>
        </p:nvCxnSpPr>
        <p:spPr>
          <a:xfrm flipH="1">
            <a:off x="8767763" y="1853332"/>
            <a:ext cx="0" cy="1283568"/>
          </a:xfrm>
          <a:prstGeom prst="line">
            <a:avLst/>
          </a:prstGeom>
          <a:ln w="12700">
            <a:solidFill>
              <a:srgbClr val="FF000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custDataLst>
              <p:tags r:id="rId8"/>
            </p:custDataLst>
          </p:nvPr>
        </p:nvCxnSpPr>
        <p:spPr>
          <a:xfrm flipH="1">
            <a:off x="9326563" y="2209800"/>
            <a:ext cx="0" cy="927100"/>
          </a:xfrm>
          <a:prstGeom prst="line">
            <a:avLst/>
          </a:prstGeom>
          <a:ln w="12700">
            <a:solidFill>
              <a:srgbClr val="FF000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custDataLst>
              <p:tags r:id="rId9"/>
            </p:custDataLst>
          </p:nvPr>
        </p:nvCxnSpPr>
        <p:spPr>
          <a:xfrm flipH="1">
            <a:off x="7650163" y="3136900"/>
            <a:ext cx="0" cy="1852348"/>
          </a:xfrm>
          <a:prstGeom prst="line">
            <a:avLst/>
          </a:prstGeom>
          <a:ln w="12700">
            <a:solidFill>
              <a:srgbClr val="FF0000"/>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文本框 44"/>
          <p:cNvSpPr txBox="1"/>
          <p:nvPr>
            <p:custDataLst>
              <p:tags r:id="rId10"/>
            </p:custDataLst>
          </p:nvPr>
        </p:nvSpPr>
        <p:spPr>
          <a:xfrm>
            <a:off x="6962380" y="2350184"/>
            <a:ext cx="314081" cy="646331"/>
          </a:xfrm>
          <a:prstGeom prst="rect">
            <a:avLst/>
          </a:prstGeom>
          <a:noFill/>
        </p:spPr>
        <p:txBody>
          <a:bodyPr wrap="square" rtlCol="0">
            <a:spAutoFit/>
          </a:bodyPr>
          <a:lstStyle/>
          <a:p>
            <a:pPr algn="ctr"/>
            <a:r>
              <a:rPr kumimoji="0" lang="zh-CN" altLang="en-US" b="0" i="0" u="none" strike="noStrike" kern="1200" cap="none" spc="0" normalizeH="0" baseline="0" noProof="0">
                <a:ln>
                  <a:noFill/>
                </a:ln>
                <a:solidFill>
                  <a:prstClr val="black"/>
                </a:solidFill>
                <a:effectLst/>
                <a:uLnTx/>
                <a:uFillTx/>
                <a:latin typeface="Times New Roman"/>
                <a:ea typeface="微软雅黑" panose="020B0503020204020204" pitchFamily="34" charset="-122"/>
                <a:cs typeface="+mn-cs"/>
              </a:rPr>
              <a:t>能量</a:t>
            </a:r>
            <a:endParaRPr lang="zh-CN" altLang="en-US"/>
          </a:p>
        </p:txBody>
      </p:sp>
      <p:sp>
        <p:nvSpPr>
          <p:cNvPr id="46" name="文本框 45"/>
          <p:cNvSpPr txBox="1"/>
          <p:nvPr>
            <p:custDataLst>
              <p:tags r:id="rId11"/>
            </p:custDataLst>
          </p:nvPr>
        </p:nvSpPr>
        <p:spPr>
          <a:xfrm>
            <a:off x="9841632" y="5368391"/>
            <a:ext cx="1107996" cy="369332"/>
          </a:xfrm>
          <a:prstGeom prst="rect">
            <a:avLst/>
          </a:prstGeom>
          <a:noFill/>
        </p:spPr>
        <p:txBody>
          <a:bodyPr wrap="none" rtlCol="0">
            <a:spAutoFit/>
          </a:bodyPr>
          <a:lstStyle/>
          <a:p>
            <a:r>
              <a:rPr kumimoji="0" lang="zh-CN" altLang="en-US" b="0" i="0" u="none" strike="noStrike" kern="1200" cap="none" spc="0" normalizeH="0" baseline="0" noProof="0">
                <a:ln>
                  <a:noFill/>
                </a:ln>
                <a:solidFill>
                  <a:prstClr val="black"/>
                </a:solidFill>
                <a:effectLst/>
                <a:uLnTx/>
                <a:uFillTx/>
                <a:latin typeface="Times New Roman"/>
                <a:ea typeface="微软雅黑" panose="020B0503020204020204" pitchFamily="34" charset="-122"/>
                <a:cs typeface="+mn-cs"/>
              </a:rPr>
              <a:t>反应历程</a:t>
            </a:r>
            <a:endParaRPr lang="zh-CN" altLang="en-US"/>
          </a:p>
        </p:txBody>
      </p:sp>
      <p:grpSp>
        <p:nvGrpSpPr>
          <p:cNvPr id="50" name="组合 49"/>
          <p:cNvGrpSpPr/>
          <p:nvPr>
            <p:custDataLst>
              <p:tags r:id="rId12"/>
            </p:custDataLst>
          </p:nvPr>
        </p:nvGrpSpPr>
        <p:grpSpPr>
          <a:xfrm>
            <a:off x="550862" y="1482766"/>
            <a:ext cx="5120703" cy="4892377"/>
            <a:chOff x="250257" y="1116531"/>
            <a:chExt cx="11603384" cy="4892377"/>
          </a:xfrm>
        </p:grpSpPr>
        <p:sp>
          <p:nvSpPr>
            <p:cNvPr id="51" name="矩形 50"/>
            <p:cNvSpPr/>
            <p:nvPr>
              <p:custDataLst>
                <p:tags r:id="rId17"/>
              </p:custDataLst>
            </p:nvPr>
          </p:nvSpPr>
          <p:spPr>
            <a:xfrm>
              <a:off x="250257" y="1116531"/>
              <a:ext cx="11603384" cy="4649002"/>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sp>
          <p:nvSpPr>
            <p:cNvPr id="52" name="文本框 51"/>
            <p:cNvSpPr txBox="1"/>
            <p:nvPr>
              <p:custDataLst>
                <p:tags r:id="rId18"/>
              </p:custDataLst>
            </p:nvPr>
          </p:nvSpPr>
          <p:spPr>
            <a:xfrm>
              <a:off x="4622249" y="5443560"/>
              <a:ext cx="2859400" cy="565348"/>
            </a:xfrm>
            <a:prstGeom prst="rect">
              <a:avLst/>
            </a:prstGeom>
            <a:solidFill>
              <a:schemeClr val="accent2">
                <a:lumMod val="20000"/>
                <a:lumOff val="80000"/>
              </a:schemeClr>
            </a:solidFill>
            <a:ln w="12700">
              <a:solidFill>
                <a:srgbClr val="FF0000"/>
              </a:solidFill>
              <a:prstDash val="dash"/>
            </a:ln>
          </p:spPr>
          <p:txBody>
            <a:bodyPr wrap="none">
              <a:spAutoFit/>
            </a:bodyPr>
            <a:lstStyle/>
            <a:p>
              <a:pPr algn="ctr">
                <a:lnSpc>
                  <a:spcPct val="120000"/>
                </a:lnSpc>
              </a:pPr>
              <a:r>
                <a:rPr lang="zh-CN" altLang="en-US" sz="2800" b="1">
                  <a:cs typeface="+mn-ea"/>
                  <a:sym typeface="+mn-lt"/>
                </a:rPr>
                <a:t>单峰图</a:t>
              </a:r>
            </a:p>
          </p:txBody>
        </p:sp>
      </p:grpSp>
      <p:grpSp>
        <p:nvGrpSpPr>
          <p:cNvPr id="53" name="组合 52"/>
          <p:cNvGrpSpPr/>
          <p:nvPr>
            <p:custDataLst>
              <p:tags r:id="rId13"/>
            </p:custDataLst>
          </p:nvPr>
        </p:nvGrpSpPr>
        <p:grpSpPr>
          <a:xfrm>
            <a:off x="6520435" y="1482766"/>
            <a:ext cx="5120703" cy="4892377"/>
            <a:chOff x="250257" y="1116531"/>
            <a:chExt cx="11603384" cy="4892377"/>
          </a:xfrm>
        </p:grpSpPr>
        <p:sp>
          <p:nvSpPr>
            <p:cNvPr id="54" name="矩形 53"/>
            <p:cNvSpPr/>
            <p:nvPr>
              <p:custDataLst>
                <p:tags r:id="rId15"/>
              </p:custDataLst>
            </p:nvPr>
          </p:nvSpPr>
          <p:spPr>
            <a:xfrm>
              <a:off x="250257" y="1116531"/>
              <a:ext cx="11603384" cy="4649002"/>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sp>
          <p:nvSpPr>
            <p:cNvPr id="55" name="文本框 54"/>
            <p:cNvSpPr txBox="1"/>
            <p:nvPr>
              <p:custDataLst>
                <p:tags r:id="rId16"/>
              </p:custDataLst>
            </p:nvPr>
          </p:nvSpPr>
          <p:spPr>
            <a:xfrm>
              <a:off x="4622249" y="5443560"/>
              <a:ext cx="2859400" cy="565348"/>
            </a:xfrm>
            <a:prstGeom prst="rect">
              <a:avLst/>
            </a:prstGeom>
            <a:solidFill>
              <a:schemeClr val="accent2">
                <a:lumMod val="20000"/>
                <a:lumOff val="80000"/>
              </a:schemeClr>
            </a:solidFill>
            <a:ln w="12700">
              <a:solidFill>
                <a:srgbClr val="FF0000"/>
              </a:solidFill>
              <a:prstDash val="dash"/>
            </a:ln>
          </p:spPr>
          <p:txBody>
            <a:bodyPr wrap="none">
              <a:spAutoFit/>
            </a:bodyPr>
            <a:lstStyle/>
            <a:p>
              <a:pPr algn="ctr">
                <a:lnSpc>
                  <a:spcPct val="120000"/>
                </a:lnSpc>
              </a:pPr>
              <a:r>
                <a:rPr lang="zh-CN" altLang="en-US" sz="2800" b="1">
                  <a:cs typeface="+mn-ea"/>
                  <a:sym typeface="+mn-lt"/>
                </a:rPr>
                <a:t>多峰图</a:t>
              </a:r>
            </a:p>
          </p:txBody>
        </p:sp>
      </p:grpSp>
      <p:sp>
        <p:nvSpPr>
          <p:cNvPr id="3" name="文本框 2"/>
          <p:cNvSpPr txBox="1"/>
          <p:nvPr>
            <p:custDataLst>
              <p:tags r:id="rId14"/>
            </p:custDataLst>
          </p:nvPr>
        </p:nvSpPr>
        <p:spPr>
          <a:xfrm>
            <a:off x="3831886" y="333053"/>
            <a:ext cx="4528227" cy="565348"/>
          </a:xfrm>
          <a:prstGeom prst="rect">
            <a:avLst/>
          </a:prstGeom>
          <a:solidFill>
            <a:srgbClr val="354ECE"/>
          </a:solidFill>
        </p:spPr>
        <p:txBody>
          <a:bodyPr vert="horz" wrap="none" rtlCol="0" anchor="ctr">
            <a:spAutoFit/>
          </a:bodyPr>
          <a:lstStyle/>
          <a:p>
            <a:pPr>
              <a:lnSpc>
                <a:spcPct val="120000"/>
              </a:lnSpc>
            </a:pPr>
            <a:r>
              <a:rPr lang="zh-CN" altLang="en-US" sz="2800" b="1">
                <a:solidFill>
                  <a:schemeClr val="bg1"/>
                </a:solidFill>
                <a:cs typeface="+mn-ea"/>
                <a:sym typeface="+mn-lt"/>
              </a:rPr>
              <a:t>类型</a:t>
            </a:r>
            <a:r>
              <a:rPr lang="en-US" altLang="zh-CN" sz="2800" b="1">
                <a:solidFill>
                  <a:schemeClr val="bg1"/>
                </a:solidFill>
                <a:cs typeface="+mn-ea"/>
                <a:sym typeface="+mn-lt"/>
              </a:rPr>
              <a:t>02  </a:t>
            </a:r>
            <a:r>
              <a:rPr lang="zh-CN" altLang="en-US" sz="2800" b="1">
                <a:solidFill>
                  <a:schemeClr val="bg1"/>
                </a:solidFill>
                <a:cs typeface="+mn-ea"/>
                <a:sym typeface="+mn-lt"/>
              </a:rPr>
              <a:t>利用能量图计算 </a:t>
            </a:r>
            <a:r>
              <a:rPr lang="en-US" altLang="zh-CN" sz="2800" b="1">
                <a:solidFill>
                  <a:schemeClr val="bg1"/>
                </a:solidFill>
                <a:cs typeface="+mn-ea"/>
                <a:sym typeface="+mn-lt"/>
              </a:rPr>
              <a:t>Δ</a:t>
            </a:r>
            <a:r>
              <a:rPr lang="en-US" altLang="zh-CN" sz="2800" b="1" i="1">
                <a:solidFill>
                  <a:schemeClr val="bg1"/>
                </a:solidFill>
                <a:cs typeface="+mn-ea"/>
                <a:sym typeface="+mn-lt"/>
              </a:rPr>
              <a:t>H</a:t>
            </a:r>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3116FC0-1C49-2A71-9790-14749B02AB78}"/>
              </a:ext>
            </a:extLst>
          </p:cNvPr>
          <p:cNvSpPr txBox="1"/>
          <p:nvPr>
            <p:custDataLst>
              <p:tags r:id="rId1"/>
            </p:custDataLst>
          </p:nvPr>
        </p:nvSpPr>
        <p:spPr>
          <a:xfrm>
            <a:off x="1670686" y="710762"/>
            <a:ext cx="5340350" cy="2261966"/>
          </a:xfrm>
          <a:prstGeom prst="rect">
            <a:avLst/>
          </a:prstGeom>
          <a:noFill/>
          <a:ln w="9525">
            <a:noFill/>
          </a:ln>
        </p:spPr>
        <p:txBody>
          <a:bodyPr wrap="square">
            <a:spAutoFit/>
          </a:bodyPr>
          <a:lstStyle/>
          <a:p>
            <a:pPr>
              <a:lnSpc>
                <a:spcPct val="110000"/>
              </a:lnSpc>
            </a:pP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已知：</a:t>
            </a:r>
            <a:r>
              <a:rPr lang="en-US" sz="2600" dirty="0">
                <a:latin typeface="Times New Roman" panose="02020603050405020304" pitchFamily="18" charset="0"/>
                <a:ea typeface="微软雅黑" panose="020B0503020204020204" pitchFamily="34" charset="-122"/>
                <a:cs typeface="Times New Roman" panose="02020603050405020304" pitchFamily="18" charset="0"/>
              </a:rPr>
              <a:t>①1 mol</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晶体硅中含有</a:t>
            </a:r>
            <a:r>
              <a:rPr lang="en-US" sz="2600" dirty="0">
                <a:latin typeface="Times New Roman" panose="02020603050405020304" pitchFamily="18" charset="0"/>
                <a:ea typeface="微软雅黑" panose="020B0503020204020204" pitchFamily="34" charset="-122"/>
                <a:cs typeface="Times New Roman" panose="02020603050405020304" pitchFamily="18" charset="0"/>
              </a:rPr>
              <a:t>2 mol Si—Si</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键，</a:t>
            </a:r>
            <a:r>
              <a:rPr lang="en-US" sz="2600" dirty="0">
                <a:latin typeface="Times New Roman" panose="02020603050405020304" pitchFamily="18" charset="0"/>
                <a:ea typeface="微软雅黑" panose="020B0503020204020204" pitchFamily="34" charset="-122"/>
                <a:cs typeface="Times New Roman" panose="02020603050405020304" pitchFamily="18" charset="0"/>
              </a:rPr>
              <a:t>1 mol SiO</a:t>
            </a:r>
            <a:r>
              <a:rPr lang="en-US" sz="26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晶体中含有</a:t>
            </a:r>
            <a:r>
              <a:rPr lang="en-US" sz="2600" dirty="0">
                <a:latin typeface="Times New Roman" panose="02020603050405020304" pitchFamily="18" charset="0"/>
                <a:ea typeface="微软雅黑" panose="020B0503020204020204" pitchFamily="34" charset="-122"/>
                <a:cs typeface="Times New Roman" panose="02020603050405020304" pitchFamily="18" charset="0"/>
              </a:rPr>
              <a:t>4 mol Si—O</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键。</a:t>
            </a:r>
            <a:endParaRPr lang="en-US" sz="26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0000"/>
              </a:lnSpc>
            </a:pPr>
            <a:r>
              <a:rPr lang="en-US" sz="2600" dirty="0">
                <a:latin typeface="Times New Roman" panose="02020603050405020304" pitchFamily="18" charset="0"/>
                <a:ea typeface="微软雅黑" panose="020B0503020204020204" pitchFamily="34" charset="-122"/>
                <a:cs typeface="Times New Roman" panose="02020603050405020304" pitchFamily="18" charset="0"/>
              </a:rPr>
              <a:t>②Si(s)</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a:t>
            </a:r>
            <a:r>
              <a:rPr lang="en-US" sz="2600" dirty="0">
                <a:latin typeface="Times New Roman" panose="02020603050405020304" pitchFamily="18" charset="0"/>
                <a:ea typeface="微软雅黑" panose="020B0503020204020204" pitchFamily="34" charset="-122"/>
                <a:cs typeface="Times New Roman" panose="02020603050405020304" pitchFamily="18" charset="0"/>
              </a:rPr>
              <a:t>O</a:t>
            </a:r>
            <a:r>
              <a:rPr lang="en-US" sz="26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sz="2600" dirty="0">
                <a:latin typeface="Times New Roman" panose="02020603050405020304" pitchFamily="18" charset="0"/>
                <a:ea typeface="微软雅黑" panose="020B0503020204020204" pitchFamily="34" charset="-122"/>
                <a:cs typeface="Times New Roman" panose="02020603050405020304" pitchFamily="18" charset="0"/>
              </a:rPr>
              <a:t>(g)===SiO</a:t>
            </a:r>
            <a:r>
              <a:rPr lang="en-US" sz="26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sz="2600" dirty="0">
                <a:latin typeface="Times New Roman" panose="02020603050405020304" pitchFamily="18" charset="0"/>
                <a:ea typeface="微软雅黑" panose="020B0503020204020204" pitchFamily="34" charset="-122"/>
                <a:cs typeface="Times New Roman" panose="02020603050405020304" pitchFamily="18" charset="0"/>
              </a:rPr>
              <a:t>(s)</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　</a:t>
            </a:r>
            <a:r>
              <a:rPr lang="en-US" sz="2600" dirty="0">
                <a:latin typeface="Times New Roman" panose="02020603050405020304" pitchFamily="18" charset="0"/>
                <a:ea typeface="微软雅黑" panose="020B0503020204020204" pitchFamily="34" charset="-122"/>
                <a:cs typeface="Times New Roman" panose="02020603050405020304" pitchFamily="18" charset="0"/>
              </a:rPr>
              <a:t>Δ</a:t>
            </a:r>
            <a:r>
              <a:rPr lang="en-US" sz="2600" i="1" dirty="0">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600" dirty="0">
                <a:latin typeface="Times New Roman" panose="02020603050405020304" pitchFamily="18" charset="0"/>
                <a:ea typeface="微软雅黑" panose="020B0503020204020204" pitchFamily="34" charset="-122"/>
                <a:cs typeface="Times New Roman" panose="02020603050405020304" pitchFamily="18" charset="0"/>
              </a:rPr>
              <a:t>，其反应过程与能量变化如图所示。</a:t>
            </a:r>
          </a:p>
        </p:txBody>
      </p:sp>
      <p:pic>
        <p:nvPicPr>
          <p:cNvPr id="3" name="图片 -2147482621">
            <a:extLst>
              <a:ext uri="{FF2B5EF4-FFF2-40B4-BE49-F238E27FC236}">
                <a16:creationId xmlns:a16="http://schemas.microsoft.com/office/drawing/2014/main" id="{D645B8C0-A582-C26D-09E2-2E3C0737A008}"/>
              </a:ext>
            </a:extLst>
          </p:cNvPr>
          <p:cNvPicPr>
            <a:picLocks noChangeAspect="1"/>
          </p:cNvPicPr>
          <p:nvPr>
            <p:custDataLst>
              <p:tags r:id="rId2"/>
            </p:custDataLst>
          </p:nvPr>
        </p:nvPicPr>
        <p:blipFill>
          <a:blip r:embed="rId6"/>
          <a:stretch>
            <a:fillRect/>
          </a:stretch>
        </p:blipFill>
        <p:spPr>
          <a:xfrm>
            <a:off x="7214235" y="844285"/>
            <a:ext cx="3629660" cy="2460625"/>
          </a:xfrm>
          <a:prstGeom prst="rect">
            <a:avLst/>
          </a:prstGeom>
          <a:noFill/>
          <a:ln w="9525">
            <a:noFill/>
          </a:ln>
        </p:spPr>
      </p:pic>
      <p:graphicFrame>
        <p:nvGraphicFramePr>
          <p:cNvPr id="4" name="表格 3">
            <a:extLst>
              <a:ext uri="{FF2B5EF4-FFF2-40B4-BE49-F238E27FC236}">
                <a16:creationId xmlns:a16="http://schemas.microsoft.com/office/drawing/2014/main" id="{2C023715-4ED5-3059-F528-7CFD0BBA4678}"/>
              </a:ext>
            </a:extLst>
          </p:cNvPr>
          <p:cNvGraphicFramePr>
            <a:graphicFrameLocks noGrp="1"/>
          </p:cNvGraphicFramePr>
          <p:nvPr>
            <p:custDataLst>
              <p:tags r:id="rId3"/>
            </p:custDataLst>
            <p:extLst>
              <p:ext uri="{D42A27DB-BD31-4B8C-83A1-F6EECF244321}">
                <p14:modId xmlns:p14="http://schemas.microsoft.com/office/powerpoint/2010/main" val="3009685938"/>
              </p:ext>
            </p:extLst>
          </p:nvPr>
        </p:nvGraphicFramePr>
        <p:xfrm>
          <a:off x="1799995" y="3304910"/>
          <a:ext cx="8796655" cy="853440"/>
        </p:xfrm>
        <a:graphic>
          <a:graphicData uri="http://schemas.openxmlformats.org/drawingml/2006/table">
            <a:tbl>
              <a:tblPr firstRow="1" bandRow="1">
                <a:tableStyleId>{5940675A-B579-460E-94D1-54222C63F5DA}</a:tableStyleId>
              </a:tblPr>
              <a:tblGrid>
                <a:gridCol w="4935220">
                  <a:extLst>
                    <a:ext uri="{9D8B030D-6E8A-4147-A177-3AD203B41FA5}">
                      <a16:colId xmlns:a16="http://schemas.microsoft.com/office/drawing/2014/main" val="20000"/>
                    </a:ext>
                  </a:extLst>
                </a:gridCol>
                <a:gridCol w="1332865">
                  <a:extLst>
                    <a:ext uri="{9D8B030D-6E8A-4147-A177-3AD203B41FA5}">
                      <a16:colId xmlns:a16="http://schemas.microsoft.com/office/drawing/2014/main" val="20001"/>
                    </a:ext>
                  </a:extLst>
                </a:gridCol>
                <a:gridCol w="1283970">
                  <a:extLst>
                    <a:ext uri="{9D8B030D-6E8A-4147-A177-3AD203B41FA5}">
                      <a16:colId xmlns:a16="http://schemas.microsoft.com/office/drawing/2014/main" val="20002"/>
                    </a:ext>
                  </a:extLst>
                </a:gridCol>
                <a:gridCol w="1244600">
                  <a:extLst>
                    <a:ext uri="{9D8B030D-6E8A-4147-A177-3AD203B41FA5}">
                      <a16:colId xmlns:a16="http://schemas.microsoft.com/office/drawing/2014/main" val="20003"/>
                    </a:ext>
                  </a:extLst>
                </a:gridCol>
              </a:tblGrid>
              <a:tr h="426720">
                <a:tc>
                  <a:txBody>
                    <a:bodyPr/>
                    <a:lstStyle/>
                    <a:p>
                      <a:pPr indent="0" algn="l">
                        <a:buNone/>
                      </a:pPr>
                      <a:r>
                        <a:rPr lang="en-US" sz="2600" b="0">
                          <a:solidFill>
                            <a:schemeClr val="tx1"/>
                          </a:solidFill>
                          <a:latin typeface="Times New Roman" panose="02020603050405020304" pitchFamily="18" charset="0"/>
                          <a:ea typeface="黑体" panose="02010609060101010101" pitchFamily="2" charset="-122"/>
                          <a:cs typeface="Times New Roman" panose="02020603050405020304" pitchFamily="18" charset="0"/>
                          <a:sym typeface="+mn-ea"/>
                        </a:rPr>
                        <a:t>③       </a:t>
                      </a:r>
                      <a:r>
                        <a:rPr lang="en-US" sz="2600" b="0">
                          <a:solidFill>
                            <a:schemeClr val="tx1"/>
                          </a:solidFill>
                          <a:latin typeface="Times New Roman" panose="02020603050405020304" pitchFamily="18" charset="0"/>
                          <a:ea typeface="黑体" panose="02010609060101010101" pitchFamily="2" charset="-122"/>
                          <a:cs typeface="Times New Roman" panose="02020603050405020304" pitchFamily="18" charset="0"/>
                        </a:rPr>
                        <a:t>化学键</a:t>
                      </a:r>
                      <a:endParaRPr lang="en-US" altLang="en-US" sz="2600" b="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600" b="0">
                          <a:solidFill>
                            <a:schemeClr val="tx1"/>
                          </a:solidFill>
                          <a:latin typeface="Times New Roman" panose="02020603050405020304" pitchFamily="18" charset="0"/>
                          <a:ea typeface="黑体" panose="02010609060101010101" pitchFamily="2" charset="-122"/>
                          <a:cs typeface="Times New Roman" panose="02020603050405020304" pitchFamily="18" charset="0"/>
                        </a:rPr>
                        <a:t>Si—O</a:t>
                      </a:r>
                      <a:endParaRPr lang="en-US" altLang="en-US" sz="2600" b="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600" b="0">
                          <a:solidFill>
                            <a:schemeClr val="tx1"/>
                          </a:solidFill>
                          <a:latin typeface="Times New Roman" panose="02020603050405020304" pitchFamily="18" charset="0"/>
                          <a:ea typeface="黑体" panose="02010609060101010101" pitchFamily="2" charset="-122"/>
                          <a:cs typeface="Times New Roman" panose="02020603050405020304" pitchFamily="18" charset="0"/>
                        </a:rPr>
                        <a:t>O==O</a:t>
                      </a:r>
                      <a:endParaRPr lang="en-US" altLang="en-US" sz="2600" b="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600" b="0">
                          <a:solidFill>
                            <a:schemeClr val="tx1"/>
                          </a:solidFill>
                          <a:latin typeface="Times New Roman" panose="02020603050405020304" pitchFamily="18" charset="0"/>
                          <a:ea typeface="黑体" panose="02010609060101010101" pitchFamily="2" charset="-122"/>
                          <a:cs typeface="Times New Roman" panose="02020603050405020304" pitchFamily="18" charset="0"/>
                        </a:rPr>
                        <a:t>Si—Si</a:t>
                      </a:r>
                      <a:endParaRPr lang="en-US" altLang="en-US" sz="2600" b="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6720">
                <a:tc>
                  <a:txBody>
                    <a:bodyPr/>
                    <a:lstStyle/>
                    <a:p>
                      <a:pPr indent="0" algn="ctr">
                        <a:buNone/>
                      </a:pPr>
                      <a:r>
                        <a:rPr lang="en-US" sz="2600" b="0">
                          <a:solidFill>
                            <a:schemeClr val="tx1"/>
                          </a:solidFill>
                          <a:latin typeface="Times New Roman" panose="02020603050405020304" pitchFamily="18" charset="0"/>
                          <a:ea typeface="黑体" panose="02010609060101010101" pitchFamily="2" charset="-122"/>
                          <a:cs typeface="Times New Roman" panose="02020603050405020304" pitchFamily="18" charset="0"/>
                        </a:rPr>
                        <a:t>断开1 mol共价键所需能量/kJ</a:t>
                      </a:r>
                      <a:endParaRPr lang="en-US" altLang="en-US" sz="2600" b="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600" b="0">
                          <a:solidFill>
                            <a:schemeClr val="tx1"/>
                          </a:solidFill>
                          <a:latin typeface="Times New Roman" panose="02020603050405020304" pitchFamily="18" charset="0"/>
                          <a:ea typeface="黑体" panose="02010609060101010101" pitchFamily="2" charset="-122"/>
                          <a:cs typeface="Times New Roman" panose="02020603050405020304" pitchFamily="18" charset="0"/>
                        </a:rPr>
                        <a:t>460</a:t>
                      </a:r>
                      <a:endParaRPr lang="en-US" altLang="en-US" sz="2600" b="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600" b="0">
                          <a:solidFill>
                            <a:schemeClr val="tx1"/>
                          </a:solidFill>
                          <a:latin typeface="Times New Roman" panose="02020603050405020304" pitchFamily="18" charset="0"/>
                          <a:ea typeface="黑体" panose="02010609060101010101" pitchFamily="2" charset="-122"/>
                          <a:cs typeface="Times New Roman" panose="02020603050405020304" pitchFamily="18" charset="0"/>
                        </a:rPr>
                        <a:t>500</a:t>
                      </a:r>
                      <a:endParaRPr lang="en-US" altLang="en-US" sz="2600" b="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600" b="0">
                          <a:solidFill>
                            <a:schemeClr val="tx1"/>
                          </a:solidFill>
                          <a:latin typeface="Times New Roman" panose="02020603050405020304" pitchFamily="18" charset="0"/>
                          <a:ea typeface="黑体" panose="02010609060101010101" pitchFamily="2" charset="-122"/>
                          <a:cs typeface="Times New Roman" panose="02020603050405020304" pitchFamily="18" charset="0"/>
                        </a:rPr>
                        <a:t>176</a:t>
                      </a:r>
                      <a:endParaRPr lang="en-US" altLang="en-US" sz="2600" b="0">
                        <a:solidFill>
                          <a:schemeClr val="tx1"/>
                        </a:solidFill>
                        <a:latin typeface="Times New Roman" panose="02020603050405020304" pitchFamily="18" charset="0"/>
                        <a:ea typeface="黑体" panose="02010609060101010101" pitchFamily="2" charset="-122"/>
                        <a:cs typeface="Times New Roman" panose="02020603050405020304" pitchFamily="18" charset="0"/>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5" name="文本框 4">
            <a:extLst>
              <a:ext uri="{FF2B5EF4-FFF2-40B4-BE49-F238E27FC236}">
                <a16:creationId xmlns:a16="http://schemas.microsoft.com/office/drawing/2014/main" id="{ADE39871-25A1-896C-0A32-04FE18FD20B3}"/>
              </a:ext>
            </a:extLst>
          </p:cNvPr>
          <p:cNvSpPr txBox="1"/>
          <p:nvPr>
            <p:custDataLst>
              <p:tags r:id="rId4"/>
            </p:custDataLst>
          </p:nvPr>
        </p:nvSpPr>
        <p:spPr>
          <a:xfrm>
            <a:off x="1670686" y="4302129"/>
            <a:ext cx="8796655" cy="1821845"/>
          </a:xfrm>
          <a:prstGeom prst="rect">
            <a:avLst/>
          </a:prstGeom>
          <a:noFill/>
          <a:ln w="9525">
            <a:noFill/>
          </a:ln>
        </p:spPr>
        <p:txBody>
          <a:bodyPr wrap="square">
            <a:spAutoFit/>
          </a:bodyPr>
          <a:lstStyle/>
          <a:p>
            <a:pPr>
              <a:lnSpc>
                <a:spcPct val="110000"/>
              </a:lnSpc>
            </a:pPr>
            <a:r>
              <a:rPr lang="zh-CN" altLang="en-US" sz="2600">
                <a:latin typeface="Times New Roman" panose="02020603050405020304" pitchFamily="18" charset="0"/>
                <a:ea typeface="微软雅黑" panose="020B0503020204020204" pitchFamily="34" charset="-122"/>
                <a:cs typeface="Times New Roman" panose="02020603050405020304" pitchFamily="18" charset="0"/>
              </a:rPr>
              <a:t>下列说法正确的是</a:t>
            </a:r>
            <a:r>
              <a:rPr lang="en-US" sz="260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600">
                <a:latin typeface="Times New Roman" panose="02020603050405020304" pitchFamily="18" charset="0"/>
                <a:ea typeface="微软雅黑" panose="020B0503020204020204" pitchFamily="34" charset="-122"/>
                <a:cs typeface="Times New Roman" panose="02020603050405020304" pitchFamily="18" charset="0"/>
              </a:rPr>
              <a:t>　　</a:t>
            </a:r>
            <a:r>
              <a:rPr lang="en-US" sz="260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10000"/>
              </a:lnSpc>
            </a:pPr>
            <a:r>
              <a:rPr lang="en-US" sz="260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600">
                <a:latin typeface="Times New Roman" panose="02020603050405020304" pitchFamily="18" charset="0"/>
                <a:ea typeface="微软雅黑" panose="020B0503020204020204" pitchFamily="34" charset="-122"/>
                <a:cs typeface="Times New Roman" panose="02020603050405020304" pitchFamily="18" charset="0"/>
              </a:rPr>
              <a:t>．晶体硅光伏发电是将化学能转化为电能</a:t>
            </a:r>
            <a:endParaRPr lang="en-US" sz="260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0000"/>
              </a:lnSpc>
            </a:pPr>
            <a:r>
              <a:rPr lang="en-US" sz="260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600">
                <a:latin typeface="Times New Roman" panose="02020603050405020304" pitchFamily="18" charset="0"/>
                <a:ea typeface="微软雅黑" panose="020B0503020204020204" pitchFamily="34" charset="-122"/>
                <a:cs typeface="Times New Roman" panose="02020603050405020304" pitchFamily="18" charset="0"/>
              </a:rPr>
              <a:t>．二氧化硅稳定性小于硅的稳定性</a:t>
            </a:r>
            <a:endParaRPr lang="en-US" sz="260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10000"/>
              </a:lnSpc>
            </a:pPr>
            <a:r>
              <a:rPr lang="en-US" sz="260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600">
                <a:latin typeface="Times New Roman" panose="02020603050405020304" pitchFamily="18" charset="0"/>
                <a:ea typeface="微软雅黑" panose="020B0503020204020204" pitchFamily="34" charset="-122"/>
                <a:cs typeface="Times New Roman" panose="02020603050405020304" pitchFamily="18" charset="0"/>
              </a:rPr>
              <a:t>．</a:t>
            </a:r>
            <a:r>
              <a:rPr lang="en-US" sz="2600">
                <a:latin typeface="Times New Roman" panose="02020603050405020304" pitchFamily="18" charset="0"/>
                <a:ea typeface="微软雅黑" panose="020B0503020204020204" pitchFamily="34" charset="-122"/>
                <a:cs typeface="Times New Roman" panose="02020603050405020304" pitchFamily="18" charset="0"/>
              </a:rPr>
              <a:t>Δ</a:t>
            </a:r>
            <a:r>
              <a:rPr lang="en-US" sz="2600" i="1">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600">
                <a:latin typeface="Times New Roman" panose="02020603050405020304" pitchFamily="18" charset="0"/>
                <a:ea typeface="微软雅黑" panose="020B0503020204020204" pitchFamily="34" charset="-122"/>
                <a:cs typeface="Times New Roman" panose="02020603050405020304" pitchFamily="18" charset="0"/>
              </a:rPr>
              <a:t>＝－</a:t>
            </a:r>
            <a:r>
              <a:rPr lang="en-US" sz="2600">
                <a:latin typeface="Times New Roman" panose="02020603050405020304" pitchFamily="18" charset="0"/>
                <a:ea typeface="微软雅黑" panose="020B0503020204020204" pitchFamily="34" charset="-122"/>
                <a:cs typeface="Times New Roman" panose="02020603050405020304" pitchFamily="18" charset="0"/>
              </a:rPr>
              <a:t>988 kJ·mol</a:t>
            </a:r>
            <a:r>
              <a:rPr lang="zh-CN" altLang="en-US" sz="2600" baseline="30000">
                <a:latin typeface="Times New Roman" panose="02020603050405020304" pitchFamily="18" charset="0"/>
                <a:ea typeface="微软雅黑" panose="020B0503020204020204" pitchFamily="34" charset="-122"/>
                <a:cs typeface="Times New Roman" panose="02020603050405020304" pitchFamily="18" charset="0"/>
              </a:rPr>
              <a:t>－</a:t>
            </a:r>
            <a:r>
              <a:rPr lang="en-US" sz="2600" baseline="30000">
                <a:latin typeface="Times New Roman" panose="02020603050405020304" pitchFamily="18" charset="0"/>
                <a:ea typeface="微软雅黑" panose="020B0503020204020204" pitchFamily="34" charset="-122"/>
                <a:cs typeface="Times New Roman" panose="02020603050405020304" pitchFamily="18" charset="0"/>
              </a:rPr>
              <a:t>1                        </a:t>
            </a:r>
            <a:r>
              <a:rPr lang="en-US" sz="2600">
                <a:latin typeface="Times New Roman" panose="02020603050405020304" pitchFamily="18" charset="0"/>
                <a:ea typeface="微软雅黑" panose="020B0503020204020204" pitchFamily="34" charset="-122"/>
                <a:cs typeface="Times New Roman" panose="02020603050405020304" pitchFamily="18" charset="0"/>
              </a:rPr>
              <a:t>D</a:t>
            </a:r>
            <a:r>
              <a:rPr lang="zh-CN" altLang="en-US" sz="2600">
                <a:latin typeface="Times New Roman" panose="02020603050405020304" pitchFamily="18" charset="0"/>
                <a:ea typeface="微软雅黑" panose="020B0503020204020204" pitchFamily="34" charset="-122"/>
                <a:cs typeface="Times New Roman" panose="02020603050405020304" pitchFamily="18" charset="0"/>
              </a:rPr>
              <a:t>．</a:t>
            </a:r>
            <a:r>
              <a:rPr lang="en-US" sz="2600">
                <a:latin typeface="Times New Roman" panose="02020603050405020304" pitchFamily="18" charset="0"/>
                <a:ea typeface="微软雅黑" panose="020B0503020204020204" pitchFamily="34" charset="-122"/>
                <a:cs typeface="Times New Roman" panose="02020603050405020304" pitchFamily="18" charset="0"/>
              </a:rPr>
              <a:t>Δ</a:t>
            </a:r>
            <a:r>
              <a:rPr lang="en-US" sz="2600" i="1">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600">
                <a:latin typeface="Times New Roman" panose="02020603050405020304" pitchFamily="18" charset="0"/>
                <a:ea typeface="微软雅黑" panose="020B0503020204020204" pitchFamily="34" charset="-122"/>
                <a:cs typeface="Times New Roman" panose="02020603050405020304" pitchFamily="18" charset="0"/>
              </a:rPr>
              <a:t>＝</a:t>
            </a:r>
            <a:r>
              <a:rPr lang="en-US" sz="2600" i="1">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600">
                <a:latin typeface="Times New Roman" panose="02020603050405020304" pitchFamily="18" charset="0"/>
                <a:ea typeface="微软雅黑" panose="020B0503020204020204" pitchFamily="34" charset="-122"/>
                <a:cs typeface="Times New Roman" panose="02020603050405020304" pitchFamily="18" charset="0"/>
              </a:rPr>
              <a:t>－</a:t>
            </a:r>
            <a:r>
              <a:rPr lang="en-US" sz="2600" i="1">
                <a:latin typeface="Times New Roman" panose="02020603050405020304" pitchFamily="18" charset="0"/>
                <a:ea typeface="微软雅黑" panose="020B0503020204020204" pitchFamily="34" charset="-122"/>
                <a:cs typeface="Times New Roman" panose="02020603050405020304" pitchFamily="18" charset="0"/>
              </a:rPr>
              <a:t>c</a:t>
            </a:r>
            <a:endParaRPr lang="en-US" altLang="en-US" sz="2600" i="1">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701209526"/>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1"/>
            </p:custDataLst>
          </p:nvPr>
        </p:nvSpPr>
        <p:spPr>
          <a:xfrm>
            <a:off x="334963" y="977510"/>
            <a:ext cx="11522075" cy="1124585"/>
          </a:xfrm>
          <a:prstGeom prst="rect">
            <a:avLst/>
          </a:prstGeom>
          <a:noFill/>
        </p:spPr>
        <p:txBody>
          <a:bodyPr wrap="square" rtlCol="0">
            <a:spAutoFit/>
          </a:bodyPr>
          <a:lstStyle/>
          <a:p>
            <a:pPr algn="just">
              <a:lnSpc>
                <a:spcPct val="120000"/>
              </a:lnSpc>
            </a:pPr>
            <a:r>
              <a:rPr lang="en-US" altLang="zh-CN" sz="2800" b="1" dirty="0">
                <a:solidFill>
                  <a:srgbClr val="FF0000"/>
                </a:solidFill>
                <a:cs typeface="+mn-ea"/>
                <a:sym typeface="+mn-lt"/>
              </a:rPr>
              <a:t>【</a:t>
            </a:r>
            <a:r>
              <a:rPr lang="zh-CN" altLang="en-US" sz="2800" b="1" dirty="0">
                <a:solidFill>
                  <a:srgbClr val="FF0000"/>
                </a:solidFill>
                <a:cs typeface="+mn-ea"/>
                <a:sym typeface="+mn-lt"/>
              </a:rPr>
              <a:t>例</a:t>
            </a:r>
            <a:r>
              <a:rPr lang="en-US" altLang="zh-CN" sz="2800" b="1" dirty="0">
                <a:solidFill>
                  <a:srgbClr val="FF0000"/>
                </a:solidFill>
                <a:cs typeface="+mn-ea"/>
                <a:sym typeface="+mn-lt"/>
              </a:rPr>
              <a:t>】</a:t>
            </a:r>
            <a:r>
              <a:rPr lang="zh-CN" altLang="zh-CN" sz="2800" kern="100" dirty="0">
                <a:effectLst/>
                <a:cs typeface="+mn-ea"/>
                <a:sym typeface="+mn-lt"/>
              </a:rPr>
              <a:t>用</a:t>
            </a:r>
            <a:r>
              <a:rPr lang="en-US" altLang="zh-CN" sz="2800" kern="100" dirty="0">
                <a:effectLst/>
                <a:cs typeface="+mn-ea"/>
                <a:sym typeface="+mn-lt"/>
              </a:rPr>
              <a:t>NaOH</a:t>
            </a:r>
            <a:r>
              <a:rPr lang="zh-CN" altLang="zh-CN" sz="2800" kern="100" dirty="0">
                <a:effectLst/>
                <a:cs typeface="+mn-ea"/>
                <a:sym typeface="+mn-lt"/>
              </a:rPr>
              <a:t>溶液吸收热电企业产生的废气时，涉及如下转化，由下图关系可得：</a:t>
            </a:r>
            <a:r>
              <a:rPr lang="en-US" altLang="zh-CN" sz="2800" kern="100" dirty="0">
                <a:effectLst/>
                <a:cs typeface="+mn-ea"/>
                <a:sym typeface="+mn-lt"/>
              </a:rPr>
              <a:t>ΔH</a:t>
            </a:r>
            <a:r>
              <a:rPr lang="en-US" altLang="zh-CN" sz="2800" kern="100" baseline="-25000" dirty="0">
                <a:effectLst/>
                <a:cs typeface="+mn-ea"/>
                <a:sym typeface="+mn-lt"/>
              </a:rPr>
              <a:t>4</a:t>
            </a:r>
            <a:r>
              <a:rPr lang="en-US" altLang="zh-CN" sz="2800" kern="100" dirty="0">
                <a:effectLst/>
                <a:cs typeface="+mn-ea"/>
                <a:sym typeface="+mn-lt"/>
              </a:rPr>
              <a:t>=</a:t>
            </a:r>
            <a:r>
              <a:rPr lang="en-US" altLang="zh-CN" sz="2800" u="sng" kern="100" dirty="0">
                <a:effectLst/>
                <a:cs typeface="+mn-ea"/>
                <a:sym typeface="+mn-lt"/>
              </a:rPr>
              <a:t>       </a:t>
            </a:r>
            <a:r>
              <a:rPr lang="zh-CN" altLang="zh-CN" sz="2800" kern="100" dirty="0">
                <a:effectLst/>
                <a:cs typeface="+mn-ea"/>
                <a:sym typeface="+mn-lt"/>
              </a:rPr>
              <a:t>。</a:t>
            </a:r>
          </a:p>
        </p:txBody>
      </p:sp>
      <p:sp>
        <p:nvSpPr>
          <p:cNvPr id="3" name="文本框 2"/>
          <p:cNvSpPr txBox="1"/>
          <p:nvPr>
            <p:custDataLst>
              <p:tags r:id="rId2"/>
            </p:custDataLst>
          </p:nvPr>
        </p:nvSpPr>
        <p:spPr>
          <a:xfrm>
            <a:off x="3003828" y="1343595"/>
            <a:ext cx="3378874" cy="565348"/>
          </a:xfrm>
          <a:prstGeom prst="rect">
            <a:avLst/>
          </a:prstGeom>
          <a:noFill/>
        </p:spPr>
        <p:txBody>
          <a:bodyPr wrap="none" rtlCol="0">
            <a:spAutoFit/>
          </a:bodyPr>
          <a:lstStyle/>
          <a:p>
            <a:pPr algn="just">
              <a:lnSpc>
                <a:spcPct val="120000"/>
              </a:lnSpc>
            </a:pPr>
            <a:r>
              <a:rPr lang="en-US" altLang="zh-CN" sz="2800" kern="100" dirty="0">
                <a:solidFill>
                  <a:srgbClr val="FF0000"/>
                </a:solidFill>
                <a:cs typeface="+mn-ea"/>
                <a:sym typeface="+mn-lt"/>
              </a:rPr>
              <a:t> ΔH</a:t>
            </a:r>
            <a:r>
              <a:rPr lang="en-US" altLang="zh-CN" sz="2800" kern="100" baseline="-25000" dirty="0">
                <a:solidFill>
                  <a:srgbClr val="FF0000"/>
                </a:solidFill>
                <a:cs typeface="+mn-ea"/>
                <a:sym typeface="+mn-lt"/>
              </a:rPr>
              <a:t>4</a:t>
            </a:r>
            <a:r>
              <a:rPr lang="zh-CN" altLang="zh-CN" sz="2800" kern="100" dirty="0">
                <a:solidFill>
                  <a:srgbClr val="FF0000"/>
                </a:solidFill>
                <a:cs typeface="+mn-ea"/>
                <a:sym typeface="+mn-lt"/>
              </a:rPr>
              <a:t>＝</a:t>
            </a:r>
            <a:r>
              <a:rPr lang="en-US" altLang="zh-CN" sz="2800" kern="100" dirty="0">
                <a:solidFill>
                  <a:srgbClr val="FF0000"/>
                </a:solidFill>
                <a:cs typeface="+mn-ea"/>
                <a:sym typeface="+mn-lt"/>
              </a:rPr>
              <a:t>ΔH</a:t>
            </a:r>
            <a:r>
              <a:rPr lang="en-US" altLang="zh-CN" sz="2800" kern="100" baseline="-25000" dirty="0">
                <a:solidFill>
                  <a:srgbClr val="FF0000"/>
                </a:solidFill>
                <a:cs typeface="+mn-ea"/>
                <a:sym typeface="+mn-lt"/>
              </a:rPr>
              <a:t>1</a:t>
            </a:r>
            <a:r>
              <a:rPr lang="en-US" altLang="zh-CN" sz="2800" kern="100" dirty="0">
                <a:solidFill>
                  <a:srgbClr val="FF0000"/>
                </a:solidFill>
                <a:cs typeface="+mn-ea"/>
                <a:sym typeface="+mn-lt"/>
              </a:rPr>
              <a:t>+ΔH</a:t>
            </a:r>
            <a:r>
              <a:rPr lang="en-US" altLang="zh-CN" sz="2800" kern="100" baseline="-25000" dirty="0">
                <a:solidFill>
                  <a:srgbClr val="FF0000"/>
                </a:solidFill>
                <a:cs typeface="+mn-ea"/>
                <a:sym typeface="+mn-lt"/>
              </a:rPr>
              <a:t>2</a:t>
            </a:r>
            <a:r>
              <a:rPr lang="en-US" altLang="zh-CN" sz="2800" kern="100" dirty="0">
                <a:solidFill>
                  <a:srgbClr val="FF0000"/>
                </a:solidFill>
                <a:cs typeface="+mn-ea"/>
                <a:sym typeface="+mn-lt"/>
              </a:rPr>
              <a:t>-ΔH</a:t>
            </a:r>
            <a:r>
              <a:rPr lang="en-US" altLang="zh-CN" sz="2800" kern="100" baseline="-25000" dirty="0">
                <a:solidFill>
                  <a:srgbClr val="FF0000"/>
                </a:solidFill>
                <a:cs typeface="+mn-ea"/>
                <a:sym typeface="+mn-lt"/>
              </a:rPr>
              <a:t>3</a:t>
            </a:r>
            <a:endParaRPr lang="en-US" altLang="zh-CN" sz="2800" b="1" dirty="0">
              <a:solidFill>
                <a:srgbClr val="FF0000"/>
              </a:solidFill>
              <a:cs typeface="+mn-ea"/>
              <a:sym typeface="+mn-lt"/>
            </a:endParaRPr>
          </a:p>
        </p:txBody>
      </p:sp>
      <p:pic>
        <p:nvPicPr>
          <p:cNvPr id="4" name="图片 3"/>
          <p:cNvPicPr>
            <a:picLocks noChangeAspect="1"/>
          </p:cNvPicPr>
          <p:nvPr>
            <p:custDataLst>
              <p:tags r:id="rId3"/>
            </p:custDataLst>
          </p:nvPr>
        </p:nvPicPr>
        <p:blipFill>
          <a:blip r:embed="rId6"/>
          <a:stretch>
            <a:fillRect/>
          </a:stretch>
        </p:blipFill>
        <p:spPr>
          <a:xfrm>
            <a:off x="3319780" y="2101850"/>
            <a:ext cx="6125845" cy="3669665"/>
          </a:xfrm>
          <a:prstGeom prst="rect">
            <a:avLst/>
          </a:prstGeom>
        </p:spPr>
      </p:pic>
      <p:sp>
        <p:nvSpPr>
          <p:cNvPr id="2" name="文本框 1">
            <a:extLst>
              <a:ext uri="{FF2B5EF4-FFF2-40B4-BE49-F238E27FC236}">
                <a16:creationId xmlns:a16="http://schemas.microsoft.com/office/drawing/2014/main" id="{78D7B6E4-BD60-5806-C9EC-B80AE2F451BC}"/>
              </a:ext>
            </a:extLst>
          </p:cNvPr>
          <p:cNvSpPr txBox="1"/>
          <p:nvPr>
            <p:custDataLst>
              <p:tags r:id="rId4"/>
            </p:custDataLst>
          </p:nvPr>
        </p:nvSpPr>
        <p:spPr>
          <a:xfrm>
            <a:off x="3983936" y="293654"/>
            <a:ext cx="4797532" cy="565348"/>
          </a:xfrm>
          <a:prstGeom prst="rect">
            <a:avLst/>
          </a:prstGeom>
          <a:solidFill>
            <a:srgbClr val="354ECE"/>
          </a:solidFill>
        </p:spPr>
        <p:txBody>
          <a:bodyPr vert="horz" wrap="none" rtlCol="0" anchor="ctr">
            <a:spAutoFit/>
          </a:bodyPr>
          <a:lstStyle/>
          <a:p>
            <a:pPr>
              <a:lnSpc>
                <a:spcPct val="120000"/>
              </a:lnSpc>
            </a:pPr>
            <a:r>
              <a:rPr lang="zh-CN" altLang="en-US" sz="2800" b="1" dirty="0">
                <a:solidFill>
                  <a:schemeClr val="bg1"/>
                </a:solidFill>
                <a:cs typeface="+mn-ea"/>
                <a:sym typeface="+mn-lt"/>
              </a:rPr>
              <a:t>类型</a:t>
            </a:r>
            <a:r>
              <a:rPr lang="en-US" altLang="zh-CN" sz="2800" b="1" dirty="0">
                <a:solidFill>
                  <a:schemeClr val="bg1"/>
                </a:solidFill>
                <a:cs typeface="+mn-ea"/>
                <a:sym typeface="+mn-lt"/>
              </a:rPr>
              <a:t>03 </a:t>
            </a:r>
            <a:r>
              <a:rPr lang="zh-CN" altLang="en-US" sz="2800" b="1" dirty="0">
                <a:solidFill>
                  <a:schemeClr val="bg1"/>
                </a:solidFill>
                <a:cs typeface="+mn-ea"/>
                <a:sym typeface="+mn-lt"/>
              </a:rPr>
              <a:t>利用盖斯定律计算 </a:t>
            </a:r>
            <a:r>
              <a:rPr lang="en-US" altLang="zh-CN" sz="2800" b="1" dirty="0">
                <a:solidFill>
                  <a:schemeClr val="bg1"/>
                </a:solidFill>
                <a:cs typeface="+mn-ea"/>
                <a:sym typeface="+mn-lt"/>
              </a:rPr>
              <a:t>Δ</a:t>
            </a:r>
            <a:r>
              <a:rPr lang="en-US" altLang="zh-CN" sz="2800" b="1" i="1" dirty="0">
                <a:solidFill>
                  <a:schemeClr val="bg1"/>
                </a:solidFill>
                <a:cs typeface="+mn-ea"/>
                <a:sym typeface="+mn-lt"/>
              </a:rPr>
              <a:t>H</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2"/>
          <p:cNvSpPr txBox="1"/>
          <p:nvPr>
            <p:custDataLst>
              <p:tags r:id="rId1"/>
            </p:custDataLst>
          </p:nvPr>
        </p:nvSpPr>
        <p:spPr>
          <a:xfrm>
            <a:off x="1660593" y="871351"/>
            <a:ext cx="1436291" cy="473015"/>
          </a:xfrm>
          <a:prstGeom prst="rect">
            <a:avLst/>
          </a:prstGeom>
          <a:noFill/>
        </p:spPr>
        <p:txBody>
          <a:bodyPr wrap="none" lIns="0" tIns="0" rIns="0" bIns="0" rtlCol="0">
            <a:spAutoFit/>
          </a:bodyPr>
          <a:lstStyle>
            <a:defPPr>
              <a:defRPr lang="zh-CN"/>
            </a:defPPr>
            <a:lvl1pPr algn="just" eaLnBrk="0" latinLnBrk="1" hangingPunct="0">
              <a:lnSpc>
                <a:spcPct val="120000"/>
              </a:lnSpc>
              <a:defRPr sz="2800" b="1" kern="0">
                <a:solidFill>
                  <a:srgbClr val="000000"/>
                </a:solidFill>
                <a:cs typeface="+mn-ea"/>
              </a:defRPr>
            </a:lvl1pPr>
          </a:lstStyle>
          <a:p>
            <a:r>
              <a:rPr lang="zh-CN" altLang="en-US" dirty="0">
                <a:sym typeface="+mn-lt"/>
              </a:rPr>
              <a:t>计算公式</a:t>
            </a:r>
            <a:endParaRPr lang="en-US" altLang="zh-CN" dirty="0">
              <a:sym typeface="+mn-lt"/>
            </a:endParaRPr>
          </a:p>
        </p:txBody>
      </p:sp>
      <p:sp>
        <p:nvSpPr>
          <p:cNvPr id="2" name="文本框 1"/>
          <p:cNvSpPr txBox="1"/>
          <p:nvPr>
            <p:custDataLst>
              <p:tags r:id="rId2"/>
            </p:custDataLst>
          </p:nvPr>
        </p:nvSpPr>
        <p:spPr>
          <a:xfrm>
            <a:off x="3432486" y="875766"/>
            <a:ext cx="6139822" cy="531492"/>
          </a:xfrm>
          <a:prstGeom prst="rect">
            <a:avLst/>
          </a:prstGeom>
          <a:noFill/>
        </p:spPr>
        <p:txBody>
          <a:bodyPr wrap="none">
            <a:spAutoFit/>
          </a:bodyPr>
          <a:lstStyle/>
          <a:p>
            <a:pPr algn="just">
              <a:lnSpc>
                <a:spcPct val="120000"/>
              </a:lnSpc>
            </a:pPr>
            <a:r>
              <a:rPr lang="en-US" altLang="zh-CN" sz="2600" dirty="0">
                <a:solidFill>
                  <a:srgbClr val="FF0000"/>
                </a:solidFill>
                <a:cs typeface="+mn-ea"/>
                <a:sym typeface="+mn-lt"/>
              </a:rPr>
              <a:t>Δ</a:t>
            </a:r>
            <a:r>
              <a:rPr lang="en-US" altLang="zh-CN" sz="2600" i="1" dirty="0">
                <a:solidFill>
                  <a:srgbClr val="FF0000"/>
                </a:solidFill>
                <a:cs typeface="+mn-ea"/>
                <a:sym typeface="+mn-lt"/>
              </a:rPr>
              <a:t>H</a:t>
            </a:r>
            <a:r>
              <a:rPr lang="zh-CN" altLang="en-US" sz="2600" dirty="0">
                <a:solidFill>
                  <a:srgbClr val="FF0000"/>
                </a:solidFill>
                <a:cs typeface="+mn-ea"/>
                <a:sym typeface="+mn-lt"/>
              </a:rPr>
              <a:t>＝</a:t>
            </a:r>
            <a:r>
              <a:rPr lang="el-GR" altLang="zh-CN" sz="2600" dirty="0">
                <a:solidFill>
                  <a:srgbClr val="FF0000"/>
                </a:solidFill>
                <a:cs typeface="+mn-ea"/>
                <a:sym typeface="+mn-lt"/>
              </a:rPr>
              <a:t>Σ</a:t>
            </a:r>
            <a:r>
              <a:rPr lang="zh-CN" altLang="en-US" sz="2600" dirty="0">
                <a:solidFill>
                  <a:srgbClr val="FF0000"/>
                </a:solidFill>
                <a:cs typeface="+mn-ea"/>
                <a:sym typeface="+mn-lt"/>
              </a:rPr>
              <a:t>反应物的燃烧热</a:t>
            </a:r>
            <a:r>
              <a:rPr lang="en-US" altLang="zh-CN" sz="2600" dirty="0">
                <a:solidFill>
                  <a:srgbClr val="FF0000"/>
                </a:solidFill>
                <a:cs typeface="+mn-ea"/>
                <a:sym typeface="+mn-lt"/>
              </a:rPr>
              <a:t>-</a:t>
            </a:r>
            <a:r>
              <a:rPr lang="el-GR" altLang="zh-CN" sz="2600" dirty="0">
                <a:solidFill>
                  <a:srgbClr val="FF0000"/>
                </a:solidFill>
                <a:cs typeface="+mn-ea"/>
                <a:sym typeface="+mn-lt"/>
              </a:rPr>
              <a:t>Σ</a:t>
            </a:r>
            <a:r>
              <a:rPr lang="zh-CN" altLang="en-US" sz="2600" dirty="0">
                <a:solidFill>
                  <a:srgbClr val="FF0000"/>
                </a:solidFill>
                <a:cs typeface="+mn-ea"/>
                <a:sym typeface="+mn-lt"/>
              </a:rPr>
              <a:t>生成物的燃烧热</a:t>
            </a:r>
            <a:endParaRPr lang="en-US" altLang="zh-CN" sz="2600" dirty="0">
              <a:solidFill>
                <a:srgbClr val="FF0000"/>
              </a:solidFill>
              <a:cs typeface="+mn-ea"/>
              <a:sym typeface="+mn-lt"/>
            </a:endParaRPr>
          </a:p>
        </p:txBody>
      </p:sp>
      <p:sp>
        <p:nvSpPr>
          <p:cNvPr id="11" name="文本框 10"/>
          <p:cNvSpPr txBox="1"/>
          <p:nvPr>
            <p:custDataLst>
              <p:tags r:id="rId3"/>
            </p:custDataLst>
          </p:nvPr>
        </p:nvSpPr>
        <p:spPr>
          <a:xfrm>
            <a:off x="3876769" y="306003"/>
            <a:ext cx="4438459" cy="565348"/>
          </a:xfrm>
          <a:prstGeom prst="rect">
            <a:avLst/>
          </a:prstGeom>
          <a:solidFill>
            <a:srgbClr val="354ECE"/>
          </a:solidFill>
        </p:spPr>
        <p:txBody>
          <a:bodyPr vert="horz" wrap="none" rtlCol="0" anchor="ctr">
            <a:spAutoFit/>
          </a:bodyPr>
          <a:lstStyle/>
          <a:p>
            <a:pPr>
              <a:lnSpc>
                <a:spcPct val="120000"/>
              </a:lnSpc>
            </a:pPr>
            <a:r>
              <a:rPr lang="zh-CN" altLang="en-US" sz="2800" b="1">
                <a:solidFill>
                  <a:schemeClr val="bg1"/>
                </a:solidFill>
                <a:cs typeface="+mn-ea"/>
                <a:sym typeface="+mn-lt"/>
              </a:rPr>
              <a:t>类型</a:t>
            </a:r>
            <a:r>
              <a:rPr lang="en-US" altLang="zh-CN" sz="2800" b="1">
                <a:solidFill>
                  <a:schemeClr val="bg1"/>
                </a:solidFill>
                <a:cs typeface="+mn-ea"/>
                <a:sym typeface="+mn-lt"/>
              </a:rPr>
              <a:t>04 </a:t>
            </a:r>
            <a:r>
              <a:rPr lang="zh-CN" altLang="en-US" sz="2800" b="1">
                <a:solidFill>
                  <a:schemeClr val="bg1"/>
                </a:solidFill>
                <a:cs typeface="+mn-ea"/>
                <a:sym typeface="+mn-lt"/>
              </a:rPr>
              <a:t>利用燃烧热计算 </a:t>
            </a:r>
            <a:r>
              <a:rPr lang="en-US" altLang="zh-CN" sz="2800" b="1">
                <a:solidFill>
                  <a:schemeClr val="bg1"/>
                </a:solidFill>
                <a:cs typeface="+mn-ea"/>
                <a:sym typeface="+mn-lt"/>
              </a:rPr>
              <a:t>Δ</a:t>
            </a:r>
            <a:r>
              <a:rPr lang="en-US" altLang="zh-CN" sz="2800" b="1" i="1">
                <a:solidFill>
                  <a:schemeClr val="bg1"/>
                </a:solidFill>
                <a:cs typeface="+mn-ea"/>
                <a:sym typeface="+mn-lt"/>
              </a:rPr>
              <a:t>H</a:t>
            </a:r>
          </a:p>
        </p:txBody>
      </p:sp>
      <p:sp>
        <p:nvSpPr>
          <p:cNvPr id="18" name="文本框 17">
            <a:extLst>
              <a:ext uri="{FF2B5EF4-FFF2-40B4-BE49-F238E27FC236}">
                <a16:creationId xmlns:a16="http://schemas.microsoft.com/office/drawing/2014/main" id="{8EF5E927-2210-A0ED-4C98-C2109A28E693}"/>
              </a:ext>
            </a:extLst>
          </p:cNvPr>
          <p:cNvSpPr txBox="1"/>
          <p:nvPr>
            <p:custDataLst>
              <p:tags r:id="rId4"/>
            </p:custDataLst>
          </p:nvPr>
        </p:nvSpPr>
        <p:spPr>
          <a:xfrm>
            <a:off x="767184" y="1275106"/>
            <a:ext cx="11424816" cy="2364815"/>
          </a:xfrm>
          <a:prstGeom prst="rect">
            <a:avLst/>
          </a:prstGeom>
          <a:noFill/>
          <a:ln w="9525">
            <a:noFill/>
          </a:ln>
        </p:spPr>
        <p:txBody>
          <a:bodyPr wrap="square">
            <a:spAutoFit/>
          </a:bodyPr>
          <a:lstStyle/>
          <a:p>
            <a:pPr>
              <a:lnSpc>
                <a:spcPct val="125000"/>
              </a:lnSpc>
            </a:pPr>
            <a:r>
              <a:rPr lang="en-US" altLang="zh-CN" sz="2400" dirty="0">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已知</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H</a:t>
            </a:r>
            <a:r>
              <a:rPr lang="en-US" sz="24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C</a:t>
            </a:r>
            <a:r>
              <a:rPr lang="en-US" sz="24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H</a:t>
            </a:r>
            <a:r>
              <a:rPr lang="en-US" sz="2400" baseline="-25000" dirty="0">
                <a:latin typeface="Times New Roman" panose="02020603050405020304" pitchFamily="18" charset="0"/>
                <a:ea typeface="微软雅黑" panose="020B0503020204020204" pitchFamily="34" charset="-122"/>
                <a:cs typeface="Times New Roman" panose="02020603050405020304" pitchFamily="18" charset="0"/>
              </a:rPr>
              <a:t>4</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和</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C</a:t>
            </a:r>
            <a:r>
              <a:rPr lang="en-US" sz="24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H</a:t>
            </a:r>
            <a:r>
              <a:rPr lang="en-US" sz="2400" baseline="-25000" dirty="0">
                <a:latin typeface="Times New Roman" panose="02020603050405020304" pitchFamily="18" charset="0"/>
                <a:ea typeface="微软雅黑" panose="020B0503020204020204" pitchFamily="34" charset="-122"/>
                <a:cs typeface="Times New Roman" panose="02020603050405020304" pitchFamily="18" charset="0"/>
              </a:rPr>
              <a:t>5</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OH(l)</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的燃烧热分别是－</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285.8 kJ· mol</a:t>
            </a:r>
            <a:r>
              <a:rPr lang="zh-CN" altLang="en-US" sz="2400" baseline="30000" dirty="0">
                <a:latin typeface="Times New Roman" panose="02020603050405020304" pitchFamily="18" charset="0"/>
                <a:ea typeface="微软雅黑" panose="020B0503020204020204" pitchFamily="34" charset="-122"/>
                <a:cs typeface="Times New Roman" panose="02020603050405020304" pitchFamily="18" charset="0"/>
              </a:rPr>
              <a:t>－</a:t>
            </a:r>
            <a:r>
              <a:rPr lang="en-US" sz="240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p>
          <a:p>
            <a:pPr>
              <a:lnSpc>
                <a:spcPct val="125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1411.0 </a:t>
            </a:r>
            <a:r>
              <a:rPr lang="en-US" sz="2400" dirty="0" err="1">
                <a:latin typeface="Times New Roman" panose="02020603050405020304" pitchFamily="18" charset="0"/>
                <a:ea typeface="微软雅黑" panose="020B0503020204020204" pitchFamily="34" charset="-122"/>
                <a:cs typeface="Times New Roman" panose="02020603050405020304" pitchFamily="18" charset="0"/>
              </a:rPr>
              <a:t>kJ·mol</a:t>
            </a:r>
            <a:r>
              <a:rPr lang="zh-CN" altLang="en-US" sz="2400" baseline="30000" dirty="0">
                <a:latin typeface="Times New Roman" panose="02020603050405020304" pitchFamily="18" charset="0"/>
                <a:ea typeface="微软雅黑" panose="020B0503020204020204" pitchFamily="34" charset="-122"/>
                <a:cs typeface="Times New Roman" panose="02020603050405020304" pitchFamily="18" charset="0"/>
              </a:rPr>
              <a:t>－</a:t>
            </a:r>
            <a:r>
              <a:rPr lang="en-US" sz="240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和－</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1366.8 </a:t>
            </a:r>
            <a:r>
              <a:rPr lang="en-US" sz="2400" dirty="0" err="1">
                <a:latin typeface="Times New Roman" panose="02020603050405020304" pitchFamily="18" charset="0"/>
                <a:ea typeface="微软雅黑" panose="020B0503020204020204" pitchFamily="34" charset="-122"/>
                <a:cs typeface="Times New Roman" panose="02020603050405020304" pitchFamily="18" charset="0"/>
              </a:rPr>
              <a:t>kJ·mol</a:t>
            </a:r>
            <a:r>
              <a:rPr lang="zh-CN" altLang="en-US" sz="2400" baseline="30000" dirty="0">
                <a:latin typeface="Times New Roman" panose="02020603050405020304" pitchFamily="18" charset="0"/>
                <a:ea typeface="微软雅黑" panose="020B0503020204020204" pitchFamily="34" charset="-122"/>
                <a:cs typeface="Times New Roman" panose="02020603050405020304" pitchFamily="18" charset="0"/>
              </a:rPr>
              <a:t>－</a:t>
            </a:r>
            <a:r>
              <a:rPr lang="en-US" sz="240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，则由</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C</a:t>
            </a:r>
            <a:r>
              <a:rPr lang="en-US" sz="24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H</a:t>
            </a:r>
            <a:r>
              <a:rPr lang="en-US" sz="2400" baseline="-25000" dirty="0">
                <a:latin typeface="Times New Roman" panose="02020603050405020304" pitchFamily="18" charset="0"/>
                <a:ea typeface="微软雅黑" panose="020B0503020204020204" pitchFamily="34" charset="-122"/>
                <a:cs typeface="Times New Roman" panose="02020603050405020304" pitchFamily="18" charset="0"/>
              </a:rPr>
              <a:t>4</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和</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H</a:t>
            </a:r>
            <a:r>
              <a:rPr lang="en-US" sz="24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O(l)</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反应生成</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C</a:t>
            </a:r>
            <a:r>
              <a:rPr lang="en-US" sz="24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H</a:t>
            </a:r>
            <a:r>
              <a:rPr lang="en-US" sz="2400" baseline="-25000" dirty="0">
                <a:latin typeface="Times New Roman" panose="02020603050405020304" pitchFamily="18" charset="0"/>
                <a:ea typeface="微软雅黑" panose="020B0503020204020204" pitchFamily="34" charset="-122"/>
                <a:cs typeface="Times New Roman" panose="02020603050405020304" pitchFamily="18" charset="0"/>
              </a:rPr>
              <a:t>5</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OH(l)</a:t>
            </a:r>
          </a:p>
          <a:p>
            <a:pPr>
              <a:lnSpc>
                <a:spcPct val="125000"/>
              </a:lnSpc>
            </a:pP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的</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Δ</a:t>
            </a:r>
            <a:r>
              <a:rPr lang="en-US" sz="2400" i="1" dirty="0">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为</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     )</a:t>
            </a:r>
          </a:p>
          <a:p>
            <a:pPr>
              <a:lnSpc>
                <a:spcPct val="125000"/>
              </a:lnSpc>
            </a:pPr>
            <a:r>
              <a:rPr lang="en-US" sz="2400" dirty="0">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44.2 kJ· mol</a:t>
            </a:r>
            <a:r>
              <a:rPr lang="zh-CN" altLang="en-US" sz="2400" baseline="30000" dirty="0">
                <a:latin typeface="Times New Roman" panose="02020603050405020304" pitchFamily="18" charset="0"/>
                <a:ea typeface="微软雅黑" panose="020B0503020204020204" pitchFamily="34" charset="-122"/>
                <a:cs typeface="Times New Roman" panose="02020603050405020304" pitchFamily="18" charset="0"/>
              </a:rPr>
              <a:t>－</a:t>
            </a:r>
            <a:r>
              <a:rPr lang="en-US" sz="240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　　　　   </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44.2 </a:t>
            </a:r>
            <a:r>
              <a:rPr lang="en-US" sz="2400" dirty="0" err="1">
                <a:latin typeface="Times New Roman" panose="02020603050405020304" pitchFamily="18" charset="0"/>
                <a:ea typeface="微软雅黑" panose="020B0503020204020204" pitchFamily="34" charset="-122"/>
                <a:cs typeface="Times New Roman" panose="02020603050405020304" pitchFamily="18" charset="0"/>
              </a:rPr>
              <a:t>kJ·mol</a:t>
            </a:r>
            <a:r>
              <a:rPr lang="zh-CN" altLang="en-US" sz="2400" baseline="30000" dirty="0">
                <a:latin typeface="Times New Roman" panose="02020603050405020304" pitchFamily="18" charset="0"/>
                <a:ea typeface="微软雅黑" panose="020B0503020204020204" pitchFamily="34" charset="-122"/>
                <a:cs typeface="Times New Roman" panose="02020603050405020304" pitchFamily="18" charset="0"/>
              </a:rPr>
              <a:t>－</a:t>
            </a:r>
            <a:r>
              <a:rPr lang="en-US" sz="2400" baseline="3000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sz="24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pPr>
            <a:r>
              <a:rPr lang="en-US" sz="2400" dirty="0">
                <a:latin typeface="Times New Roman" panose="02020603050405020304" pitchFamily="18" charset="0"/>
                <a:ea typeface="微软雅黑" panose="020B0503020204020204" pitchFamily="34" charset="-122"/>
                <a:cs typeface="Times New Roman" panose="02020603050405020304" pitchFamily="18" charset="0"/>
              </a:rPr>
              <a:t>C</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330 kJ· mol</a:t>
            </a:r>
            <a:r>
              <a:rPr lang="zh-CN" altLang="en-US" sz="2400" baseline="30000" dirty="0">
                <a:latin typeface="Times New Roman" panose="02020603050405020304" pitchFamily="18" charset="0"/>
                <a:ea typeface="微软雅黑" panose="020B0503020204020204" pitchFamily="34" charset="-122"/>
                <a:cs typeface="Times New Roman" panose="02020603050405020304" pitchFamily="18" charset="0"/>
              </a:rPr>
              <a:t>－</a:t>
            </a:r>
            <a:r>
              <a:rPr lang="en-US" sz="2400" baseline="30000" dirty="0">
                <a:latin typeface="Times New Roman" panose="02020603050405020304" pitchFamily="18" charset="0"/>
                <a:ea typeface="微软雅黑" panose="020B0503020204020204" pitchFamily="34" charset="-122"/>
                <a:cs typeface="Times New Roman" panose="02020603050405020304" pitchFamily="18" charset="0"/>
              </a:rPr>
              <a:t>1</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                    D</a:t>
            </a:r>
            <a:r>
              <a:rPr lang="zh-CN" altLang="en-US" sz="2400" dirty="0">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latin typeface="Times New Roman" panose="02020603050405020304" pitchFamily="18" charset="0"/>
                <a:ea typeface="微软雅黑" panose="020B0503020204020204" pitchFamily="34" charset="-122"/>
                <a:cs typeface="Times New Roman" panose="02020603050405020304" pitchFamily="18" charset="0"/>
              </a:rPr>
              <a:t>330 kJ· mol</a:t>
            </a:r>
            <a:r>
              <a:rPr lang="zh-CN" altLang="en-US" sz="2400" baseline="30000" dirty="0">
                <a:latin typeface="Times New Roman" panose="02020603050405020304" pitchFamily="18" charset="0"/>
                <a:ea typeface="微软雅黑" panose="020B0503020204020204" pitchFamily="34" charset="-122"/>
                <a:cs typeface="Times New Roman" panose="02020603050405020304" pitchFamily="18" charset="0"/>
              </a:rPr>
              <a:t>－</a:t>
            </a:r>
            <a:r>
              <a:rPr lang="en-US" sz="2400" baseline="30000" dirty="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24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文本框 18">
            <a:extLst>
              <a:ext uri="{FF2B5EF4-FFF2-40B4-BE49-F238E27FC236}">
                <a16:creationId xmlns:a16="http://schemas.microsoft.com/office/drawing/2014/main" id="{55A8179A-42AC-0D54-79D6-07A8242DD899}"/>
              </a:ext>
            </a:extLst>
          </p:cNvPr>
          <p:cNvSpPr txBox="1"/>
          <p:nvPr>
            <p:custDataLst>
              <p:tags r:id="rId5"/>
            </p:custDataLst>
          </p:nvPr>
        </p:nvSpPr>
        <p:spPr>
          <a:xfrm>
            <a:off x="782201" y="3584993"/>
            <a:ext cx="10694180" cy="2819939"/>
          </a:xfrm>
          <a:prstGeom prst="rect">
            <a:avLst/>
          </a:prstGeom>
          <a:noFill/>
          <a:ln w="9525">
            <a:noFill/>
          </a:ln>
        </p:spPr>
        <p:txBody>
          <a:bodyPr wrap="square">
            <a:spAutoFit/>
          </a:bodyPr>
          <a:lstStyle/>
          <a:p>
            <a:pPr>
              <a:lnSpc>
                <a:spcPct val="125000"/>
              </a:lnSpc>
            </a:pP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解析</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由题意可知</a:t>
            </a:r>
            <a:endPar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pP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4</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3O</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2CO</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2H</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O(l)</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Δ</a:t>
            </a:r>
            <a:r>
              <a:rPr lang="en-US"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1411.0 </a:t>
            </a:r>
            <a:r>
              <a:rPr lang="en-US" sz="24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kJ·mol</a:t>
            </a:r>
            <a:r>
              <a:rPr lang="zh-CN" altLang="en-US" sz="2400"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①</a:t>
            </a:r>
          </a:p>
          <a:p>
            <a:pPr>
              <a:lnSpc>
                <a:spcPct val="125000"/>
              </a:lnSpc>
            </a:pP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5</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OH(l)</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3O</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2CO</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3H</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O(l)</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Δ</a:t>
            </a:r>
            <a:r>
              <a:rPr lang="en-US"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1366.8 </a:t>
            </a:r>
            <a:r>
              <a:rPr lang="en-US" sz="24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kJ·mol</a:t>
            </a:r>
            <a:r>
              <a:rPr lang="zh-CN" altLang="en-US" sz="2400"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②</a:t>
            </a:r>
            <a:endPar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pP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将上述两个热化学方程式相减</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①</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②</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25000"/>
              </a:lnSpc>
            </a:pP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4</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(g)-C</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5</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OH(l)</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O(l) Δ</a:t>
            </a:r>
            <a:r>
              <a:rPr lang="en-US"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1411.0 </a:t>
            </a:r>
            <a:r>
              <a:rPr lang="en-US" sz="24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kJ·mol</a:t>
            </a:r>
            <a:r>
              <a:rPr lang="zh-CN" altLang="en-US" sz="2400"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1366.8 </a:t>
            </a:r>
            <a:r>
              <a:rPr lang="en-US" sz="24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kJ·mol</a:t>
            </a:r>
            <a:r>
              <a:rPr lang="zh-CN" altLang="en-US" sz="2400"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44.2 </a:t>
            </a:r>
            <a:r>
              <a:rPr lang="en-US" sz="24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kJ·mol</a:t>
            </a:r>
            <a:r>
              <a:rPr lang="zh-CN" altLang="en-US" sz="2400"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，整理得：</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4</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(g)</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O(l)</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C</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r>
              <a:rPr lang="en-US" sz="2400" baseline="-25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5</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OH(l)</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Δ</a:t>
            </a:r>
            <a:r>
              <a:rPr lang="en-US" sz="2400" i="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H</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44.2 </a:t>
            </a:r>
            <a:r>
              <a:rPr lang="en-US" sz="2400" dirty="0" err="1">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kJ·mol</a:t>
            </a:r>
            <a:r>
              <a:rPr lang="zh-CN" altLang="en-US" sz="2400"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sz="2400" baseline="300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240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1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3"/>
          <p:cNvGrpSpPr/>
          <p:nvPr>
            <p:custDataLst>
              <p:tags r:id="rId1"/>
            </p:custDataLst>
          </p:nvPr>
        </p:nvGrpSpPr>
        <p:grpSpPr>
          <a:xfrm>
            <a:off x="420815" y="1586617"/>
            <a:ext cx="3698069" cy="2775085"/>
            <a:chOff x="454831" y="3742943"/>
            <a:chExt cx="3698069" cy="2775085"/>
          </a:xfrm>
        </p:grpSpPr>
        <p:sp>
          <p:nvSpPr>
            <p:cNvPr id="15" name="任意多边形: 形状 14"/>
            <p:cNvSpPr/>
            <p:nvPr>
              <p:custDataLst>
                <p:tags r:id="rId33"/>
              </p:custDataLst>
            </p:nvPr>
          </p:nvSpPr>
          <p:spPr>
            <a:xfrm>
              <a:off x="1900059" y="4012072"/>
              <a:ext cx="1850104" cy="2035475"/>
            </a:xfrm>
            <a:custGeom>
              <a:avLst/>
              <a:gdLst>
                <a:gd name="connsiteX0" fmla="*/ 0 w 1854200"/>
                <a:gd name="connsiteY0" fmla="*/ 778175 h 2505375"/>
                <a:gd name="connsiteX1" fmla="*/ 660400 w 1854200"/>
                <a:gd name="connsiteY1" fmla="*/ 41575 h 2505375"/>
                <a:gd name="connsiteX2" fmla="*/ 1346200 w 1854200"/>
                <a:gd name="connsiteY2" fmla="*/ 1883075 h 2505375"/>
                <a:gd name="connsiteX3" fmla="*/ 1854200 w 1854200"/>
                <a:gd name="connsiteY3" fmla="*/ 2505375 h 2505375"/>
              </a:gdLst>
              <a:ahLst/>
              <a:cxnLst>
                <a:cxn ang="0">
                  <a:pos x="connsiteX0" y="connsiteY0"/>
                </a:cxn>
                <a:cxn ang="0">
                  <a:pos x="connsiteX1" y="connsiteY1"/>
                </a:cxn>
                <a:cxn ang="0">
                  <a:pos x="connsiteX2" y="connsiteY2"/>
                </a:cxn>
                <a:cxn ang="0">
                  <a:pos x="connsiteX3" y="connsiteY3"/>
                </a:cxn>
              </a:cxnLst>
              <a:rect l="l" t="t" r="r" b="b"/>
              <a:pathLst>
                <a:path w="1854200" h="2505375">
                  <a:moveTo>
                    <a:pt x="0" y="778175"/>
                  </a:moveTo>
                  <a:cubicBezTo>
                    <a:pt x="218016" y="317800"/>
                    <a:pt x="436033" y="-142575"/>
                    <a:pt x="660400" y="41575"/>
                  </a:cubicBezTo>
                  <a:cubicBezTo>
                    <a:pt x="884767" y="225725"/>
                    <a:pt x="1147233" y="1472442"/>
                    <a:pt x="1346200" y="1883075"/>
                  </a:cubicBezTo>
                  <a:cubicBezTo>
                    <a:pt x="1545167" y="2293708"/>
                    <a:pt x="1699683" y="2399541"/>
                    <a:pt x="1854200" y="2505375"/>
                  </a:cubicBezTo>
                </a:path>
              </a:pathLst>
            </a:custGeom>
            <a:noFill/>
            <a:ln w="19050" cap="rnd">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sp>
          <p:nvSpPr>
            <p:cNvPr id="16" name="文本框 15"/>
            <p:cNvSpPr txBox="1"/>
            <p:nvPr>
              <p:custDataLst>
                <p:tags r:id="rId34"/>
              </p:custDataLst>
            </p:nvPr>
          </p:nvSpPr>
          <p:spPr>
            <a:xfrm>
              <a:off x="1099840" y="3824017"/>
              <a:ext cx="800219" cy="497765"/>
            </a:xfrm>
            <a:prstGeom prst="rect">
              <a:avLst/>
            </a:prstGeom>
            <a:noFill/>
            <a:ln>
              <a:noFill/>
            </a:ln>
          </p:spPr>
          <p:txBody>
            <a:bodyPr wrap="none" rtlCol="0">
              <a:spAutoFit/>
            </a:bodyPr>
            <a:lstStyle/>
            <a:p>
              <a:pPr algn="just">
                <a:lnSpc>
                  <a:spcPct val="120000"/>
                </a:lnSpc>
              </a:pPr>
              <a:r>
                <a:rPr lang="zh-CN" altLang="en-US" sz="2400">
                  <a:cs typeface="+mn-ea"/>
                  <a:sym typeface="+mn-lt"/>
                </a:rPr>
                <a:t>能量</a:t>
              </a:r>
            </a:p>
          </p:txBody>
        </p:sp>
        <p:cxnSp>
          <p:nvCxnSpPr>
            <p:cNvPr id="17" name="直接连接符 16"/>
            <p:cNvCxnSpPr/>
            <p:nvPr>
              <p:custDataLst>
                <p:tags r:id="rId35"/>
              </p:custDataLst>
            </p:nvPr>
          </p:nvCxnSpPr>
          <p:spPr>
            <a:xfrm>
              <a:off x="1900059" y="6442900"/>
              <a:ext cx="2252841" cy="0"/>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 name="文本框 17"/>
            <p:cNvSpPr txBox="1"/>
            <p:nvPr>
              <p:custDataLst>
                <p:tags r:id="rId36"/>
              </p:custDataLst>
            </p:nvPr>
          </p:nvSpPr>
          <p:spPr>
            <a:xfrm>
              <a:off x="454831" y="5577065"/>
              <a:ext cx="1415772" cy="940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defPPr>
                <a:defRPr lang="zh-CN"/>
              </a:defPPr>
              <a:lvl1pPr algn="ctr">
                <a:lnSpc>
                  <a:spcPct val="120000"/>
                </a:lnSpc>
                <a:defRPr sz="2600">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0" lang="zh-CN" altLang="en-US" sz="2400" b="0" i="0" u="none" strike="noStrike" kern="1200" cap="none" spc="0" normalizeH="0" baseline="0" noProof="0">
                  <a:ln>
                    <a:noFill/>
                  </a:ln>
                  <a:solidFill>
                    <a:srgbClr val="354ECE"/>
                  </a:solidFill>
                  <a:effectLst/>
                  <a:uLnTx/>
                  <a:uFillTx/>
                  <a:sym typeface="+mn-lt"/>
                </a:rPr>
                <a:t>生成物</a:t>
              </a:r>
              <a:endParaRPr kumimoji="0" lang="en-US" altLang="zh-CN" sz="2400" b="0" i="0" u="none" strike="noStrike" kern="1200" cap="none" spc="0" normalizeH="0" baseline="0" noProof="0">
                <a:ln>
                  <a:noFill/>
                </a:ln>
                <a:solidFill>
                  <a:srgbClr val="354ECE"/>
                </a:solidFill>
                <a:effectLst/>
                <a:uLnTx/>
                <a:uFillTx/>
                <a:sym typeface="+mn-lt"/>
              </a:endParaRPr>
            </a:p>
            <a:p>
              <a:r>
                <a:rPr kumimoji="0" lang="zh-CN" altLang="en-US" sz="2400" b="0" i="0" u="none" strike="noStrike" kern="1200" cap="none" spc="0" normalizeH="0" baseline="0" noProof="0">
                  <a:ln>
                    <a:noFill/>
                  </a:ln>
                  <a:solidFill>
                    <a:srgbClr val="354ECE"/>
                  </a:solidFill>
                  <a:effectLst/>
                  <a:uLnTx/>
                  <a:uFillTx/>
                  <a:sym typeface="+mn-lt"/>
                </a:rPr>
                <a:t>的总能量</a:t>
              </a:r>
              <a:endParaRPr lang="zh-CN" altLang="en-US" sz="2400">
                <a:solidFill>
                  <a:srgbClr val="354ECE"/>
                </a:solidFill>
                <a:sym typeface="+mn-lt"/>
              </a:endParaRPr>
            </a:p>
          </p:txBody>
        </p:sp>
        <p:sp>
          <p:nvSpPr>
            <p:cNvPr id="19" name="文本框 18"/>
            <p:cNvSpPr txBox="1"/>
            <p:nvPr>
              <p:custDataLst>
                <p:tags r:id="rId37"/>
              </p:custDataLst>
            </p:nvPr>
          </p:nvSpPr>
          <p:spPr>
            <a:xfrm>
              <a:off x="455427" y="4317108"/>
              <a:ext cx="1415772" cy="940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defPPr>
                <a:defRPr lang="zh-CN"/>
              </a:defPPr>
              <a:lvl1pPr algn="ctr">
                <a:lnSpc>
                  <a:spcPct val="120000"/>
                </a:lnSpc>
                <a:defRPr sz="2600">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0" lang="zh-CN" altLang="en-US" sz="2400" b="0" i="0" u="none" strike="noStrike" kern="1200" cap="none" spc="0" normalizeH="0" baseline="0" noProof="0">
                  <a:ln>
                    <a:noFill/>
                  </a:ln>
                  <a:solidFill>
                    <a:srgbClr val="354ECE"/>
                  </a:solidFill>
                  <a:effectLst/>
                  <a:uLnTx/>
                  <a:uFillTx/>
                  <a:sym typeface="+mn-lt"/>
                </a:rPr>
                <a:t>反应物</a:t>
              </a:r>
              <a:endParaRPr kumimoji="0" lang="en-US" altLang="zh-CN" sz="2400" b="0" i="0" u="none" strike="noStrike" kern="1200" cap="none" spc="0" normalizeH="0" baseline="0" noProof="0">
                <a:ln>
                  <a:noFill/>
                </a:ln>
                <a:solidFill>
                  <a:srgbClr val="354ECE"/>
                </a:solidFill>
                <a:effectLst/>
                <a:uLnTx/>
                <a:uFillTx/>
                <a:sym typeface="+mn-lt"/>
              </a:endParaRPr>
            </a:p>
            <a:p>
              <a:r>
                <a:rPr kumimoji="0" lang="zh-CN" altLang="en-US" sz="2400" b="0" i="0" u="none" strike="noStrike" kern="1200" cap="none" spc="0" normalizeH="0" baseline="0" noProof="0">
                  <a:ln>
                    <a:noFill/>
                  </a:ln>
                  <a:solidFill>
                    <a:srgbClr val="354ECE"/>
                  </a:solidFill>
                  <a:effectLst/>
                  <a:uLnTx/>
                  <a:uFillTx/>
                  <a:sym typeface="+mn-lt"/>
                </a:rPr>
                <a:t>的总能量</a:t>
              </a:r>
              <a:endParaRPr lang="zh-CN" altLang="en-US" sz="2400">
                <a:solidFill>
                  <a:srgbClr val="354ECE"/>
                </a:solidFill>
                <a:sym typeface="+mn-lt"/>
              </a:endParaRPr>
            </a:p>
          </p:txBody>
        </p:sp>
        <p:cxnSp>
          <p:nvCxnSpPr>
            <p:cNvPr id="20" name="直接连接符 19"/>
            <p:cNvCxnSpPr/>
            <p:nvPr>
              <p:custDataLst>
                <p:tags r:id="rId38"/>
              </p:custDataLst>
            </p:nvPr>
          </p:nvCxnSpPr>
          <p:spPr>
            <a:xfrm>
              <a:off x="1658759" y="6051547"/>
              <a:ext cx="2494141" cy="0"/>
            </a:xfrm>
            <a:prstGeom prst="line">
              <a:avLst/>
            </a:prstGeom>
            <a:ln w="12700">
              <a:solidFill>
                <a:srgbClr val="354ECE"/>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custDataLst>
                <p:tags r:id="rId39"/>
              </p:custDataLst>
            </p:nvPr>
          </p:nvCxnSpPr>
          <p:spPr>
            <a:xfrm>
              <a:off x="1900059" y="4012072"/>
              <a:ext cx="2252841" cy="0"/>
            </a:xfrm>
            <a:prstGeom prst="line">
              <a:avLst/>
            </a:prstGeom>
            <a:ln w="12700">
              <a:solidFill>
                <a:srgbClr val="354ECE"/>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custDataLst>
                <p:tags r:id="rId40"/>
              </p:custDataLst>
            </p:nvPr>
          </p:nvCxnSpPr>
          <p:spPr>
            <a:xfrm>
              <a:off x="1658759" y="4634372"/>
              <a:ext cx="2494141" cy="0"/>
            </a:xfrm>
            <a:prstGeom prst="line">
              <a:avLst/>
            </a:prstGeom>
            <a:ln w="12700">
              <a:solidFill>
                <a:srgbClr val="354ECE"/>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4" name="组合 23"/>
            <p:cNvGrpSpPr/>
            <p:nvPr>
              <p:custDataLst>
                <p:tags r:id="rId41"/>
              </p:custDataLst>
            </p:nvPr>
          </p:nvGrpSpPr>
          <p:grpSpPr>
            <a:xfrm>
              <a:off x="2153627" y="4012072"/>
              <a:ext cx="338554" cy="622300"/>
              <a:chOff x="2153627" y="4012072"/>
              <a:chExt cx="338554" cy="622300"/>
            </a:xfrm>
          </p:grpSpPr>
          <p:cxnSp>
            <p:nvCxnSpPr>
              <p:cNvPr id="32" name="直接箭头连接符 31"/>
              <p:cNvCxnSpPr/>
              <p:nvPr>
                <p:custDataLst>
                  <p:tags r:id="rId49"/>
                </p:custDataLst>
              </p:nvPr>
            </p:nvCxnSpPr>
            <p:spPr>
              <a:xfrm flipH="1" flipV="1">
                <a:off x="2435634" y="4012072"/>
                <a:ext cx="0" cy="622300"/>
              </a:xfrm>
              <a:prstGeom prst="straightConnector1">
                <a:avLst/>
              </a:prstGeom>
              <a:ln w="12700">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文本框 32"/>
              <p:cNvSpPr txBox="1"/>
              <p:nvPr>
                <p:custDataLst>
                  <p:tags r:id="rId50"/>
                </p:custDataLst>
              </p:nvPr>
            </p:nvSpPr>
            <p:spPr>
              <a:xfrm>
                <a:off x="2153627" y="4036517"/>
                <a:ext cx="338554" cy="4968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defPPr>
                  <a:defRPr lang="zh-CN"/>
                </a:defPPr>
                <a:lvl1pPr algn="ctr">
                  <a:lnSpc>
                    <a:spcPct val="120000"/>
                  </a:lnSpc>
                  <a:defRPr sz="2600">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r>
                  <a:rPr kumimoji="0" lang="en-US" altLang="zh-CN" sz="2400" b="0" i="1" u="none" strike="noStrike" kern="1200" cap="none" spc="0" normalizeH="0" baseline="0" noProof="0">
                    <a:ln>
                      <a:noFill/>
                    </a:ln>
                    <a:solidFill>
                      <a:prstClr val="black"/>
                    </a:solidFill>
                    <a:effectLst/>
                    <a:uLnTx/>
                    <a:uFillTx/>
                    <a:sym typeface="+mn-lt"/>
                  </a:rPr>
                  <a:t>a</a:t>
                </a:r>
                <a:endParaRPr lang="zh-CN" altLang="en-US" sz="2400" i="1">
                  <a:solidFill>
                    <a:schemeClr val="tx1"/>
                  </a:solidFill>
                  <a:sym typeface="+mn-lt"/>
                </a:endParaRPr>
              </a:p>
            </p:txBody>
          </p:sp>
        </p:grpSp>
        <p:grpSp>
          <p:nvGrpSpPr>
            <p:cNvPr id="25" name="组合 24"/>
            <p:cNvGrpSpPr/>
            <p:nvPr>
              <p:custDataLst>
                <p:tags r:id="rId42"/>
              </p:custDataLst>
            </p:nvPr>
          </p:nvGrpSpPr>
          <p:grpSpPr>
            <a:xfrm>
              <a:off x="3709261" y="4012072"/>
              <a:ext cx="338554" cy="2035475"/>
              <a:chOff x="3709261" y="4012072"/>
              <a:chExt cx="338554" cy="2035475"/>
            </a:xfrm>
          </p:grpSpPr>
          <p:cxnSp>
            <p:nvCxnSpPr>
              <p:cNvPr id="30" name="直接箭头连接符 29"/>
              <p:cNvCxnSpPr/>
              <p:nvPr>
                <p:custDataLst>
                  <p:tags r:id="rId47"/>
                </p:custDataLst>
              </p:nvPr>
            </p:nvCxnSpPr>
            <p:spPr>
              <a:xfrm flipH="1" flipV="1">
                <a:off x="3750163" y="4012072"/>
                <a:ext cx="0" cy="2035475"/>
              </a:xfrm>
              <a:prstGeom prst="straightConnector1">
                <a:avLst/>
              </a:prstGeom>
              <a:ln w="12700">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文本框 30"/>
              <p:cNvSpPr txBox="1"/>
              <p:nvPr>
                <p:custDataLst>
                  <p:tags r:id="rId48"/>
                </p:custDataLst>
              </p:nvPr>
            </p:nvSpPr>
            <p:spPr>
              <a:xfrm>
                <a:off x="3709261" y="4853317"/>
                <a:ext cx="338554" cy="4968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defPPr>
                  <a:defRPr lang="zh-CN"/>
                </a:defPPr>
                <a:lvl1pPr algn="ctr">
                  <a:lnSpc>
                    <a:spcPct val="120000"/>
                  </a:lnSpc>
                  <a:defRPr sz="2600">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r>
                  <a:rPr kumimoji="0" lang="en-US" altLang="zh-CN" sz="2400" b="0" i="1" u="none" strike="noStrike" kern="1200" cap="none" spc="0" normalizeH="0" baseline="0" noProof="0">
                    <a:ln>
                      <a:noFill/>
                    </a:ln>
                    <a:solidFill>
                      <a:prstClr val="black"/>
                    </a:solidFill>
                    <a:effectLst/>
                    <a:uLnTx/>
                    <a:uFillTx/>
                    <a:sym typeface="+mn-lt"/>
                  </a:rPr>
                  <a:t>b</a:t>
                </a:r>
                <a:endParaRPr lang="zh-CN" altLang="en-US" sz="2400" i="1">
                  <a:solidFill>
                    <a:schemeClr val="tx1"/>
                  </a:solidFill>
                  <a:sym typeface="+mn-lt"/>
                </a:endParaRPr>
              </a:p>
            </p:txBody>
          </p:sp>
        </p:grpSp>
        <p:grpSp>
          <p:nvGrpSpPr>
            <p:cNvPr id="26" name="组合 25"/>
            <p:cNvGrpSpPr/>
            <p:nvPr>
              <p:custDataLst>
                <p:tags r:id="rId43"/>
              </p:custDataLst>
            </p:nvPr>
          </p:nvGrpSpPr>
          <p:grpSpPr>
            <a:xfrm>
              <a:off x="2601576" y="4634372"/>
              <a:ext cx="320922" cy="1413175"/>
              <a:chOff x="2601576" y="4634372"/>
              <a:chExt cx="320922" cy="1413175"/>
            </a:xfrm>
          </p:grpSpPr>
          <p:cxnSp>
            <p:nvCxnSpPr>
              <p:cNvPr id="28" name="直接箭头连接符 27"/>
              <p:cNvCxnSpPr/>
              <p:nvPr>
                <p:custDataLst>
                  <p:tags r:id="rId45"/>
                </p:custDataLst>
              </p:nvPr>
            </p:nvCxnSpPr>
            <p:spPr>
              <a:xfrm flipH="1" flipV="1">
                <a:off x="2867434" y="4634372"/>
                <a:ext cx="0" cy="1413175"/>
              </a:xfrm>
              <a:prstGeom prst="straightConnector1">
                <a:avLst/>
              </a:prstGeom>
              <a:ln w="12700">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9" name="文本框 28"/>
              <p:cNvSpPr txBox="1"/>
              <p:nvPr>
                <p:custDataLst>
                  <p:tags r:id="rId46"/>
                </p:custDataLst>
              </p:nvPr>
            </p:nvSpPr>
            <p:spPr>
              <a:xfrm>
                <a:off x="2601576" y="5141710"/>
                <a:ext cx="320922" cy="4968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defPPr>
                  <a:defRPr lang="zh-CN"/>
                </a:defPPr>
                <a:lvl1pPr algn="ctr">
                  <a:lnSpc>
                    <a:spcPct val="120000"/>
                  </a:lnSpc>
                  <a:defRPr sz="2600">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r>
                  <a:rPr kumimoji="0" lang="en-US" altLang="zh-CN" sz="2400" b="0" i="1" u="none" strike="noStrike" kern="1200" cap="none" spc="0" normalizeH="0" baseline="0" noProof="0">
                    <a:ln>
                      <a:noFill/>
                    </a:ln>
                    <a:solidFill>
                      <a:prstClr val="black"/>
                    </a:solidFill>
                    <a:effectLst/>
                    <a:uLnTx/>
                    <a:uFillTx/>
                    <a:sym typeface="+mn-lt"/>
                  </a:rPr>
                  <a:t>c</a:t>
                </a:r>
                <a:endParaRPr lang="zh-CN" altLang="en-US" sz="2400" i="1">
                  <a:solidFill>
                    <a:schemeClr val="tx1"/>
                  </a:solidFill>
                  <a:sym typeface="+mn-lt"/>
                </a:endParaRPr>
              </a:p>
            </p:txBody>
          </p:sp>
        </p:grpSp>
        <p:cxnSp>
          <p:nvCxnSpPr>
            <p:cNvPr id="27" name="直接箭头连接符 26"/>
            <p:cNvCxnSpPr/>
            <p:nvPr>
              <p:custDataLst>
                <p:tags r:id="rId44"/>
              </p:custDataLst>
            </p:nvPr>
          </p:nvCxnSpPr>
          <p:spPr>
            <a:xfrm flipH="1" flipV="1">
              <a:off x="1900059" y="3742943"/>
              <a:ext cx="0" cy="269995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4" name="文本框 33"/>
          <p:cNvSpPr txBox="1"/>
          <p:nvPr>
            <p:custDataLst>
              <p:tags r:id="rId2"/>
            </p:custDataLst>
          </p:nvPr>
        </p:nvSpPr>
        <p:spPr>
          <a:xfrm>
            <a:off x="8326713" y="2210836"/>
            <a:ext cx="3108543" cy="4977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defPPr>
              <a:defRPr lang="zh-CN"/>
            </a:defPPr>
            <a:lvl1pPr algn="ctr">
              <a:lnSpc>
                <a:spcPct val="120000"/>
              </a:lnSpc>
              <a:defRPr sz="2600">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r>
              <a:rPr kumimoji="0" lang="en-US" altLang="zh-CN" sz="2400" b="0" i="1" u="none" strike="noStrike" kern="1200" cap="none" spc="0" normalizeH="0" baseline="0" noProof="0">
                <a:ln>
                  <a:noFill/>
                </a:ln>
                <a:solidFill>
                  <a:prstClr val="black"/>
                </a:solidFill>
                <a:effectLst/>
                <a:uLnTx/>
                <a:uFillTx/>
                <a:sym typeface="+mn-lt"/>
              </a:rPr>
              <a:t>a</a:t>
            </a:r>
            <a:r>
              <a:rPr kumimoji="0" lang="zh-CN" altLang="en-US" sz="2400" b="0" i="0" u="none" strike="noStrike" kern="1200" cap="none" spc="0" normalizeH="0" baseline="0" noProof="0">
                <a:ln>
                  <a:noFill/>
                </a:ln>
                <a:solidFill>
                  <a:prstClr val="black"/>
                </a:solidFill>
                <a:effectLst/>
                <a:uLnTx/>
                <a:uFillTx/>
                <a:sym typeface="+mn-lt"/>
              </a:rPr>
              <a:t>表示正反应的活化能</a:t>
            </a:r>
            <a:endParaRPr lang="zh-CN" altLang="en-US" sz="2400">
              <a:solidFill>
                <a:schemeClr val="tx1"/>
              </a:solidFill>
              <a:sym typeface="+mn-lt"/>
            </a:endParaRPr>
          </a:p>
        </p:txBody>
      </p:sp>
      <p:sp>
        <p:nvSpPr>
          <p:cNvPr id="35" name="文本框 34"/>
          <p:cNvSpPr txBox="1"/>
          <p:nvPr>
            <p:custDataLst>
              <p:tags r:id="rId3"/>
            </p:custDataLst>
          </p:nvPr>
        </p:nvSpPr>
        <p:spPr>
          <a:xfrm>
            <a:off x="8326713" y="2736212"/>
            <a:ext cx="3108543" cy="4977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defPPr>
              <a:defRPr lang="zh-CN"/>
            </a:defPPr>
            <a:lvl1pPr algn="ctr">
              <a:lnSpc>
                <a:spcPct val="120000"/>
              </a:lnSpc>
              <a:defRPr sz="2600">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r>
              <a:rPr kumimoji="0" lang="en-US" altLang="zh-CN" sz="2400" b="0" i="1" u="none" strike="noStrike" kern="1200" cap="none" spc="0" normalizeH="0" baseline="0" noProof="0">
                <a:ln>
                  <a:noFill/>
                </a:ln>
                <a:solidFill>
                  <a:prstClr val="black"/>
                </a:solidFill>
                <a:effectLst/>
                <a:uLnTx/>
                <a:uFillTx/>
                <a:sym typeface="+mn-lt"/>
              </a:rPr>
              <a:t>b</a:t>
            </a:r>
            <a:r>
              <a:rPr kumimoji="0" lang="zh-CN" altLang="en-US" sz="2400" b="0" i="0" u="none" strike="noStrike" kern="1200" cap="none" spc="0" normalizeH="0" baseline="0" noProof="0">
                <a:ln>
                  <a:noFill/>
                </a:ln>
                <a:solidFill>
                  <a:prstClr val="black"/>
                </a:solidFill>
                <a:effectLst/>
                <a:uLnTx/>
                <a:uFillTx/>
                <a:sym typeface="+mn-lt"/>
              </a:rPr>
              <a:t>表示逆反应的活化能</a:t>
            </a:r>
            <a:endParaRPr lang="zh-CN" altLang="en-US" sz="2400">
              <a:solidFill>
                <a:schemeClr val="tx1"/>
              </a:solidFill>
              <a:sym typeface="+mn-lt"/>
            </a:endParaRPr>
          </a:p>
        </p:txBody>
      </p:sp>
      <p:grpSp>
        <p:nvGrpSpPr>
          <p:cNvPr id="36" name="组合 35"/>
          <p:cNvGrpSpPr/>
          <p:nvPr>
            <p:custDataLst>
              <p:tags r:id="rId4"/>
            </p:custDataLst>
          </p:nvPr>
        </p:nvGrpSpPr>
        <p:grpSpPr>
          <a:xfrm>
            <a:off x="8326713" y="3193178"/>
            <a:ext cx="3530325" cy="695004"/>
            <a:chOff x="8360729" y="5070104"/>
            <a:chExt cx="3530325" cy="695004"/>
          </a:xfrm>
        </p:grpSpPr>
        <p:pic>
          <p:nvPicPr>
            <p:cNvPr id="37" name="图片 47molecular-configuratio00000000000000000000000000000000000000000000000000000000大鹿化学工作室制作，侵权必究n_68084"/>
            <p:cNvPicPr>
              <a:picLocks noChangeAspect="1"/>
            </p:cNvPicPr>
            <p:nvPr>
              <p:custDataLst>
                <p:tags r:id="rId31"/>
              </p:custDataLst>
            </p:nvPr>
          </p:nvPicPr>
          <p:blipFill>
            <a:blip r:embed="rId52"/>
            <a:stretch>
              <a:fillRect/>
            </a:stretch>
          </p:blipFill>
          <p:spPr>
            <a:xfrm>
              <a:off x="10291941" y="5070104"/>
              <a:ext cx="1599113" cy="695004"/>
            </a:xfrm>
            <a:prstGeom prst="rect">
              <a:avLst/>
            </a:prstGeom>
          </p:spPr>
        </p:pic>
        <p:sp>
          <p:nvSpPr>
            <p:cNvPr id="38" name="文本框 37"/>
            <p:cNvSpPr txBox="1"/>
            <p:nvPr>
              <p:custDataLst>
                <p:tags r:id="rId32"/>
              </p:custDataLst>
            </p:nvPr>
          </p:nvSpPr>
          <p:spPr>
            <a:xfrm>
              <a:off x="8360729" y="5138515"/>
              <a:ext cx="3526928" cy="4977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defPPr>
                <a:defRPr lang="zh-CN"/>
              </a:defPPr>
              <a:lvl1pPr algn="ctr">
                <a:lnSpc>
                  <a:spcPct val="120000"/>
                </a:lnSpc>
                <a:defRPr sz="2600">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r>
                <a:rPr kumimoji="0" lang="en-US" altLang="zh-CN" sz="2400" b="0" i="1" u="none" strike="noStrike" kern="1200" cap="none" spc="0" normalizeH="0" baseline="0" noProof="0">
                  <a:ln>
                    <a:noFill/>
                  </a:ln>
                  <a:solidFill>
                    <a:prstClr val="black"/>
                  </a:solidFill>
                  <a:effectLst/>
                  <a:uLnTx/>
                  <a:uFillTx/>
                  <a:sym typeface="+mn-lt"/>
                </a:rPr>
                <a:t>c</a:t>
              </a:r>
              <a:r>
                <a:rPr kumimoji="0" lang="zh-CN" altLang="en-US" sz="2400" b="0" i="0" u="none" strike="noStrike" kern="1200" cap="none" spc="0" normalizeH="0" baseline="0" noProof="0">
                  <a:ln>
                    <a:noFill/>
                  </a:ln>
                  <a:solidFill>
                    <a:prstClr val="black"/>
                  </a:solidFill>
                  <a:effectLst/>
                  <a:uLnTx/>
                  <a:uFillTx/>
                  <a:sym typeface="+mn-lt"/>
                </a:rPr>
                <a:t>表示该反应</a:t>
              </a:r>
              <a:r>
                <a:rPr lang="zh-CN" altLang="en-US" sz="2400">
                  <a:solidFill>
                    <a:prstClr val="black"/>
                  </a:solidFill>
                  <a:sym typeface="+mn-lt"/>
                </a:rPr>
                <a:t>的</a:t>
              </a:r>
              <a:r>
                <a:rPr lang="zh-CN" altLang="en-US" sz="2400">
                  <a:solidFill>
                    <a:srgbClr val="354ECE"/>
                  </a:solidFill>
                  <a:sym typeface="+mn-lt"/>
                </a:rPr>
                <a:t>│反应热│</a:t>
              </a:r>
            </a:p>
          </p:txBody>
        </p:sp>
      </p:grpSp>
      <p:grpSp>
        <p:nvGrpSpPr>
          <p:cNvPr id="39" name="组合 38"/>
          <p:cNvGrpSpPr/>
          <p:nvPr>
            <p:custDataLst>
              <p:tags r:id="rId5"/>
            </p:custDataLst>
          </p:nvPr>
        </p:nvGrpSpPr>
        <p:grpSpPr>
          <a:xfrm>
            <a:off x="4498602" y="1586617"/>
            <a:ext cx="3698069" cy="2775085"/>
            <a:chOff x="4598472" y="3742943"/>
            <a:chExt cx="3698069" cy="2775085"/>
          </a:xfrm>
        </p:grpSpPr>
        <p:grpSp>
          <p:nvGrpSpPr>
            <p:cNvPr id="40" name="组合 39"/>
            <p:cNvGrpSpPr/>
            <p:nvPr>
              <p:custDataLst>
                <p:tags r:id="rId12"/>
              </p:custDataLst>
            </p:nvPr>
          </p:nvGrpSpPr>
          <p:grpSpPr>
            <a:xfrm>
              <a:off x="4598472" y="3742943"/>
              <a:ext cx="3698069" cy="2775085"/>
              <a:chOff x="4316312" y="3742943"/>
              <a:chExt cx="3698069" cy="2775085"/>
            </a:xfrm>
          </p:grpSpPr>
          <p:sp>
            <p:nvSpPr>
              <p:cNvPr id="54" name="文本框 53"/>
              <p:cNvSpPr txBox="1"/>
              <p:nvPr>
                <p:custDataLst>
                  <p:tags r:id="rId26"/>
                </p:custDataLst>
              </p:nvPr>
            </p:nvSpPr>
            <p:spPr>
              <a:xfrm>
                <a:off x="4961321" y="3824017"/>
                <a:ext cx="800219" cy="497765"/>
              </a:xfrm>
              <a:prstGeom prst="rect">
                <a:avLst/>
              </a:prstGeom>
              <a:noFill/>
              <a:ln>
                <a:noFill/>
              </a:ln>
            </p:spPr>
            <p:txBody>
              <a:bodyPr wrap="none" rtlCol="0">
                <a:spAutoFit/>
              </a:bodyPr>
              <a:lstStyle/>
              <a:p>
                <a:pPr algn="just">
                  <a:lnSpc>
                    <a:spcPct val="120000"/>
                  </a:lnSpc>
                </a:pPr>
                <a:r>
                  <a:rPr lang="zh-CN" altLang="en-US" sz="2400">
                    <a:cs typeface="+mn-ea"/>
                    <a:sym typeface="+mn-lt"/>
                  </a:rPr>
                  <a:t>能量</a:t>
                </a:r>
              </a:p>
            </p:txBody>
          </p:sp>
          <p:cxnSp>
            <p:nvCxnSpPr>
              <p:cNvPr id="55" name="直接连接符 54"/>
              <p:cNvCxnSpPr/>
              <p:nvPr>
                <p:custDataLst>
                  <p:tags r:id="rId27"/>
                </p:custDataLst>
              </p:nvPr>
            </p:nvCxnSpPr>
            <p:spPr>
              <a:xfrm>
                <a:off x="5761540" y="6442900"/>
                <a:ext cx="2252841" cy="0"/>
              </a:xfrm>
              <a:prstGeom prst="line">
                <a:avLst/>
              </a:prstGeom>
              <a:ln w="19050">
                <a:solidFill>
                  <a:schemeClr val="tx1"/>
                </a:solidFill>
                <a:prstDash val="soli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6" name="文本框 55"/>
              <p:cNvSpPr txBox="1"/>
              <p:nvPr>
                <p:custDataLst>
                  <p:tags r:id="rId28"/>
                </p:custDataLst>
              </p:nvPr>
            </p:nvSpPr>
            <p:spPr>
              <a:xfrm>
                <a:off x="4316312" y="5577065"/>
                <a:ext cx="1415772" cy="940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defPPr>
                  <a:defRPr lang="zh-CN"/>
                </a:defPPr>
                <a:lvl1pPr algn="ctr">
                  <a:lnSpc>
                    <a:spcPct val="120000"/>
                  </a:lnSpc>
                  <a:defRPr sz="2600">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0" lang="zh-CN" altLang="en-US" sz="2400" b="0" i="0" u="none" strike="noStrike" kern="1200" cap="none" spc="0" normalizeH="0" baseline="0" noProof="0">
                    <a:ln>
                      <a:noFill/>
                    </a:ln>
                    <a:solidFill>
                      <a:srgbClr val="354ECE"/>
                    </a:solidFill>
                    <a:effectLst/>
                    <a:uLnTx/>
                    <a:uFillTx/>
                    <a:sym typeface="+mn-lt"/>
                  </a:rPr>
                  <a:t>生成物</a:t>
                </a:r>
                <a:endParaRPr kumimoji="0" lang="en-US" altLang="zh-CN" sz="2400" b="0" i="0" u="none" strike="noStrike" kern="1200" cap="none" spc="0" normalizeH="0" baseline="0" noProof="0">
                  <a:ln>
                    <a:noFill/>
                  </a:ln>
                  <a:solidFill>
                    <a:srgbClr val="354ECE"/>
                  </a:solidFill>
                  <a:effectLst/>
                  <a:uLnTx/>
                  <a:uFillTx/>
                  <a:sym typeface="+mn-lt"/>
                </a:endParaRPr>
              </a:p>
              <a:p>
                <a:r>
                  <a:rPr kumimoji="0" lang="zh-CN" altLang="en-US" sz="2400" b="0" i="0" u="none" strike="noStrike" kern="1200" cap="none" spc="0" normalizeH="0" baseline="0" noProof="0">
                    <a:ln>
                      <a:noFill/>
                    </a:ln>
                    <a:solidFill>
                      <a:srgbClr val="354ECE"/>
                    </a:solidFill>
                    <a:effectLst/>
                    <a:uLnTx/>
                    <a:uFillTx/>
                    <a:sym typeface="+mn-lt"/>
                  </a:rPr>
                  <a:t>的总能量</a:t>
                </a:r>
                <a:endParaRPr lang="zh-CN" altLang="en-US" sz="2400">
                  <a:solidFill>
                    <a:srgbClr val="354ECE"/>
                  </a:solidFill>
                  <a:sym typeface="+mn-lt"/>
                </a:endParaRPr>
              </a:p>
            </p:txBody>
          </p:sp>
          <p:sp>
            <p:nvSpPr>
              <p:cNvPr id="57" name="文本框 56"/>
              <p:cNvSpPr txBox="1"/>
              <p:nvPr>
                <p:custDataLst>
                  <p:tags r:id="rId29"/>
                </p:custDataLst>
              </p:nvPr>
            </p:nvSpPr>
            <p:spPr>
              <a:xfrm>
                <a:off x="4316908" y="4476952"/>
                <a:ext cx="1415772" cy="940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defPPr>
                  <a:defRPr lang="zh-CN"/>
                </a:defPPr>
                <a:lvl1pPr algn="ctr">
                  <a:lnSpc>
                    <a:spcPct val="120000"/>
                  </a:lnSpc>
                  <a:defRPr sz="2600">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kumimoji="0" lang="zh-CN" altLang="en-US" sz="2400" b="0" i="0" u="none" strike="noStrike" kern="1200" cap="none" spc="0" normalizeH="0" baseline="0" noProof="0">
                    <a:ln>
                      <a:noFill/>
                    </a:ln>
                    <a:solidFill>
                      <a:srgbClr val="354ECE"/>
                    </a:solidFill>
                    <a:effectLst/>
                    <a:uLnTx/>
                    <a:uFillTx/>
                    <a:sym typeface="+mn-lt"/>
                  </a:rPr>
                  <a:t>反应物</a:t>
                </a:r>
                <a:endParaRPr kumimoji="0" lang="en-US" altLang="zh-CN" sz="2400" b="0" i="0" u="none" strike="noStrike" kern="1200" cap="none" spc="0" normalizeH="0" baseline="0" noProof="0">
                  <a:ln>
                    <a:noFill/>
                  </a:ln>
                  <a:solidFill>
                    <a:srgbClr val="354ECE"/>
                  </a:solidFill>
                  <a:effectLst/>
                  <a:uLnTx/>
                  <a:uFillTx/>
                  <a:sym typeface="+mn-lt"/>
                </a:endParaRPr>
              </a:p>
              <a:p>
                <a:r>
                  <a:rPr kumimoji="0" lang="zh-CN" altLang="en-US" sz="2400" b="0" i="0" u="none" strike="noStrike" kern="1200" cap="none" spc="0" normalizeH="0" baseline="0" noProof="0">
                    <a:ln>
                      <a:noFill/>
                    </a:ln>
                    <a:solidFill>
                      <a:srgbClr val="354ECE"/>
                    </a:solidFill>
                    <a:effectLst/>
                    <a:uLnTx/>
                    <a:uFillTx/>
                    <a:sym typeface="+mn-lt"/>
                  </a:rPr>
                  <a:t>的总能量</a:t>
                </a:r>
                <a:endParaRPr lang="zh-CN" altLang="en-US" sz="2400">
                  <a:solidFill>
                    <a:srgbClr val="354ECE"/>
                  </a:solidFill>
                  <a:sym typeface="+mn-lt"/>
                </a:endParaRPr>
              </a:p>
            </p:txBody>
          </p:sp>
          <p:cxnSp>
            <p:nvCxnSpPr>
              <p:cNvPr id="58" name="直接箭头连接符 57"/>
              <p:cNvCxnSpPr/>
              <p:nvPr>
                <p:custDataLst>
                  <p:tags r:id="rId30"/>
                </p:custDataLst>
              </p:nvPr>
            </p:nvCxnSpPr>
            <p:spPr>
              <a:xfrm flipH="1" flipV="1">
                <a:off x="5761540" y="3742943"/>
                <a:ext cx="0" cy="269995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1" name="任意多边形: 形状 40"/>
            <p:cNvSpPr/>
            <p:nvPr>
              <p:custDataLst>
                <p:tags r:id="rId13"/>
              </p:custDataLst>
            </p:nvPr>
          </p:nvSpPr>
          <p:spPr>
            <a:xfrm>
              <a:off x="6047960" y="3929420"/>
              <a:ext cx="1346200" cy="2151503"/>
            </a:xfrm>
            <a:custGeom>
              <a:avLst/>
              <a:gdLst>
                <a:gd name="connsiteX0" fmla="*/ 0 w 1346200"/>
                <a:gd name="connsiteY0" fmla="*/ 2151503 h 2151503"/>
                <a:gd name="connsiteX1" fmla="*/ 419100 w 1346200"/>
                <a:gd name="connsiteY1" fmla="*/ 1668903 h 2151503"/>
                <a:gd name="connsiteX2" fmla="*/ 787400 w 1346200"/>
                <a:gd name="connsiteY2" fmla="*/ 17903 h 2151503"/>
                <a:gd name="connsiteX3" fmla="*/ 1028700 w 1346200"/>
                <a:gd name="connsiteY3" fmla="*/ 805303 h 2151503"/>
                <a:gd name="connsiteX4" fmla="*/ 1346200 w 1346200"/>
                <a:gd name="connsiteY4" fmla="*/ 1008503 h 21515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6200" h="2151503">
                  <a:moveTo>
                    <a:pt x="0" y="2151503"/>
                  </a:moveTo>
                  <a:cubicBezTo>
                    <a:pt x="143933" y="2088003"/>
                    <a:pt x="287867" y="2024503"/>
                    <a:pt x="419100" y="1668903"/>
                  </a:cubicBezTo>
                  <a:cubicBezTo>
                    <a:pt x="550333" y="1313303"/>
                    <a:pt x="685800" y="161836"/>
                    <a:pt x="787400" y="17903"/>
                  </a:cubicBezTo>
                  <a:cubicBezTo>
                    <a:pt x="889000" y="-126030"/>
                    <a:pt x="935567" y="640203"/>
                    <a:pt x="1028700" y="805303"/>
                  </a:cubicBezTo>
                  <a:cubicBezTo>
                    <a:pt x="1121833" y="970403"/>
                    <a:pt x="1234016" y="989453"/>
                    <a:pt x="1346200" y="1008503"/>
                  </a:cubicBezTo>
                </a:path>
              </a:pathLst>
            </a:custGeom>
            <a:noFill/>
            <a:ln w="19050" cap="rnd">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cxnSp>
          <p:nvCxnSpPr>
            <p:cNvPr id="42" name="直接连接符 41"/>
            <p:cNvCxnSpPr/>
            <p:nvPr>
              <p:custDataLst>
                <p:tags r:id="rId14"/>
              </p:custDataLst>
            </p:nvPr>
          </p:nvCxnSpPr>
          <p:spPr>
            <a:xfrm>
              <a:off x="5802400" y="6087270"/>
              <a:ext cx="2494141" cy="0"/>
            </a:xfrm>
            <a:prstGeom prst="line">
              <a:avLst/>
            </a:prstGeom>
            <a:ln w="12700">
              <a:solidFill>
                <a:srgbClr val="00A5A9"/>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custDataLst>
                <p:tags r:id="rId15"/>
              </p:custDataLst>
            </p:nvPr>
          </p:nvCxnSpPr>
          <p:spPr>
            <a:xfrm>
              <a:off x="6043700" y="3934812"/>
              <a:ext cx="2252841" cy="0"/>
            </a:xfrm>
            <a:prstGeom prst="line">
              <a:avLst/>
            </a:prstGeom>
            <a:ln w="12700">
              <a:solidFill>
                <a:srgbClr val="00A5A9"/>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custDataLst>
                <p:tags r:id="rId16"/>
              </p:custDataLst>
            </p:nvPr>
          </p:nvCxnSpPr>
          <p:spPr>
            <a:xfrm>
              <a:off x="5802400" y="4951412"/>
              <a:ext cx="2494141" cy="0"/>
            </a:xfrm>
            <a:prstGeom prst="line">
              <a:avLst/>
            </a:prstGeom>
            <a:ln w="12700">
              <a:solidFill>
                <a:srgbClr val="00A5A9"/>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45" name="组合 44"/>
            <p:cNvGrpSpPr/>
            <p:nvPr>
              <p:custDataLst>
                <p:tags r:id="rId17"/>
              </p:custDataLst>
            </p:nvPr>
          </p:nvGrpSpPr>
          <p:grpSpPr>
            <a:xfrm>
              <a:off x="6578682" y="3948571"/>
              <a:ext cx="338554" cy="2160129"/>
              <a:chOff x="2153627" y="4012072"/>
              <a:chExt cx="338554" cy="622300"/>
            </a:xfrm>
          </p:grpSpPr>
          <p:cxnSp>
            <p:nvCxnSpPr>
              <p:cNvPr id="52" name="直接箭头连接符 51"/>
              <p:cNvCxnSpPr/>
              <p:nvPr>
                <p:custDataLst>
                  <p:tags r:id="rId24"/>
                </p:custDataLst>
              </p:nvPr>
            </p:nvCxnSpPr>
            <p:spPr>
              <a:xfrm flipH="1" flipV="1">
                <a:off x="2435634" y="4012072"/>
                <a:ext cx="0" cy="622300"/>
              </a:xfrm>
              <a:prstGeom prst="straightConnector1">
                <a:avLst/>
              </a:prstGeom>
              <a:ln w="12700">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3" name="文本框 52"/>
              <p:cNvSpPr txBox="1"/>
              <p:nvPr>
                <p:custDataLst>
                  <p:tags r:id="rId25"/>
                </p:custDataLst>
              </p:nvPr>
            </p:nvSpPr>
            <p:spPr>
              <a:xfrm>
                <a:off x="2153627" y="4351958"/>
                <a:ext cx="338554" cy="143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defPPr>
                  <a:defRPr lang="zh-CN"/>
                </a:defPPr>
                <a:lvl1pPr algn="ctr">
                  <a:lnSpc>
                    <a:spcPct val="120000"/>
                  </a:lnSpc>
                  <a:defRPr sz="2600">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r>
                  <a:rPr kumimoji="0" lang="en-US" altLang="zh-CN" sz="2400" b="0" i="1" u="none" strike="noStrike" kern="1200" cap="none" spc="0" normalizeH="0" baseline="0" noProof="0">
                    <a:ln>
                      <a:noFill/>
                    </a:ln>
                    <a:solidFill>
                      <a:prstClr val="black"/>
                    </a:solidFill>
                    <a:effectLst/>
                    <a:uLnTx/>
                    <a:uFillTx/>
                    <a:sym typeface="+mn-lt"/>
                  </a:rPr>
                  <a:t>a</a:t>
                </a:r>
                <a:endParaRPr lang="zh-CN" altLang="en-US" sz="2400" i="1">
                  <a:solidFill>
                    <a:schemeClr val="tx1"/>
                  </a:solidFill>
                  <a:sym typeface="+mn-lt"/>
                </a:endParaRPr>
              </a:p>
            </p:txBody>
          </p:sp>
        </p:grpSp>
        <p:grpSp>
          <p:nvGrpSpPr>
            <p:cNvPr id="46" name="组合 45"/>
            <p:cNvGrpSpPr/>
            <p:nvPr>
              <p:custDataLst>
                <p:tags r:id="rId18"/>
              </p:custDataLst>
            </p:nvPr>
          </p:nvGrpSpPr>
          <p:grpSpPr>
            <a:xfrm>
              <a:off x="7140256" y="4910883"/>
              <a:ext cx="320922" cy="1176965"/>
              <a:chOff x="2601576" y="4634372"/>
              <a:chExt cx="320922" cy="1413175"/>
            </a:xfrm>
          </p:grpSpPr>
          <p:cxnSp>
            <p:nvCxnSpPr>
              <p:cNvPr id="50" name="直接箭头连接符 49"/>
              <p:cNvCxnSpPr/>
              <p:nvPr>
                <p:custDataLst>
                  <p:tags r:id="rId22"/>
                </p:custDataLst>
              </p:nvPr>
            </p:nvCxnSpPr>
            <p:spPr>
              <a:xfrm flipH="1" flipV="1">
                <a:off x="2867434" y="4634372"/>
                <a:ext cx="0" cy="1413175"/>
              </a:xfrm>
              <a:prstGeom prst="straightConnector1">
                <a:avLst/>
              </a:prstGeom>
              <a:ln w="12700">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 name="文本框 50"/>
              <p:cNvSpPr txBox="1"/>
              <p:nvPr>
                <p:custDataLst>
                  <p:tags r:id="rId23"/>
                </p:custDataLst>
              </p:nvPr>
            </p:nvSpPr>
            <p:spPr>
              <a:xfrm>
                <a:off x="2601576" y="5091851"/>
                <a:ext cx="320922" cy="5965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defPPr>
                  <a:defRPr lang="zh-CN"/>
                </a:defPPr>
                <a:lvl1pPr algn="ctr">
                  <a:lnSpc>
                    <a:spcPct val="120000"/>
                  </a:lnSpc>
                  <a:defRPr sz="2600">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r>
                  <a:rPr kumimoji="0" lang="en-US" altLang="zh-CN" sz="2400" b="0" i="1" u="none" strike="noStrike" kern="1200" cap="none" spc="0" normalizeH="0" baseline="0" noProof="0">
                    <a:ln>
                      <a:noFill/>
                    </a:ln>
                    <a:solidFill>
                      <a:prstClr val="black"/>
                    </a:solidFill>
                    <a:effectLst/>
                    <a:uLnTx/>
                    <a:uFillTx/>
                    <a:sym typeface="+mn-lt"/>
                  </a:rPr>
                  <a:t>c</a:t>
                </a:r>
                <a:endParaRPr lang="zh-CN" altLang="en-US" sz="2400" i="1">
                  <a:solidFill>
                    <a:schemeClr val="tx1"/>
                  </a:solidFill>
                  <a:sym typeface="+mn-lt"/>
                </a:endParaRPr>
              </a:p>
            </p:txBody>
          </p:sp>
        </p:grpSp>
        <p:grpSp>
          <p:nvGrpSpPr>
            <p:cNvPr id="47" name="组合 46"/>
            <p:cNvGrpSpPr/>
            <p:nvPr>
              <p:custDataLst>
                <p:tags r:id="rId19"/>
              </p:custDataLst>
            </p:nvPr>
          </p:nvGrpSpPr>
          <p:grpSpPr>
            <a:xfrm>
              <a:off x="7816242" y="3948571"/>
              <a:ext cx="338554" cy="1002841"/>
              <a:chOff x="3709261" y="4012072"/>
              <a:chExt cx="338554" cy="2035475"/>
            </a:xfrm>
          </p:grpSpPr>
          <p:cxnSp>
            <p:nvCxnSpPr>
              <p:cNvPr id="48" name="直接箭头连接符 47"/>
              <p:cNvCxnSpPr/>
              <p:nvPr>
                <p:custDataLst>
                  <p:tags r:id="rId20"/>
                </p:custDataLst>
              </p:nvPr>
            </p:nvCxnSpPr>
            <p:spPr>
              <a:xfrm flipH="1" flipV="1">
                <a:off x="3750163" y="4012072"/>
                <a:ext cx="0" cy="2035475"/>
              </a:xfrm>
              <a:prstGeom prst="straightConnector1">
                <a:avLst/>
              </a:prstGeom>
              <a:ln w="12700">
                <a:solidFill>
                  <a:schemeClr val="tx1"/>
                </a:solidFill>
                <a:prstDash val="dash"/>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9" name="文本框 48"/>
              <p:cNvSpPr txBox="1"/>
              <p:nvPr>
                <p:custDataLst>
                  <p:tags r:id="rId21"/>
                </p:custDataLst>
              </p:nvPr>
            </p:nvSpPr>
            <p:spPr>
              <a:xfrm>
                <a:off x="3709261" y="4597503"/>
                <a:ext cx="338554" cy="100849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defPPr>
                  <a:defRPr lang="zh-CN"/>
                </a:defPPr>
                <a:lvl1pPr algn="ctr">
                  <a:lnSpc>
                    <a:spcPct val="120000"/>
                  </a:lnSpc>
                  <a:defRPr sz="2600">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r>
                  <a:rPr kumimoji="0" lang="en-US" altLang="zh-CN" sz="2400" b="0" i="1" u="none" strike="noStrike" kern="1200" cap="none" spc="0" normalizeH="0" baseline="0" noProof="0">
                    <a:ln>
                      <a:noFill/>
                    </a:ln>
                    <a:solidFill>
                      <a:prstClr val="black"/>
                    </a:solidFill>
                    <a:effectLst/>
                    <a:uLnTx/>
                    <a:uFillTx/>
                    <a:sym typeface="+mn-lt"/>
                  </a:rPr>
                  <a:t>b</a:t>
                </a:r>
                <a:endParaRPr lang="zh-CN" altLang="en-US" sz="2400" i="1">
                  <a:solidFill>
                    <a:schemeClr val="tx1"/>
                  </a:solidFill>
                  <a:sym typeface="+mn-lt"/>
                </a:endParaRPr>
              </a:p>
            </p:txBody>
          </p:sp>
        </p:grpSp>
      </p:grpSp>
      <p:sp>
        <p:nvSpPr>
          <p:cNvPr id="59" name="文本框 58"/>
          <p:cNvSpPr txBox="1"/>
          <p:nvPr>
            <p:custDataLst>
              <p:tags r:id="rId6"/>
            </p:custDataLst>
          </p:nvPr>
        </p:nvSpPr>
        <p:spPr>
          <a:xfrm>
            <a:off x="511226" y="4286273"/>
            <a:ext cx="4826962" cy="531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defPPr>
              <a:defRPr lang="zh-CN"/>
            </a:defPPr>
            <a:lvl1pPr algn="ctr">
              <a:lnSpc>
                <a:spcPct val="120000"/>
              </a:lnSpc>
              <a:defRPr sz="2600">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r>
              <a:rPr kumimoji="0" lang="en-US" altLang="zh-CN" b="0" i="0" u="none" strike="noStrike" kern="1200" cap="none" spc="0" normalizeH="0" baseline="0" noProof="0">
                <a:ln>
                  <a:noFill/>
                </a:ln>
                <a:solidFill>
                  <a:srgbClr val="FF0000"/>
                </a:solidFill>
                <a:effectLst/>
                <a:uLnTx/>
                <a:uFillTx/>
                <a:sym typeface="+mn-lt"/>
              </a:rPr>
              <a:t>Δ</a:t>
            </a:r>
            <a:r>
              <a:rPr kumimoji="0" lang="en-US" altLang="zh-CN" b="0" i="1" u="none" strike="noStrike" kern="1200" cap="none" spc="0" normalizeH="0" baseline="0" noProof="0">
                <a:ln>
                  <a:noFill/>
                </a:ln>
                <a:solidFill>
                  <a:srgbClr val="FF0000"/>
                </a:solidFill>
                <a:effectLst/>
                <a:uLnTx/>
                <a:uFillTx/>
                <a:sym typeface="+mn-lt"/>
              </a:rPr>
              <a:t>H</a:t>
            </a:r>
            <a:r>
              <a:rPr kumimoji="0" lang="zh-CN" altLang="en-US" b="0" i="0" u="none" strike="noStrike" kern="1200" cap="none" spc="0" normalizeH="0" baseline="0" noProof="0">
                <a:ln>
                  <a:noFill/>
                </a:ln>
                <a:solidFill>
                  <a:srgbClr val="FF0000"/>
                </a:solidFill>
                <a:effectLst/>
                <a:uLnTx/>
                <a:uFillTx/>
                <a:sym typeface="+mn-lt"/>
              </a:rPr>
              <a:t>＝</a:t>
            </a:r>
            <a:r>
              <a:rPr kumimoji="0" lang="en-US" altLang="zh-CN" b="0" i="0" u="none" strike="noStrike" kern="1200" cap="none" spc="0" normalizeH="0" baseline="0" noProof="0">
                <a:ln>
                  <a:noFill/>
                </a:ln>
                <a:solidFill>
                  <a:srgbClr val="FF0000"/>
                </a:solidFill>
                <a:effectLst/>
                <a:uLnTx/>
                <a:uFillTx/>
                <a:sym typeface="+mn-lt"/>
              </a:rPr>
              <a:t>(</a:t>
            </a:r>
            <a:r>
              <a:rPr kumimoji="0" lang="en-US" altLang="zh-CN" b="0" i="1" u="none" strike="noStrike" kern="1200" cap="none" spc="0" normalizeH="0" baseline="0" noProof="0">
                <a:ln>
                  <a:noFill/>
                </a:ln>
                <a:solidFill>
                  <a:srgbClr val="FF0000"/>
                </a:solidFill>
                <a:effectLst/>
                <a:uLnTx/>
                <a:uFillTx/>
                <a:sym typeface="+mn-lt"/>
              </a:rPr>
              <a:t>a</a:t>
            </a:r>
            <a:r>
              <a:rPr lang="zh-CN" altLang="en-US">
                <a:solidFill>
                  <a:srgbClr val="FF0000"/>
                </a:solidFill>
                <a:sym typeface="+mn-lt"/>
              </a:rPr>
              <a:t>－</a:t>
            </a:r>
            <a:r>
              <a:rPr kumimoji="0" lang="en-US" altLang="zh-CN" b="0" i="1" u="none" strike="noStrike" kern="1200" cap="none" spc="0" normalizeH="0" baseline="0" noProof="0">
                <a:ln>
                  <a:noFill/>
                </a:ln>
                <a:solidFill>
                  <a:srgbClr val="FF0000"/>
                </a:solidFill>
                <a:effectLst/>
                <a:uLnTx/>
                <a:uFillTx/>
                <a:sym typeface="+mn-lt"/>
              </a:rPr>
              <a:t>b</a:t>
            </a:r>
            <a:r>
              <a:rPr kumimoji="0" lang="en-US" altLang="zh-CN" b="0" i="0" u="none" strike="noStrike" kern="1200" cap="none" spc="0" normalizeH="0" baseline="0" noProof="0">
                <a:ln>
                  <a:noFill/>
                </a:ln>
                <a:solidFill>
                  <a:srgbClr val="FF0000"/>
                </a:solidFill>
                <a:effectLst/>
                <a:uLnTx/>
                <a:uFillTx/>
                <a:sym typeface="+mn-lt"/>
              </a:rPr>
              <a:t>)</a:t>
            </a:r>
            <a:r>
              <a:rPr lang="en-US" altLang="zh-CN">
                <a:solidFill>
                  <a:srgbClr val="FF0000"/>
                </a:solidFill>
                <a:sym typeface="+mn-lt"/>
              </a:rPr>
              <a:t> kJ/mol</a:t>
            </a:r>
            <a:r>
              <a:rPr lang="zh-CN" altLang="en-US">
                <a:solidFill>
                  <a:srgbClr val="FF0000"/>
                </a:solidFill>
                <a:sym typeface="+mn-lt"/>
              </a:rPr>
              <a:t> </a:t>
            </a:r>
            <a:r>
              <a:rPr kumimoji="0" lang="zh-CN" altLang="en-US" b="0" i="0" u="none" strike="noStrike" kern="1200" cap="none" spc="0" normalizeH="0" baseline="0" noProof="0">
                <a:ln>
                  <a:noFill/>
                </a:ln>
                <a:solidFill>
                  <a:srgbClr val="FF0000"/>
                </a:solidFill>
                <a:effectLst/>
                <a:uLnTx/>
                <a:uFillTx/>
                <a:sym typeface="+mn-lt"/>
              </a:rPr>
              <a:t>＝</a:t>
            </a:r>
            <a:r>
              <a:rPr lang="zh-CN" altLang="en-US">
                <a:solidFill>
                  <a:srgbClr val="FF0000"/>
                </a:solidFill>
                <a:sym typeface="+mn-lt"/>
              </a:rPr>
              <a:t>－</a:t>
            </a:r>
            <a:r>
              <a:rPr kumimoji="0" lang="en-US" altLang="zh-CN" b="0" i="1" u="none" strike="noStrike" kern="1200" cap="none" spc="0" normalizeH="0" baseline="0" noProof="0">
                <a:ln>
                  <a:noFill/>
                </a:ln>
                <a:solidFill>
                  <a:srgbClr val="FF0000"/>
                </a:solidFill>
                <a:effectLst/>
                <a:uLnTx/>
                <a:uFillTx/>
                <a:sym typeface="+mn-lt"/>
              </a:rPr>
              <a:t>c</a:t>
            </a:r>
            <a:r>
              <a:rPr lang="en-US" altLang="zh-CN">
                <a:solidFill>
                  <a:srgbClr val="FF0000"/>
                </a:solidFill>
                <a:sym typeface="+mn-lt"/>
              </a:rPr>
              <a:t> kJ/mol</a:t>
            </a:r>
            <a:r>
              <a:rPr lang="zh-CN" altLang="en-US">
                <a:solidFill>
                  <a:srgbClr val="FF0000"/>
                </a:solidFill>
                <a:sym typeface="+mn-lt"/>
              </a:rPr>
              <a:t> </a:t>
            </a:r>
            <a:endParaRPr lang="zh-CN" altLang="en-US" i="1">
              <a:solidFill>
                <a:srgbClr val="FF0000"/>
              </a:solidFill>
              <a:sym typeface="+mn-lt"/>
            </a:endParaRPr>
          </a:p>
        </p:txBody>
      </p:sp>
      <p:sp>
        <p:nvSpPr>
          <p:cNvPr id="60" name="文本框 59"/>
          <p:cNvSpPr txBox="1"/>
          <p:nvPr>
            <p:custDataLst>
              <p:tags r:id="rId7"/>
            </p:custDataLst>
          </p:nvPr>
        </p:nvSpPr>
        <p:spPr>
          <a:xfrm>
            <a:off x="6243377" y="4286273"/>
            <a:ext cx="4493538" cy="531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defPPr>
              <a:defRPr lang="zh-CN"/>
            </a:defPPr>
            <a:lvl1pPr algn="ctr">
              <a:lnSpc>
                <a:spcPct val="120000"/>
              </a:lnSpc>
              <a:defRPr sz="2600">
                <a:cs typeface="+mn-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algn="just"/>
            <a:r>
              <a:rPr kumimoji="0" lang="en-US" altLang="zh-CN" b="0" i="0" u="none" strike="noStrike" kern="1200" cap="none" spc="0" normalizeH="0" baseline="0" noProof="0">
                <a:ln>
                  <a:noFill/>
                </a:ln>
                <a:solidFill>
                  <a:srgbClr val="FF0000"/>
                </a:solidFill>
                <a:effectLst/>
                <a:uLnTx/>
                <a:uFillTx/>
                <a:sym typeface="+mn-lt"/>
              </a:rPr>
              <a:t>Δ</a:t>
            </a:r>
            <a:r>
              <a:rPr kumimoji="0" lang="en-US" altLang="zh-CN" b="0" i="1" u="none" strike="noStrike" kern="1200" cap="none" spc="0" normalizeH="0" baseline="0" noProof="0">
                <a:ln>
                  <a:noFill/>
                </a:ln>
                <a:solidFill>
                  <a:srgbClr val="FF0000"/>
                </a:solidFill>
                <a:effectLst/>
                <a:uLnTx/>
                <a:uFillTx/>
                <a:sym typeface="+mn-lt"/>
              </a:rPr>
              <a:t>H</a:t>
            </a:r>
            <a:r>
              <a:rPr kumimoji="0" lang="zh-CN" altLang="en-US" b="0" i="0" u="none" strike="noStrike" kern="1200" cap="none" spc="0" normalizeH="0" baseline="0" noProof="0">
                <a:ln>
                  <a:noFill/>
                </a:ln>
                <a:solidFill>
                  <a:srgbClr val="FF0000"/>
                </a:solidFill>
                <a:effectLst/>
                <a:uLnTx/>
                <a:uFillTx/>
                <a:sym typeface="+mn-lt"/>
              </a:rPr>
              <a:t>＝</a:t>
            </a:r>
            <a:r>
              <a:rPr kumimoji="0" lang="en-US" altLang="zh-CN" b="0" i="0" u="none" strike="noStrike" kern="1200" cap="none" spc="0" normalizeH="0" baseline="0" noProof="0">
                <a:ln>
                  <a:noFill/>
                </a:ln>
                <a:solidFill>
                  <a:srgbClr val="FF0000"/>
                </a:solidFill>
                <a:effectLst/>
                <a:uLnTx/>
                <a:uFillTx/>
                <a:sym typeface="+mn-lt"/>
              </a:rPr>
              <a:t>(</a:t>
            </a:r>
            <a:r>
              <a:rPr kumimoji="0" lang="en-US" altLang="zh-CN" b="0" i="1" u="none" strike="noStrike" kern="1200" cap="none" spc="0" normalizeH="0" baseline="0" noProof="0">
                <a:ln>
                  <a:noFill/>
                </a:ln>
                <a:solidFill>
                  <a:srgbClr val="FF0000"/>
                </a:solidFill>
                <a:effectLst/>
                <a:uLnTx/>
                <a:uFillTx/>
                <a:sym typeface="+mn-lt"/>
              </a:rPr>
              <a:t>a</a:t>
            </a:r>
            <a:r>
              <a:rPr lang="zh-CN" altLang="en-US">
                <a:solidFill>
                  <a:srgbClr val="FF0000"/>
                </a:solidFill>
                <a:sym typeface="+mn-lt"/>
              </a:rPr>
              <a:t>－</a:t>
            </a:r>
            <a:r>
              <a:rPr kumimoji="0" lang="en-US" altLang="zh-CN" b="0" i="1" u="none" strike="noStrike" kern="1200" cap="none" spc="0" normalizeH="0" baseline="0" noProof="0">
                <a:ln>
                  <a:noFill/>
                </a:ln>
                <a:solidFill>
                  <a:srgbClr val="FF0000"/>
                </a:solidFill>
                <a:effectLst/>
                <a:uLnTx/>
                <a:uFillTx/>
                <a:sym typeface="+mn-lt"/>
              </a:rPr>
              <a:t>b</a:t>
            </a:r>
            <a:r>
              <a:rPr kumimoji="0" lang="en-US" altLang="zh-CN" b="0" i="0" u="none" strike="noStrike" kern="1200" cap="none" spc="0" normalizeH="0" baseline="0" noProof="0">
                <a:ln>
                  <a:noFill/>
                </a:ln>
                <a:solidFill>
                  <a:srgbClr val="FF0000"/>
                </a:solidFill>
                <a:effectLst/>
                <a:uLnTx/>
                <a:uFillTx/>
                <a:sym typeface="+mn-lt"/>
              </a:rPr>
              <a:t>)</a:t>
            </a:r>
            <a:r>
              <a:rPr lang="en-US" altLang="zh-CN">
                <a:solidFill>
                  <a:srgbClr val="FF0000"/>
                </a:solidFill>
                <a:sym typeface="+mn-lt"/>
              </a:rPr>
              <a:t> kJ/mol</a:t>
            </a:r>
            <a:r>
              <a:rPr lang="zh-CN" altLang="en-US">
                <a:solidFill>
                  <a:srgbClr val="FF0000"/>
                </a:solidFill>
                <a:sym typeface="+mn-lt"/>
              </a:rPr>
              <a:t> </a:t>
            </a:r>
            <a:r>
              <a:rPr kumimoji="0" lang="zh-CN" altLang="en-US" b="0" i="0" u="none" strike="noStrike" kern="1200" cap="none" spc="0" normalizeH="0" baseline="0" noProof="0">
                <a:ln>
                  <a:noFill/>
                </a:ln>
                <a:solidFill>
                  <a:srgbClr val="FF0000"/>
                </a:solidFill>
                <a:effectLst/>
                <a:uLnTx/>
                <a:uFillTx/>
                <a:sym typeface="+mn-lt"/>
              </a:rPr>
              <a:t>＝</a:t>
            </a:r>
            <a:r>
              <a:rPr kumimoji="0" lang="en-US" altLang="zh-CN" b="0" i="1" u="none" strike="noStrike" kern="1200" cap="none" spc="0" normalizeH="0" baseline="0" noProof="0">
                <a:ln>
                  <a:noFill/>
                </a:ln>
                <a:solidFill>
                  <a:srgbClr val="FF0000"/>
                </a:solidFill>
                <a:effectLst/>
                <a:uLnTx/>
                <a:uFillTx/>
                <a:sym typeface="+mn-lt"/>
              </a:rPr>
              <a:t>c</a:t>
            </a:r>
            <a:r>
              <a:rPr lang="en-US" altLang="zh-CN">
                <a:solidFill>
                  <a:srgbClr val="FF0000"/>
                </a:solidFill>
                <a:sym typeface="+mn-lt"/>
              </a:rPr>
              <a:t> kJ/mol</a:t>
            </a:r>
            <a:r>
              <a:rPr lang="zh-CN" altLang="en-US">
                <a:solidFill>
                  <a:srgbClr val="FF0000"/>
                </a:solidFill>
                <a:sym typeface="+mn-lt"/>
              </a:rPr>
              <a:t> </a:t>
            </a:r>
            <a:endParaRPr lang="zh-CN" altLang="en-US" i="1">
              <a:solidFill>
                <a:srgbClr val="FF0000"/>
              </a:solidFill>
              <a:sym typeface="+mn-lt"/>
            </a:endParaRPr>
          </a:p>
        </p:txBody>
      </p:sp>
      <p:grpSp>
        <p:nvGrpSpPr>
          <p:cNvPr id="62" name="组合 61"/>
          <p:cNvGrpSpPr/>
          <p:nvPr>
            <p:custDataLst>
              <p:tags r:id="rId8"/>
            </p:custDataLst>
          </p:nvPr>
        </p:nvGrpSpPr>
        <p:grpSpPr>
          <a:xfrm>
            <a:off x="420815" y="1116531"/>
            <a:ext cx="11349774" cy="4892377"/>
            <a:chOff x="420815" y="1116531"/>
            <a:chExt cx="11349774" cy="4892377"/>
          </a:xfrm>
        </p:grpSpPr>
        <p:sp>
          <p:nvSpPr>
            <p:cNvPr id="61" name="矩形 60"/>
            <p:cNvSpPr/>
            <p:nvPr>
              <p:custDataLst>
                <p:tags r:id="rId10"/>
              </p:custDataLst>
            </p:nvPr>
          </p:nvSpPr>
          <p:spPr>
            <a:xfrm>
              <a:off x="420815" y="1116531"/>
              <a:ext cx="11349774" cy="4649002"/>
            </a:xfrm>
            <a:prstGeom prst="rect">
              <a:avLst/>
            </a:prstGeom>
            <a:noFill/>
            <a:ln>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cs typeface="+mn-ea"/>
                <a:sym typeface="+mn-lt"/>
              </a:endParaRPr>
            </a:p>
          </p:txBody>
        </p:sp>
        <p:sp>
          <p:nvSpPr>
            <p:cNvPr id="2" name="文本框 1"/>
            <p:cNvSpPr txBox="1"/>
            <p:nvPr>
              <p:custDataLst>
                <p:tags r:id="rId11"/>
              </p:custDataLst>
            </p:nvPr>
          </p:nvSpPr>
          <p:spPr>
            <a:xfrm>
              <a:off x="2835364" y="5443560"/>
              <a:ext cx="6433171" cy="565348"/>
            </a:xfrm>
            <a:prstGeom prst="rect">
              <a:avLst/>
            </a:prstGeom>
            <a:solidFill>
              <a:schemeClr val="accent2">
                <a:lumMod val="20000"/>
                <a:lumOff val="80000"/>
              </a:schemeClr>
            </a:solidFill>
            <a:ln w="12700">
              <a:solidFill>
                <a:srgbClr val="FF0000"/>
              </a:solidFill>
              <a:prstDash val="dash"/>
            </a:ln>
          </p:spPr>
          <p:txBody>
            <a:bodyPr wrap="none">
              <a:spAutoFit/>
            </a:bodyPr>
            <a:lstStyle/>
            <a:p>
              <a:pPr algn="ctr">
                <a:lnSpc>
                  <a:spcPct val="120000"/>
                </a:lnSpc>
              </a:pPr>
              <a:r>
                <a:rPr lang="en-US" altLang="zh-CN" sz="2800" b="1">
                  <a:cs typeface="+mn-ea"/>
                  <a:sym typeface="+mn-lt"/>
                </a:rPr>
                <a:t>Δ</a:t>
              </a:r>
              <a:r>
                <a:rPr lang="en-US" altLang="zh-CN" sz="2800" b="1" i="1">
                  <a:cs typeface="+mn-ea"/>
                  <a:sym typeface="+mn-lt"/>
                </a:rPr>
                <a:t>H</a:t>
              </a:r>
              <a:r>
                <a:rPr lang="zh-CN" altLang="en-US" sz="2800" b="1">
                  <a:cs typeface="+mn-ea"/>
                  <a:sym typeface="+mn-lt"/>
                </a:rPr>
                <a:t>＝正反应的活化能－逆反应的活化能</a:t>
              </a:r>
              <a:endParaRPr lang="en-US" altLang="zh-CN" sz="2800" b="1">
                <a:cs typeface="+mn-ea"/>
                <a:sym typeface="+mn-lt"/>
              </a:endParaRPr>
            </a:p>
          </p:txBody>
        </p:sp>
      </p:grpSp>
      <p:sp>
        <p:nvSpPr>
          <p:cNvPr id="4" name="文本框 3"/>
          <p:cNvSpPr txBox="1"/>
          <p:nvPr>
            <p:custDataLst>
              <p:tags r:id="rId9"/>
            </p:custDataLst>
          </p:nvPr>
        </p:nvSpPr>
        <p:spPr>
          <a:xfrm>
            <a:off x="4013799" y="293521"/>
            <a:ext cx="4368504" cy="565348"/>
          </a:xfrm>
          <a:prstGeom prst="rect">
            <a:avLst/>
          </a:prstGeom>
          <a:solidFill>
            <a:srgbClr val="354ECE"/>
          </a:solidFill>
        </p:spPr>
        <p:txBody>
          <a:bodyPr vert="horz" wrap="none" rtlCol="0" anchor="ctr">
            <a:spAutoFit/>
          </a:bodyPr>
          <a:lstStyle/>
          <a:p>
            <a:pPr>
              <a:lnSpc>
                <a:spcPct val="120000"/>
              </a:lnSpc>
            </a:pPr>
            <a:r>
              <a:rPr lang="zh-CN" altLang="en-US" sz="2800" b="1">
                <a:solidFill>
                  <a:schemeClr val="bg1"/>
                </a:solidFill>
                <a:cs typeface="+mn-ea"/>
                <a:sym typeface="+mn-lt"/>
              </a:rPr>
              <a:t>类型</a:t>
            </a:r>
            <a:r>
              <a:rPr lang="en-US" altLang="zh-CN" sz="2800" b="1">
                <a:solidFill>
                  <a:schemeClr val="bg1"/>
                </a:solidFill>
                <a:cs typeface="+mn-ea"/>
                <a:sym typeface="+mn-lt"/>
              </a:rPr>
              <a:t>05 </a:t>
            </a:r>
            <a:r>
              <a:rPr lang="zh-CN" altLang="en-US" sz="2800" b="1">
                <a:solidFill>
                  <a:schemeClr val="bg1"/>
                </a:solidFill>
                <a:cs typeface="+mn-ea"/>
                <a:sym typeface="+mn-lt"/>
              </a:rPr>
              <a:t>利用活化能计算</a:t>
            </a:r>
            <a:r>
              <a:rPr lang="en-US" altLang="zh-CN" sz="2800" b="1">
                <a:solidFill>
                  <a:schemeClr val="bg1"/>
                </a:solidFill>
                <a:cs typeface="+mn-ea"/>
                <a:sym typeface="+mn-lt"/>
              </a:rPr>
              <a:t>ΔH</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par>
                    <p:cTn id="10" fill="hold" nodeType="clickPar">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9"/>
                                        </p:tgtEl>
                                        <p:attrNameLst>
                                          <p:attrName>style.visibility</p:attrName>
                                        </p:attrNameLst>
                                      </p:cBhvr>
                                      <p:to>
                                        <p:strVal val="visible"/>
                                      </p:to>
                                    </p:set>
                                    <p:anim calcmode="lin" valueType="num">
                                      <p:cBhvr>
                                        <p:cTn id="14" dur="500" fill="hold"/>
                                        <p:tgtEl>
                                          <p:spTgt spid="39"/>
                                        </p:tgtEl>
                                        <p:attrNameLst>
                                          <p:attrName>ppt_w</p:attrName>
                                        </p:attrNameLst>
                                      </p:cBhvr>
                                      <p:tavLst>
                                        <p:tav tm="0">
                                          <p:val>
                                            <p:fltVal val="0"/>
                                          </p:val>
                                        </p:tav>
                                        <p:tav tm="100000">
                                          <p:val>
                                            <p:strVal val="#ppt_w"/>
                                          </p:val>
                                        </p:tav>
                                      </p:tavLst>
                                    </p:anim>
                                    <p:anim calcmode="lin" valueType="num">
                                      <p:cBhvr>
                                        <p:cTn id="15" dur="500" fill="hold"/>
                                        <p:tgtEl>
                                          <p:spTgt spid="39"/>
                                        </p:tgtEl>
                                        <p:attrNameLst>
                                          <p:attrName>ppt_h</p:attrName>
                                        </p:attrNameLst>
                                      </p:cBhvr>
                                      <p:tavLst>
                                        <p:tav tm="0">
                                          <p:val>
                                            <p:fltVal val="0"/>
                                          </p:val>
                                        </p:tav>
                                        <p:tav tm="100000">
                                          <p:val>
                                            <p:strVal val="#ppt_h"/>
                                          </p:val>
                                        </p:tav>
                                      </p:tavLst>
                                    </p:anim>
                                    <p:animEffect transition="in" filter="fade">
                                      <p:cBhvr>
                                        <p:cTn id="16" dur="500"/>
                                        <p:tgtEl>
                                          <p:spTgt spid="39"/>
                                        </p:tgtEl>
                                      </p:cBhvr>
                                    </p:animEffect>
                                  </p:childTnLst>
                                </p:cTn>
                              </p:par>
                            </p:childTnLst>
                          </p:cTn>
                        </p:par>
                      </p:childTnLst>
                    </p:cTn>
                  </p:par>
                  <p:par>
                    <p:cTn id="17" fill="hold" nodeType="clickPar">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34"/>
                                        </p:tgtEl>
                                        <p:attrNameLst>
                                          <p:attrName>style.visibility</p:attrName>
                                        </p:attrNameLst>
                                      </p:cBhvr>
                                      <p:to>
                                        <p:strVal val="visible"/>
                                      </p:to>
                                    </p:set>
                                    <p:animEffect transition="in" filter="wipe(left)">
                                      <p:cBhvr>
                                        <p:cTn id="21" dur="500"/>
                                        <p:tgtEl>
                                          <p:spTgt spid="34"/>
                                        </p:tgtEl>
                                      </p:cBhvr>
                                    </p:animEffect>
                                  </p:childTnLst>
                                </p:cTn>
                              </p:par>
                            </p:childTnLst>
                          </p:cTn>
                        </p:par>
                      </p:childTnLst>
                    </p:cTn>
                  </p:par>
                  <p:par>
                    <p:cTn id="22" fill="hold" nodeType="clickPar">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wipe(left)">
                                      <p:cBhvr>
                                        <p:cTn id="26" dur="500"/>
                                        <p:tgtEl>
                                          <p:spTgt spid="35"/>
                                        </p:tgtEl>
                                      </p:cBhvr>
                                    </p:animEffect>
                                  </p:childTnLst>
                                </p:cTn>
                              </p:par>
                            </p:childTnLst>
                          </p:cTn>
                        </p:par>
                      </p:childTnLst>
                    </p:cTn>
                  </p:par>
                  <p:par>
                    <p:cTn id="27" fill="hold" nodeType="clickPar">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wipe(left)">
                                      <p:cBhvr>
                                        <p:cTn id="31" dur="500"/>
                                        <p:tgtEl>
                                          <p:spTgt spid="36"/>
                                        </p:tgtEl>
                                      </p:cBhvr>
                                    </p:animEffect>
                                  </p:childTnLst>
                                </p:cTn>
                              </p:par>
                            </p:childTnLst>
                          </p:cTn>
                        </p:par>
                      </p:childTnLst>
                    </p:cTn>
                  </p:par>
                  <p:par>
                    <p:cTn id="32" fill="hold" nodeType="clickPar">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59"/>
                                        </p:tgtEl>
                                        <p:attrNameLst>
                                          <p:attrName>style.visibility</p:attrName>
                                        </p:attrNameLst>
                                      </p:cBhvr>
                                      <p:to>
                                        <p:strVal val="visible"/>
                                      </p:to>
                                    </p:set>
                                    <p:anim calcmode="lin" valueType="num">
                                      <p:cBhvr>
                                        <p:cTn id="36" dur="500" fill="hold"/>
                                        <p:tgtEl>
                                          <p:spTgt spid="59"/>
                                        </p:tgtEl>
                                        <p:attrNameLst>
                                          <p:attrName>ppt_w</p:attrName>
                                        </p:attrNameLst>
                                      </p:cBhvr>
                                      <p:tavLst>
                                        <p:tav tm="0">
                                          <p:val>
                                            <p:fltVal val="0"/>
                                          </p:val>
                                        </p:tav>
                                        <p:tav tm="100000">
                                          <p:val>
                                            <p:strVal val="#ppt_w"/>
                                          </p:val>
                                        </p:tav>
                                      </p:tavLst>
                                    </p:anim>
                                    <p:anim calcmode="lin" valueType="num">
                                      <p:cBhvr>
                                        <p:cTn id="37" dur="500" fill="hold"/>
                                        <p:tgtEl>
                                          <p:spTgt spid="59"/>
                                        </p:tgtEl>
                                        <p:attrNameLst>
                                          <p:attrName>ppt_h</p:attrName>
                                        </p:attrNameLst>
                                      </p:cBhvr>
                                      <p:tavLst>
                                        <p:tav tm="0">
                                          <p:val>
                                            <p:fltVal val="0"/>
                                          </p:val>
                                        </p:tav>
                                        <p:tav tm="100000">
                                          <p:val>
                                            <p:strVal val="#ppt_h"/>
                                          </p:val>
                                        </p:tav>
                                      </p:tavLst>
                                    </p:anim>
                                    <p:animEffect transition="in" filter="fade">
                                      <p:cBhvr>
                                        <p:cTn id="38" dur="500"/>
                                        <p:tgtEl>
                                          <p:spTgt spid="59"/>
                                        </p:tgtEl>
                                      </p:cBhvr>
                                    </p:animEffect>
                                  </p:childTnLst>
                                </p:cTn>
                              </p:par>
                            </p:childTnLst>
                          </p:cTn>
                        </p:par>
                      </p:childTnLst>
                    </p:cTn>
                  </p:par>
                  <p:par>
                    <p:cTn id="39" fill="hold" nodeType="clickPar">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60"/>
                                        </p:tgtEl>
                                        <p:attrNameLst>
                                          <p:attrName>style.visibility</p:attrName>
                                        </p:attrNameLst>
                                      </p:cBhvr>
                                      <p:to>
                                        <p:strVal val="visible"/>
                                      </p:to>
                                    </p:set>
                                    <p:anim calcmode="lin" valueType="num">
                                      <p:cBhvr>
                                        <p:cTn id="43" dur="500" fill="hold"/>
                                        <p:tgtEl>
                                          <p:spTgt spid="60"/>
                                        </p:tgtEl>
                                        <p:attrNameLst>
                                          <p:attrName>ppt_w</p:attrName>
                                        </p:attrNameLst>
                                      </p:cBhvr>
                                      <p:tavLst>
                                        <p:tav tm="0">
                                          <p:val>
                                            <p:fltVal val="0"/>
                                          </p:val>
                                        </p:tav>
                                        <p:tav tm="100000">
                                          <p:val>
                                            <p:strVal val="#ppt_w"/>
                                          </p:val>
                                        </p:tav>
                                      </p:tavLst>
                                    </p:anim>
                                    <p:anim calcmode="lin" valueType="num">
                                      <p:cBhvr>
                                        <p:cTn id="44" dur="500" fill="hold"/>
                                        <p:tgtEl>
                                          <p:spTgt spid="60"/>
                                        </p:tgtEl>
                                        <p:attrNameLst>
                                          <p:attrName>ppt_h</p:attrName>
                                        </p:attrNameLst>
                                      </p:cBhvr>
                                      <p:tavLst>
                                        <p:tav tm="0">
                                          <p:val>
                                            <p:fltVal val="0"/>
                                          </p:val>
                                        </p:tav>
                                        <p:tav tm="100000">
                                          <p:val>
                                            <p:strVal val="#ppt_h"/>
                                          </p:val>
                                        </p:tav>
                                      </p:tavLst>
                                    </p:anim>
                                    <p:animEffect transition="in" filter="fade">
                                      <p:cBhvr>
                                        <p:cTn id="45" dur="500"/>
                                        <p:tgtEl>
                                          <p:spTgt spid="60"/>
                                        </p:tgtEl>
                                      </p:cBhvr>
                                    </p:animEffect>
                                  </p:childTnLst>
                                </p:cTn>
                              </p:par>
                            </p:childTnLst>
                          </p:cTn>
                        </p:par>
                      </p:childTnLst>
                    </p:cTn>
                  </p:par>
                  <p:par>
                    <p:cTn id="46" fill="hold" nodeType="clickPar">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62"/>
                                        </p:tgtEl>
                                        <p:attrNameLst>
                                          <p:attrName>style.visibility</p:attrName>
                                        </p:attrNameLst>
                                      </p:cBhvr>
                                      <p:to>
                                        <p:strVal val="visible"/>
                                      </p:to>
                                    </p:set>
                                    <p:animEffect transition="in" filter="barn(inVertical)">
                                      <p:cBhvr>
                                        <p:cTn id="50"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p:bldP spid="59" grpId="0"/>
      <p:bldP spid="6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1"/>
            </p:custDataLst>
          </p:nvPr>
        </p:nvSpPr>
        <p:spPr>
          <a:xfrm>
            <a:off x="373267" y="5492870"/>
            <a:ext cx="1861820" cy="607695"/>
          </a:xfrm>
          <a:prstGeom prst="rect">
            <a:avLst/>
          </a:prstGeom>
          <a:noFill/>
        </p:spPr>
        <p:txBody>
          <a:bodyPr wrap="none" rtlCol="0">
            <a:spAutoFit/>
          </a:bodyPr>
          <a:lstStyle/>
          <a:p>
            <a:pPr algn="just">
              <a:lnSpc>
                <a:spcPct val="120000"/>
              </a:lnSpc>
            </a:pPr>
            <a:r>
              <a:rPr lang="en-US" altLang="zh-CN" sz="2800" b="1">
                <a:solidFill>
                  <a:srgbClr val="FF0000"/>
                </a:solidFill>
                <a:cs typeface="+mn-ea"/>
                <a:sym typeface="+mn-lt"/>
              </a:rPr>
              <a:t>【</a:t>
            </a:r>
            <a:r>
              <a:rPr lang="zh-CN" altLang="en-US" sz="2800" b="1">
                <a:solidFill>
                  <a:srgbClr val="FF0000"/>
                </a:solidFill>
                <a:cs typeface="+mn-ea"/>
                <a:sym typeface="+mn-lt"/>
              </a:rPr>
              <a:t>答案</a:t>
            </a:r>
            <a:r>
              <a:rPr lang="en-US" altLang="zh-CN" sz="2800" b="1">
                <a:solidFill>
                  <a:srgbClr val="FF0000"/>
                </a:solidFill>
                <a:cs typeface="+mn-ea"/>
                <a:sym typeface="+mn-lt"/>
              </a:rPr>
              <a:t>】C</a:t>
            </a:r>
          </a:p>
        </p:txBody>
      </p:sp>
      <p:pic>
        <p:nvPicPr>
          <p:cNvPr id="3" name="图片 2"/>
          <p:cNvPicPr>
            <a:picLocks noChangeAspect="1"/>
          </p:cNvPicPr>
          <p:nvPr>
            <p:custDataLst>
              <p:tags r:id="rId2"/>
            </p:custDataLst>
          </p:nvPr>
        </p:nvPicPr>
        <p:blipFill>
          <a:blip r:embed="rId11"/>
          <a:stretch>
            <a:fillRect/>
          </a:stretch>
        </p:blipFill>
        <p:spPr>
          <a:xfrm>
            <a:off x="7494270" y="2149475"/>
            <a:ext cx="3943985" cy="3030220"/>
          </a:xfrm>
          <a:prstGeom prst="rect">
            <a:avLst/>
          </a:prstGeom>
        </p:spPr>
      </p:pic>
      <p:graphicFrame>
        <p:nvGraphicFramePr>
          <p:cNvPr id="6" name="对象 5"/>
          <p:cNvGraphicFramePr>
            <a:graphicFrameLocks noChangeAspect="1"/>
          </p:cNvGraphicFramePr>
          <p:nvPr>
            <p:custDataLst>
              <p:tags r:id="rId3"/>
            </p:custDataLst>
          </p:nvPr>
        </p:nvGraphicFramePr>
        <p:xfrm>
          <a:off x="4560733" y="2008276"/>
          <a:ext cx="1189034" cy="421116"/>
        </p:xfrm>
        <a:graphic>
          <a:graphicData uri="http://schemas.openxmlformats.org/presentationml/2006/ole">
            <mc:AlternateContent xmlns:mc="http://schemas.openxmlformats.org/markup-compatibility/2006">
              <mc:Choice xmlns:v="urn:schemas-microsoft-com:vml" Requires="v">
                <p:oleObj name="Equation" r:id="rId12" imgW="520065" imgH="177800" progId="Equation.DSMT4">
                  <p:embed/>
                </p:oleObj>
              </mc:Choice>
              <mc:Fallback>
                <p:oleObj name="Equation" r:id="rId12" imgW="520065" imgH="177800" progId="Equation.DSMT4">
                  <p:embed/>
                  <p:pic>
                    <p:nvPicPr>
                      <p:cNvPr id="6" name="对象 5"/>
                      <p:cNvPicPr/>
                      <p:nvPr/>
                    </p:nvPicPr>
                    <p:blipFill>
                      <a:blip r:embed="rId13">
                        <a:extLst>
                          <a:ext uri="{28A0092B-C50C-407E-A947-70E740481C1C}">
                            <a14:useLocalDpi xmlns:a14="http://schemas.microsoft.com/office/drawing/2010/main" val="0"/>
                          </a:ext>
                        </a:extLst>
                      </a:blip>
                      <a:stretch>
                        <a:fillRect/>
                      </a:stretch>
                    </p:blipFill>
                    <p:spPr>
                      <a:xfrm>
                        <a:off x="4560733" y="2008276"/>
                        <a:ext cx="1189034" cy="421116"/>
                      </a:xfrm>
                      <a:prstGeom prst="rect">
                        <a:avLst/>
                      </a:prstGeom>
                      <a:noFill/>
                    </p:spPr>
                  </p:pic>
                </p:oleObj>
              </mc:Fallback>
            </mc:AlternateContent>
          </a:graphicData>
        </a:graphic>
      </p:graphicFrame>
      <p:graphicFrame>
        <p:nvGraphicFramePr>
          <p:cNvPr id="8" name="对象 7"/>
          <p:cNvGraphicFramePr>
            <a:graphicFrameLocks noChangeAspect="1"/>
          </p:cNvGraphicFramePr>
          <p:nvPr>
            <p:custDataLst>
              <p:tags r:id="rId4"/>
            </p:custDataLst>
          </p:nvPr>
        </p:nvGraphicFramePr>
        <p:xfrm>
          <a:off x="3145697" y="3047797"/>
          <a:ext cx="1615968" cy="538656"/>
        </p:xfrm>
        <a:graphic>
          <a:graphicData uri="http://schemas.openxmlformats.org/presentationml/2006/ole">
            <mc:AlternateContent xmlns:mc="http://schemas.openxmlformats.org/markup-compatibility/2006">
              <mc:Choice xmlns:v="urn:schemas-microsoft-com:vml" Requires="v">
                <p:oleObj name="Equation" r:id="rId14" imgW="685800" imgH="228600" progId="Equation.DSMT4">
                  <p:embed/>
                </p:oleObj>
              </mc:Choice>
              <mc:Fallback>
                <p:oleObj name="Equation" r:id="rId14" imgW="685800" imgH="228600" progId="Equation.DSMT4">
                  <p:embed/>
                  <p:pic>
                    <p:nvPicPr>
                      <p:cNvPr id="8" name="对象 7"/>
                      <p:cNvPicPr/>
                      <p:nvPr/>
                    </p:nvPicPr>
                    <p:blipFill>
                      <a:blip r:embed="rId15">
                        <a:extLst>
                          <a:ext uri="{28A0092B-C50C-407E-A947-70E740481C1C}">
                            <a14:useLocalDpi xmlns:a14="http://schemas.microsoft.com/office/drawing/2010/main" val="0"/>
                          </a:ext>
                        </a:extLst>
                      </a:blip>
                      <a:stretch>
                        <a:fillRect/>
                      </a:stretch>
                    </p:blipFill>
                    <p:spPr>
                      <a:xfrm>
                        <a:off x="3145697" y="3047797"/>
                        <a:ext cx="1615968" cy="538656"/>
                      </a:xfrm>
                      <a:prstGeom prst="rect">
                        <a:avLst/>
                      </a:prstGeom>
                      <a:noFill/>
                    </p:spPr>
                  </p:pic>
                </p:oleObj>
              </mc:Fallback>
            </mc:AlternateContent>
          </a:graphicData>
        </a:graphic>
      </p:graphicFrame>
      <p:sp>
        <p:nvSpPr>
          <p:cNvPr id="9" name="Rectangle 5"/>
          <p:cNvSpPr>
            <a:spLocks noChangeArrowheads="1"/>
          </p:cNvSpPr>
          <p:nvPr>
            <p:custDataLst>
              <p:tags r:id="rId5"/>
            </p:custDataLst>
          </p:nvPr>
        </p:nvSpPr>
        <p:spPr bwMode="auto">
          <a:xfrm>
            <a:off x="536575" y="825217"/>
            <a:ext cx="11320463" cy="1124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eaLnBrk="0" fontAlgn="ctr" hangingPunct="0">
              <a:lnSpc>
                <a:spcPct val="120000"/>
              </a:lnSpc>
              <a:spcBef>
                <a:spcPct val="0"/>
              </a:spcBef>
              <a:spcAft>
                <a:spcPct val="0"/>
              </a:spcAft>
            </a:pPr>
            <a:r>
              <a:rPr lang="en-US" altLang="zh-CN" sz="2800" b="1" dirty="0">
                <a:solidFill>
                  <a:srgbClr val="FF0000"/>
                </a:solidFill>
                <a:cs typeface="+mn-ea"/>
                <a:sym typeface="+mn-lt"/>
              </a:rPr>
              <a:t>【</a:t>
            </a:r>
            <a:r>
              <a:rPr lang="zh-CN" altLang="en-US" sz="2800" b="1" dirty="0">
                <a:solidFill>
                  <a:srgbClr val="FF0000"/>
                </a:solidFill>
                <a:cs typeface="+mn-ea"/>
                <a:sym typeface="+mn-lt"/>
              </a:rPr>
              <a:t>例</a:t>
            </a:r>
            <a:r>
              <a:rPr lang="en-US" altLang="zh-CN" sz="2800" b="1" dirty="0">
                <a:solidFill>
                  <a:srgbClr val="FF0000"/>
                </a:solidFill>
                <a:cs typeface="+mn-ea"/>
                <a:sym typeface="+mn-lt"/>
              </a:rPr>
              <a:t>】</a:t>
            </a:r>
            <a:r>
              <a:rPr kumimoji="0" lang="zh-CN" altLang="en-US" sz="2800" b="0" i="0" u="none" strike="noStrike" cap="none" normalizeH="0" baseline="0" dirty="0">
                <a:ln>
                  <a:noFill/>
                </a:ln>
                <a:solidFill>
                  <a:schemeClr val="tx1"/>
                </a:solidFill>
                <a:effectLst/>
                <a:cs typeface="+mn-ea"/>
                <a:sym typeface="+mn-lt"/>
              </a:rPr>
              <a:t>反应</a:t>
            </a:r>
            <a:r>
              <a:rPr kumimoji="0" lang="en-US" altLang="zh-CN" sz="2800" b="0" i="0" u="none" strike="noStrike" cap="none" normalizeH="0" baseline="0" dirty="0">
                <a:ln>
                  <a:noFill/>
                </a:ln>
                <a:solidFill>
                  <a:schemeClr val="tx1"/>
                </a:solidFill>
                <a:effectLst/>
                <a:cs typeface="+mn-ea"/>
                <a:sym typeface="+mn-lt"/>
              </a:rPr>
              <a:t>A→C</a:t>
            </a:r>
            <a:r>
              <a:rPr kumimoji="0" lang="zh-CN" altLang="en-US" sz="2800" b="0" i="0" u="none" strike="noStrike" cap="none" normalizeH="0" baseline="0" dirty="0">
                <a:ln>
                  <a:noFill/>
                </a:ln>
                <a:solidFill>
                  <a:schemeClr val="tx1"/>
                </a:solidFill>
                <a:effectLst/>
                <a:cs typeface="+mn-ea"/>
                <a:sym typeface="+mn-lt"/>
              </a:rPr>
              <a:t>分两步进行：①</a:t>
            </a:r>
            <a:r>
              <a:rPr kumimoji="0" lang="en-US" altLang="zh-CN" sz="2800" b="0" i="0" u="none" strike="noStrike" cap="none" normalizeH="0" baseline="0" dirty="0">
                <a:ln>
                  <a:noFill/>
                </a:ln>
                <a:solidFill>
                  <a:schemeClr val="tx1"/>
                </a:solidFill>
                <a:effectLst/>
                <a:cs typeface="+mn-ea"/>
                <a:sym typeface="+mn-lt"/>
              </a:rPr>
              <a:t>A→B</a:t>
            </a:r>
            <a:r>
              <a:rPr kumimoji="0" lang="zh-CN" altLang="en-US" sz="2800" b="0" i="0" u="none" strike="noStrike" cap="none" normalizeH="0" baseline="0" dirty="0">
                <a:ln>
                  <a:noFill/>
                </a:ln>
                <a:solidFill>
                  <a:schemeClr val="tx1"/>
                </a:solidFill>
                <a:effectLst/>
                <a:cs typeface="+mn-ea"/>
                <a:sym typeface="+mn-lt"/>
              </a:rPr>
              <a:t>，②</a:t>
            </a:r>
            <a:r>
              <a:rPr kumimoji="0" lang="en-US" altLang="zh-CN" sz="2800" b="0" i="0" u="none" strike="noStrike" cap="none" normalizeH="0" baseline="0" dirty="0">
                <a:ln>
                  <a:noFill/>
                </a:ln>
                <a:solidFill>
                  <a:schemeClr val="tx1"/>
                </a:solidFill>
                <a:effectLst/>
                <a:cs typeface="+mn-ea"/>
                <a:sym typeface="+mn-lt"/>
              </a:rPr>
              <a:t>B→C</a:t>
            </a:r>
            <a:r>
              <a:rPr kumimoji="0" lang="zh-CN" altLang="en-US" sz="2800" b="0" i="0" u="none" strike="noStrike" cap="none" normalizeH="0" baseline="0" dirty="0">
                <a:ln>
                  <a:noFill/>
                </a:ln>
                <a:solidFill>
                  <a:schemeClr val="tx1"/>
                </a:solidFill>
                <a:effectLst/>
                <a:cs typeface="+mn-ea"/>
                <a:sym typeface="+mn-lt"/>
              </a:rPr>
              <a:t>．反应过程能量变化曲线如图所示</a:t>
            </a:r>
            <a:r>
              <a:rPr kumimoji="0" lang="en-US" altLang="zh-CN" sz="2800" b="0" i="0" u="none" strike="noStrike" cap="none" normalizeH="0" baseline="0" dirty="0">
                <a:ln>
                  <a:noFill/>
                </a:ln>
                <a:solidFill>
                  <a:schemeClr val="tx1"/>
                </a:solidFill>
                <a:effectLst/>
                <a:cs typeface="+mn-ea"/>
                <a:sym typeface="+mn-lt"/>
              </a:rPr>
              <a:t>(E</a:t>
            </a:r>
            <a:r>
              <a:rPr kumimoji="0" lang="en-US" altLang="zh-CN" sz="2800" b="0" i="0" u="none" strike="noStrike" cap="none" normalizeH="0" baseline="-25000" dirty="0">
                <a:ln>
                  <a:noFill/>
                </a:ln>
                <a:solidFill>
                  <a:schemeClr val="tx1"/>
                </a:solidFill>
                <a:effectLst/>
                <a:cs typeface="+mn-ea"/>
                <a:sym typeface="+mn-lt"/>
              </a:rPr>
              <a:t>1</a:t>
            </a:r>
            <a:r>
              <a:rPr kumimoji="0" lang="zh-CN" altLang="en-US" sz="2800" b="0" i="0" u="none" strike="noStrike" cap="none" normalizeH="0" baseline="0" dirty="0">
                <a:ln>
                  <a:noFill/>
                </a:ln>
                <a:solidFill>
                  <a:schemeClr val="tx1"/>
                </a:solidFill>
                <a:effectLst/>
                <a:cs typeface="+mn-ea"/>
                <a:sym typeface="+mn-lt"/>
              </a:rPr>
              <a:t>、</a:t>
            </a:r>
            <a:r>
              <a:rPr kumimoji="0" lang="en-US" altLang="zh-CN" sz="2800" b="0" i="0" u="none" strike="noStrike" cap="none" normalizeH="0" baseline="0" dirty="0">
                <a:ln>
                  <a:noFill/>
                </a:ln>
                <a:solidFill>
                  <a:schemeClr val="tx1"/>
                </a:solidFill>
                <a:effectLst/>
                <a:cs typeface="+mn-ea"/>
                <a:sym typeface="+mn-lt"/>
              </a:rPr>
              <a:t>E</a:t>
            </a:r>
            <a:r>
              <a:rPr kumimoji="0" lang="en-US" altLang="zh-CN" sz="2800" b="0" i="0" u="none" strike="noStrike" cap="none" normalizeH="0" baseline="-25000" dirty="0">
                <a:ln>
                  <a:noFill/>
                </a:ln>
                <a:solidFill>
                  <a:schemeClr val="tx1"/>
                </a:solidFill>
                <a:effectLst/>
                <a:cs typeface="+mn-ea"/>
                <a:sym typeface="+mn-lt"/>
              </a:rPr>
              <a:t>2</a:t>
            </a:r>
            <a:r>
              <a:rPr kumimoji="0" lang="zh-CN" altLang="en-US" sz="2800" b="0" i="0" u="none" strike="noStrike" cap="none" normalizeH="0" baseline="0" dirty="0">
                <a:ln>
                  <a:noFill/>
                </a:ln>
                <a:solidFill>
                  <a:schemeClr val="tx1"/>
                </a:solidFill>
                <a:effectLst/>
                <a:cs typeface="+mn-ea"/>
                <a:sym typeface="+mn-lt"/>
              </a:rPr>
              <a:t>、</a:t>
            </a:r>
            <a:r>
              <a:rPr kumimoji="0" lang="en-US" altLang="zh-CN" sz="2800" b="0" i="0" u="none" strike="noStrike" cap="none" normalizeH="0" baseline="0" dirty="0">
                <a:ln>
                  <a:noFill/>
                </a:ln>
                <a:solidFill>
                  <a:schemeClr val="tx1"/>
                </a:solidFill>
                <a:effectLst/>
                <a:cs typeface="+mn-ea"/>
                <a:sym typeface="+mn-lt"/>
              </a:rPr>
              <a:t>E</a:t>
            </a:r>
            <a:r>
              <a:rPr kumimoji="0" lang="en-US" altLang="zh-CN" sz="2800" b="0" i="0" u="none" strike="noStrike" cap="none" normalizeH="0" baseline="-25000" dirty="0">
                <a:ln>
                  <a:noFill/>
                </a:ln>
                <a:solidFill>
                  <a:schemeClr val="tx1"/>
                </a:solidFill>
                <a:effectLst/>
                <a:cs typeface="+mn-ea"/>
                <a:sym typeface="+mn-lt"/>
              </a:rPr>
              <a:t>3</a:t>
            </a:r>
            <a:r>
              <a:rPr kumimoji="0" lang="zh-CN" altLang="en-US" sz="2800" b="0" i="0" u="none" strike="noStrike" cap="none" normalizeH="0" baseline="0" dirty="0">
                <a:ln>
                  <a:noFill/>
                </a:ln>
                <a:solidFill>
                  <a:schemeClr val="tx1"/>
                </a:solidFill>
                <a:effectLst/>
                <a:cs typeface="+mn-ea"/>
                <a:sym typeface="+mn-lt"/>
              </a:rPr>
              <a:t>、</a:t>
            </a:r>
            <a:r>
              <a:rPr kumimoji="0" lang="en-US" altLang="zh-CN" sz="2800" b="0" i="0" u="none" strike="noStrike" cap="none" normalizeH="0" baseline="0" dirty="0">
                <a:ln>
                  <a:noFill/>
                </a:ln>
                <a:solidFill>
                  <a:schemeClr val="tx1"/>
                </a:solidFill>
                <a:effectLst/>
                <a:cs typeface="+mn-ea"/>
                <a:sym typeface="+mn-lt"/>
              </a:rPr>
              <a:t>E</a:t>
            </a:r>
            <a:r>
              <a:rPr kumimoji="0" lang="en-US" altLang="zh-CN" sz="2800" b="0" i="0" u="none" strike="noStrike" cap="none" normalizeH="0" baseline="-25000" dirty="0">
                <a:ln>
                  <a:noFill/>
                </a:ln>
                <a:solidFill>
                  <a:schemeClr val="tx1"/>
                </a:solidFill>
                <a:effectLst/>
                <a:cs typeface="+mn-ea"/>
                <a:sym typeface="+mn-lt"/>
              </a:rPr>
              <a:t>4</a:t>
            </a:r>
            <a:r>
              <a:rPr kumimoji="0" lang="zh-CN" altLang="zh-CN" sz="2800" b="0" i="0" u="none" strike="noStrike" cap="none" normalizeH="0" baseline="0" dirty="0">
                <a:ln>
                  <a:noFill/>
                </a:ln>
                <a:solidFill>
                  <a:schemeClr val="tx1"/>
                </a:solidFill>
                <a:effectLst/>
                <a:cs typeface="+mn-ea"/>
                <a:sym typeface="+mn-lt"/>
              </a:rPr>
              <a:t>表示活化能</a:t>
            </a:r>
            <a:r>
              <a:rPr kumimoji="0" lang="en-US" altLang="zh-CN" sz="2800" b="0" i="0" u="none" strike="noStrike" cap="none" normalizeH="0" baseline="0" dirty="0">
                <a:ln>
                  <a:noFill/>
                </a:ln>
                <a:solidFill>
                  <a:schemeClr val="tx1"/>
                </a:solidFill>
                <a:effectLst/>
                <a:cs typeface="+mn-ea"/>
                <a:sym typeface="+mn-lt"/>
              </a:rPr>
              <a:t>)</a:t>
            </a:r>
            <a:r>
              <a:rPr kumimoji="0" lang="zh-CN" altLang="en-US" sz="2800" b="0" i="0" u="none" strike="noStrike" cap="none" normalizeH="0" baseline="0" dirty="0">
                <a:ln>
                  <a:noFill/>
                </a:ln>
                <a:solidFill>
                  <a:schemeClr val="tx1"/>
                </a:solidFill>
                <a:effectLst/>
                <a:cs typeface="+mn-ea"/>
                <a:sym typeface="+mn-lt"/>
              </a:rPr>
              <a:t>。下列说法不正确的是</a:t>
            </a:r>
          </a:p>
        </p:txBody>
      </p:sp>
      <p:sp>
        <p:nvSpPr>
          <p:cNvPr id="10" name="Rectangle 6"/>
          <p:cNvSpPr>
            <a:spLocks noChangeArrowheads="1"/>
          </p:cNvSpPr>
          <p:nvPr>
            <p:custDataLst>
              <p:tags r:id="rId6"/>
            </p:custDataLst>
          </p:nvPr>
        </p:nvSpPr>
        <p:spPr bwMode="auto">
          <a:xfrm>
            <a:off x="536575" y="1842937"/>
            <a:ext cx="4351020" cy="607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ctr" latinLnBrk="0" hangingPunct="0">
              <a:lnSpc>
                <a:spcPct val="12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cs typeface="+mn-ea"/>
                <a:sym typeface="+mn-lt"/>
              </a:rPr>
              <a:t>A</a:t>
            </a:r>
            <a:r>
              <a:rPr kumimoji="0" lang="zh-CN" altLang="en-US" sz="2800" b="0" i="0" u="none" strike="noStrike" cap="none" normalizeH="0" baseline="0">
                <a:ln>
                  <a:noFill/>
                </a:ln>
                <a:solidFill>
                  <a:schemeClr val="tx1"/>
                </a:solidFill>
                <a:effectLst/>
                <a:cs typeface="+mn-ea"/>
                <a:sym typeface="+mn-lt"/>
              </a:rPr>
              <a:t>．三种化合物的稳定性：</a:t>
            </a:r>
          </a:p>
        </p:txBody>
      </p:sp>
      <p:sp>
        <p:nvSpPr>
          <p:cNvPr id="11" name="Rectangle 7"/>
          <p:cNvSpPr>
            <a:spLocks noChangeArrowheads="1"/>
          </p:cNvSpPr>
          <p:nvPr>
            <p:custDataLst>
              <p:tags r:id="rId7"/>
            </p:custDataLst>
          </p:nvPr>
        </p:nvSpPr>
        <p:spPr bwMode="auto">
          <a:xfrm>
            <a:off x="536575" y="2367911"/>
            <a:ext cx="4447540" cy="607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ctr" latinLnBrk="0" hangingPunct="0">
              <a:lnSpc>
                <a:spcPct val="12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cs typeface="+mn-ea"/>
                <a:sym typeface="+mn-lt"/>
              </a:rPr>
              <a:t>B</a:t>
            </a:r>
            <a:r>
              <a:rPr kumimoji="0" lang="zh-CN" altLang="en-US" sz="2800" b="0" i="0" u="none" strike="noStrike" cap="none" normalizeH="0" baseline="0">
                <a:ln>
                  <a:noFill/>
                </a:ln>
                <a:solidFill>
                  <a:schemeClr val="tx1"/>
                </a:solidFill>
                <a:effectLst/>
                <a:cs typeface="+mn-ea"/>
                <a:sym typeface="+mn-lt"/>
              </a:rPr>
              <a:t>．</a:t>
            </a:r>
            <a:r>
              <a:rPr kumimoji="0" lang="en-US" altLang="zh-CN" sz="2800" b="0" i="0" u="none" strike="noStrike" cap="none" normalizeH="0" baseline="0">
                <a:ln>
                  <a:noFill/>
                </a:ln>
                <a:solidFill>
                  <a:schemeClr val="tx1"/>
                </a:solidFill>
                <a:effectLst/>
                <a:cs typeface="+mn-ea"/>
                <a:sym typeface="+mn-lt"/>
              </a:rPr>
              <a:t>A→B</a:t>
            </a:r>
            <a:r>
              <a:rPr kumimoji="0" lang="zh-CN" altLang="en-US" sz="2800" b="0" i="0" u="none" strike="noStrike" cap="none" normalizeH="0" baseline="0">
                <a:ln>
                  <a:noFill/>
                </a:ln>
                <a:solidFill>
                  <a:schemeClr val="tx1"/>
                </a:solidFill>
                <a:effectLst/>
                <a:cs typeface="+mn-ea"/>
                <a:sym typeface="+mn-lt"/>
              </a:rPr>
              <a:t>反应的活化能为</a:t>
            </a:r>
            <a:r>
              <a:rPr kumimoji="0" lang="en-US" altLang="zh-CN" sz="2800" b="0" i="0" u="none" strike="noStrike" cap="none" normalizeH="0" baseline="0">
                <a:ln>
                  <a:noFill/>
                </a:ln>
                <a:solidFill>
                  <a:schemeClr val="tx1"/>
                </a:solidFill>
                <a:effectLst/>
                <a:cs typeface="+mn-ea"/>
                <a:sym typeface="+mn-lt"/>
              </a:rPr>
              <a:t>E</a:t>
            </a:r>
            <a:r>
              <a:rPr kumimoji="0" lang="en-US" altLang="zh-CN" sz="2800" b="0" i="0" u="none" strike="noStrike" cap="none" normalizeH="0" baseline="-25000">
                <a:ln>
                  <a:noFill/>
                </a:ln>
                <a:solidFill>
                  <a:schemeClr val="tx1"/>
                </a:solidFill>
                <a:effectLst/>
                <a:cs typeface="+mn-ea"/>
                <a:sym typeface="+mn-lt"/>
              </a:rPr>
              <a:t>1</a:t>
            </a:r>
            <a:endParaRPr kumimoji="0" lang="zh-CN" altLang="en-US" sz="2800" b="0" i="0" u="none" strike="noStrike" cap="none" normalizeH="0" baseline="-25000">
              <a:ln>
                <a:noFill/>
              </a:ln>
              <a:solidFill>
                <a:schemeClr val="tx1"/>
              </a:solidFill>
              <a:effectLst/>
              <a:cs typeface="+mn-ea"/>
              <a:sym typeface="+mn-lt"/>
            </a:endParaRPr>
          </a:p>
        </p:txBody>
      </p:sp>
      <p:sp>
        <p:nvSpPr>
          <p:cNvPr id="12" name="Rectangle 8"/>
          <p:cNvSpPr>
            <a:spLocks noChangeArrowheads="1"/>
          </p:cNvSpPr>
          <p:nvPr>
            <p:custDataLst>
              <p:tags r:id="rId8"/>
            </p:custDataLst>
          </p:nvPr>
        </p:nvSpPr>
        <p:spPr bwMode="auto">
          <a:xfrm>
            <a:off x="536575" y="2892885"/>
            <a:ext cx="2673350" cy="607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ctr" latinLnBrk="0" hangingPunct="0">
              <a:lnSpc>
                <a:spcPct val="12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cs typeface="+mn-ea"/>
                <a:sym typeface="+mn-lt"/>
              </a:rPr>
              <a:t>C</a:t>
            </a:r>
            <a:r>
              <a:rPr kumimoji="0" lang="zh-CN" altLang="en-US" sz="2800" b="0" i="0" u="none" strike="noStrike" cap="none" normalizeH="0" baseline="0">
                <a:ln>
                  <a:noFill/>
                </a:ln>
                <a:solidFill>
                  <a:schemeClr val="tx1"/>
                </a:solidFill>
                <a:effectLst/>
                <a:cs typeface="+mn-ea"/>
                <a:sym typeface="+mn-lt"/>
              </a:rPr>
              <a:t>．</a:t>
            </a:r>
            <a:r>
              <a:rPr kumimoji="0" lang="en-US" altLang="zh-CN" sz="2800" b="0" i="0" u="none" strike="noStrike" cap="none" normalizeH="0" baseline="0">
                <a:ln>
                  <a:noFill/>
                </a:ln>
                <a:solidFill>
                  <a:schemeClr val="tx1"/>
                </a:solidFill>
                <a:effectLst/>
                <a:cs typeface="+mn-ea"/>
                <a:sym typeface="+mn-lt"/>
              </a:rPr>
              <a:t>B→C</a:t>
            </a:r>
            <a:r>
              <a:rPr kumimoji="0" lang="zh-CN" altLang="en-US" sz="2800" b="0" i="0" u="none" strike="noStrike" cap="none" normalizeH="0" baseline="0">
                <a:ln>
                  <a:noFill/>
                </a:ln>
                <a:solidFill>
                  <a:schemeClr val="tx1"/>
                </a:solidFill>
                <a:effectLst/>
                <a:cs typeface="+mn-ea"/>
                <a:sym typeface="+mn-lt"/>
              </a:rPr>
              <a:t>反应的</a:t>
            </a:r>
          </a:p>
        </p:txBody>
      </p:sp>
      <p:sp>
        <p:nvSpPr>
          <p:cNvPr id="13" name="Rectangle 9"/>
          <p:cNvSpPr>
            <a:spLocks noChangeArrowheads="1"/>
          </p:cNvSpPr>
          <p:nvPr>
            <p:custDataLst>
              <p:tags r:id="rId9"/>
            </p:custDataLst>
          </p:nvPr>
        </p:nvSpPr>
        <p:spPr bwMode="auto">
          <a:xfrm>
            <a:off x="536575" y="3417860"/>
            <a:ext cx="5773420" cy="6076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lvl1pPr eaLnBrk="0" fontAlgn="base" hangingPunct="0">
              <a:spcBef>
                <a:spcPct val="0"/>
              </a:spcBef>
              <a:spcAft>
                <a:spcPct val="0"/>
              </a:spcAft>
              <a:tabLst>
                <a:tab pos="2638425" algn="l"/>
              </a:tabLst>
              <a:defRPr>
                <a:solidFill>
                  <a:schemeClr val="tx1"/>
                </a:solidFill>
                <a:latin typeface="Arial" panose="020B0604020202020204" pitchFamily="34" charset="0"/>
              </a:defRPr>
            </a:lvl1pPr>
            <a:lvl2pPr eaLnBrk="0" fontAlgn="base" hangingPunct="0">
              <a:spcBef>
                <a:spcPct val="0"/>
              </a:spcBef>
              <a:spcAft>
                <a:spcPct val="0"/>
              </a:spcAft>
              <a:tabLst>
                <a:tab pos="2638425" algn="l"/>
              </a:tabLst>
              <a:defRPr>
                <a:solidFill>
                  <a:schemeClr val="tx1"/>
                </a:solidFill>
                <a:latin typeface="Arial" panose="020B0604020202020204" pitchFamily="34" charset="0"/>
              </a:defRPr>
            </a:lvl2pPr>
            <a:lvl3pPr eaLnBrk="0" fontAlgn="base" hangingPunct="0">
              <a:spcBef>
                <a:spcPct val="0"/>
              </a:spcBef>
              <a:spcAft>
                <a:spcPct val="0"/>
              </a:spcAft>
              <a:tabLst>
                <a:tab pos="2638425" algn="l"/>
              </a:tabLst>
              <a:defRPr>
                <a:solidFill>
                  <a:schemeClr val="tx1"/>
                </a:solidFill>
                <a:latin typeface="Arial" panose="020B0604020202020204" pitchFamily="34" charset="0"/>
              </a:defRPr>
            </a:lvl3pPr>
            <a:lvl4pPr eaLnBrk="0" fontAlgn="base" hangingPunct="0">
              <a:spcBef>
                <a:spcPct val="0"/>
              </a:spcBef>
              <a:spcAft>
                <a:spcPct val="0"/>
              </a:spcAft>
              <a:tabLst>
                <a:tab pos="2638425" algn="l"/>
              </a:tabLst>
              <a:defRPr>
                <a:solidFill>
                  <a:schemeClr val="tx1"/>
                </a:solidFill>
                <a:latin typeface="Arial" panose="020B0604020202020204" pitchFamily="34" charset="0"/>
              </a:defRPr>
            </a:lvl4pPr>
            <a:lvl5pPr eaLnBrk="0" fontAlgn="base" hangingPunct="0">
              <a:spcBef>
                <a:spcPct val="0"/>
              </a:spcBef>
              <a:spcAft>
                <a:spcPct val="0"/>
              </a:spcAft>
              <a:tabLst>
                <a:tab pos="2638425" algn="l"/>
              </a:tabLst>
              <a:defRPr>
                <a:solidFill>
                  <a:schemeClr val="tx1"/>
                </a:solidFill>
                <a:latin typeface="Arial" panose="020B0604020202020204" pitchFamily="34" charset="0"/>
              </a:defRPr>
            </a:lvl5pPr>
            <a:lvl6pPr eaLnBrk="0" fontAlgn="base" hangingPunct="0">
              <a:spcBef>
                <a:spcPct val="0"/>
              </a:spcBef>
              <a:spcAft>
                <a:spcPct val="0"/>
              </a:spcAft>
              <a:tabLst>
                <a:tab pos="2638425" algn="l"/>
              </a:tabLst>
              <a:defRPr>
                <a:solidFill>
                  <a:schemeClr val="tx1"/>
                </a:solidFill>
                <a:latin typeface="Arial" panose="020B0604020202020204" pitchFamily="34" charset="0"/>
              </a:defRPr>
            </a:lvl6pPr>
            <a:lvl7pPr eaLnBrk="0" fontAlgn="base" hangingPunct="0">
              <a:spcBef>
                <a:spcPct val="0"/>
              </a:spcBef>
              <a:spcAft>
                <a:spcPct val="0"/>
              </a:spcAft>
              <a:tabLst>
                <a:tab pos="2638425" algn="l"/>
              </a:tabLst>
              <a:defRPr>
                <a:solidFill>
                  <a:schemeClr val="tx1"/>
                </a:solidFill>
                <a:latin typeface="Arial" panose="020B0604020202020204" pitchFamily="34" charset="0"/>
              </a:defRPr>
            </a:lvl7pPr>
            <a:lvl8pPr eaLnBrk="0" fontAlgn="base" hangingPunct="0">
              <a:spcBef>
                <a:spcPct val="0"/>
              </a:spcBef>
              <a:spcAft>
                <a:spcPct val="0"/>
              </a:spcAft>
              <a:tabLst>
                <a:tab pos="2638425" algn="l"/>
              </a:tabLst>
              <a:defRPr>
                <a:solidFill>
                  <a:schemeClr val="tx1"/>
                </a:solidFill>
                <a:latin typeface="Arial" panose="020B0604020202020204" pitchFamily="34" charset="0"/>
              </a:defRPr>
            </a:lvl8pPr>
            <a:lvl9pPr eaLnBrk="0" fontAlgn="base" hangingPunct="0">
              <a:spcBef>
                <a:spcPct val="0"/>
              </a:spcBef>
              <a:spcAft>
                <a:spcPct val="0"/>
              </a:spcAft>
              <a:tabLst>
                <a:tab pos="2638425" algn="l"/>
              </a:tabLst>
              <a:defRPr>
                <a:solidFill>
                  <a:schemeClr val="tx1"/>
                </a:solidFill>
                <a:latin typeface="Arial" panose="020B0604020202020204" pitchFamily="34" charset="0"/>
              </a:defRPr>
            </a:lvl9pPr>
          </a:lstStyle>
          <a:p>
            <a:pPr marL="0" marR="0" lvl="0" indent="0" algn="l" defTabSz="914400" rtl="0" eaLnBrk="0" fontAlgn="ctr" latinLnBrk="0" hangingPunct="0">
              <a:lnSpc>
                <a:spcPct val="120000"/>
              </a:lnSpc>
              <a:buClrTx/>
              <a:buSzTx/>
              <a:buFontTx/>
              <a:buNone/>
              <a:tabLst>
                <a:tab pos="2638425" algn="l"/>
              </a:tabLst>
            </a:pPr>
            <a:r>
              <a:rPr kumimoji="0" lang="en-US" altLang="zh-CN" sz="2800" b="0" i="0" u="none" strike="noStrike" cap="none" normalizeH="0" baseline="0">
                <a:ln>
                  <a:noFill/>
                </a:ln>
                <a:solidFill>
                  <a:schemeClr val="tx1"/>
                </a:solidFill>
                <a:effectLst/>
                <a:latin typeface="+mn-lt"/>
                <a:cs typeface="+mn-ea"/>
                <a:sym typeface="+mn-lt"/>
              </a:rPr>
              <a:t>D</a:t>
            </a:r>
            <a:r>
              <a:rPr kumimoji="0" lang="zh-CN" altLang="en-US" sz="2800" b="0" i="0" u="none" strike="noStrike" cap="none" normalizeH="0" baseline="0">
                <a:ln>
                  <a:noFill/>
                </a:ln>
                <a:solidFill>
                  <a:schemeClr val="tx1"/>
                </a:solidFill>
                <a:effectLst/>
                <a:latin typeface="+mn-lt"/>
                <a:cs typeface="+mn-ea"/>
                <a:sym typeface="+mn-lt"/>
              </a:rPr>
              <a:t>．加入催化剂不能改变反应的焓变</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custDataLst>
              <p:tags r:id="rId1"/>
            </p:custDataLst>
          </p:nvPr>
        </p:nvSpPr>
        <p:spPr>
          <a:xfrm>
            <a:off x="4336345" y="321961"/>
            <a:ext cx="2698176" cy="565348"/>
          </a:xfrm>
          <a:prstGeom prst="rect">
            <a:avLst/>
          </a:prstGeom>
          <a:solidFill>
            <a:schemeClr val="accent1">
              <a:lumMod val="20000"/>
              <a:lumOff val="80000"/>
            </a:schemeClr>
          </a:solidFill>
        </p:spPr>
        <p:txBody>
          <a:bodyPr vert="horz" wrap="none" rtlCol="0" anchor="ctr">
            <a:spAutoFit/>
          </a:bodyPr>
          <a:lstStyle/>
          <a:p>
            <a:pPr indent="0" algn="ctr" defTabSz="457200" fontAlgn="auto">
              <a:lnSpc>
                <a:spcPct val="120000"/>
              </a:lnSpc>
              <a:spcBef>
                <a:spcPct val="0"/>
              </a:spcBef>
              <a:buFont typeface="Wingdings" panose="05000000000000000000" pitchFamily="2" charset="2"/>
              <a:buNone/>
            </a:pPr>
            <a:r>
              <a:rPr lang="zh-CN" altLang="en-US" sz="2800" b="1">
                <a:cs typeface="+mn-ea"/>
                <a:sym typeface="+mn-lt"/>
              </a:rPr>
              <a:t>标准摩尔生成焓</a:t>
            </a:r>
          </a:p>
        </p:txBody>
      </p:sp>
      <p:sp>
        <p:nvSpPr>
          <p:cNvPr id="3" name="文本框 2"/>
          <p:cNvSpPr txBox="1"/>
          <p:nvPr>
            <p:custDataLst>
              <p:tags r:id="rId2"/>
            </p:custDataLst>
          </p:nvPr>
        </p:nvSpPr>
        <p:spPr>
          <a:xfrm>
            <a:off x="357188" y="957560"/>
            <a:ext cx="11282362" cy="940963"/>
          </a:xfrm>
          <a:prstGeom prst="rect">
            <a:avLst/>
          </a:prstGeom>
          <a:noFill/>
        </p:spPr>
        <p:txBody>
          <a:bodyPr wrap="square">
            <a:spAutoFit/>
          </a:bodyPr>
          <a:lstStyle/>
          <a:p>
            <a:pPr indent="457200" algn="just">
              <a:lnSpc>
                <a:spcPct val="120000"/>
              </a:lnSpc>
            </a:pPr>
            <a:r>
              <a:rPr lang="zh-CN" altLang="en-US" sz="2400"/>
              <a:t>在标准压力</a:t>
            </a:r>
            <a:r>
              <a:rPr lang="en-US" altLang="zh-CN" sz="2400"/>
              <a:t>(100kPa)</a:t>
            </a:r>
            <a:r>
              <a:rPr lang="zh-CN" altLang="en-US" sz="2400"/>
              <a:t>下，在进行反应的温度时，由</a:t>
            </a:r>
            <a:r>
              <a:rPr lang="zh-CN" altLang="en-US" sz="2400">
                <a:solidFill>
                  <a:srgbClr val="354ECE"/>
                </a:solidFill>
              </a:rPr>
              <a:t>最稳定的单质</a:t>
            </a:r>
            <a:r>
              <a:rPr lang="zh-CN" altLang="en-US" sz="2400"/>
              <a:t>合成标准压力</a:t>
            </a:r>
            <a:r>
              <a:rPr lang="en-US" altLang="zh-CN" sz="2400"/>
              <a:t>p</a:t>
            </a:r>
            <a:r>
              <a:rPr lang="en-US" altLang="zh-CN" sz="2400" baseline="30000"/>
              <a:t>ϴ</a:t>
            </a:r>
            <a:r>
              <a:rPr lang="zh-CN" altLang="en-US" sz="2400"/>
              <a:t>下单位量物质</a:t>
            </a:r>
            <a:r>
              <a:rPr lang="en-US" altLang="zh-CN" sz="2400"/>
              <a:t>B</a:t>
            </a:r>
            <a:r>
              <a:rPr lang="zh-CN" altLang="en-US" sz="2400"/>
              <a:t>的反应焓变，叫做物质</a:t>
            </a:r>
            <a:r>
              <a:rPr lang="en-US" altLang="zh-CN" sz="2400"/>
              <a:t>B</a:t>
            </a:r>
            <a:r>
              <a:rPr lang="zh-CN" altLang="en-US" sz="2400"/>
              <a:t>的标准摩尔生成焓，用符号△</a:t>
            </a:r>
            <a:r>
              <a:rPr lang="en-US" altLang="zh-CN" sz="2400" baseline="-25000" err="1"/>
              <a:t>f</a:t>
            </a:r>
            <a:r>
              <a:rPr lang="en-US" altLang="zh-CN" sz="2400" err="1"/>
              <a:t>H</a:t>
            </a:r>
            <a:r>
              <a:rPr lang="en-US" altLang="zh-CN" sz="2400" baseline="-25000" err="1"/>
              <a:t>m</a:t>
            </a:r>
            <a:r>
              <a:rPr lang="en-US" altLang="zh-CN" sz="2400" baseline="30000"/>
              <a:t>ϴ</a:t>
            </a:r>
            <a:r>
              <a:rPr lang="zh-CN" altLang="en-US" sz="2400"/>
              <a:t>表示</a:t>
            </a:r>
          </a:p>
        </p:txBody>
      </p:sp>
      <p:sp>
        <p:nvSpPr>
          <p:cNvPr id="4" name="文本框 3"/>
          <p:cNvSpPr txBox="1"/>
          <p:nvPr>
            <p:custDataLst>
              <p:tags r:id="rId3"/>
            </p:custDataLst>
          </p:nvPr>
        </p:nvSpPr>
        <p:spPr>
          <a:xfrm>
            <a:off x="357188" y="2020616"/>
            <a:ext cx="11282362" cy="940963"/>
          </a:xfrm>
          <a:prstGeom prst="rect">
            <a:avLst/>
          </a:prstGeom>
          <a:noFill/>
        </p:spPr>
        <p:txBody>
          <a:bodyPr wrap="square">
            <a:spAutoFit/>
          </a:bodyPr>
          <a:lstStyle/>
          <a:p>
            <a:pPr indent="457200" algn="just">
              <a:lnSpc>
                <a:spcPct val="120000"/>
              </a:lnSpc>
            </a:pPr>
            <a:r>
              <a:rPr lang="zh-CN" altLang="en-US" sz="2400"/>
              <a:t>其中，下标</a:t>
            </a:r>
            <a:r>
              <a:rPr lang="en-US" altLang="zh-CN" sz="2400"/>
              <a:t>f</a:t>
            </a:r>
            <a:r>
              <a:rPr lang="zh-CN" altLang="en-US" sz="2400"/>
              <a:t>表示</a:t>
            </a:r>
            <a:r>
              <a:rPr lang="en-US" altLang="zh-CN" sz="2400"/>
              <a:t>"</a:t>
            </a:r>
            <a:r>
              <a:rPr lang="zh-CN" altLang="en-US" sz="2400"/>
              <a:t>生成</a:t>
            </a:r>
            <a:r>
              <a:rPr lang="en-US" altLang="zh-CN" sz="2400"/>
              <a:t>"</a:t>
            </a:r>
            <a:r>
              <a:rPr lang="zh-CN" altLang="en-US" sz="2400"/>
              <a:t>，下标</a:t>
            </a:r>
            <a:r>
              <a:rPr lang="en-US" altLang="zh-CN" sz="2400"/>
              <a:t>m</a:t>
            </a:r>
            <a:r>
              <a:rPr lang="zh-CN" altLang="en-US" sz="2400"/>
              <a:t>表示反应进度为</a:t>
            </a:r>
            <a:r>
              <a:rPr lang="en-US" altLang="zh-CN" sz="2400"/>
              <a:t>ε=1mol</a:t>
            </a:r>
            <a:r>
              <a:rPr lang="zh-CN" altLang="en-US" sz="2400"/>
              <a:t>，上标</a:t>
            </a:r>
            <a:r>
              <a:rPr lang="en-US" altLang="zh-CN" sz="2400"/>
              <a:t>ϴ</a:t>
            </a:r>
            <a:r>
              <a:rPr lang="zh-CN" altLang="en-US" sz="2400"/>
              <a:t>表示标准状态，标准摩尔生成焓的单位为</a:t>
            </a:r>
            <a:r>
              <a:rPr lang="en-US" altLang="zh-CN" sz="2400"/>
              <a:t>kJ/mol</a:t>
            </a:r>
            <a:r>
              <a:rPr lang="zh-CN" altLang="en-US" sz="2400"/>
              <a:t>或</a:t>
            </a:r>
            <a:r>
              <a:rPr lang="en-US" altLang="zh-CN" sz="2400"/>
              <a:t>kJ·mol</a:t>
            </a:r>
            <a:r>
              <a:rPr lang="en-US" altLang="zh-CN" sz="2400" baseline="30000"/>
              <a:t>-1</a:t>
            </a:r>
            <a:r>
              <a:rPr lang="zh-CN" altLang="en-US" sz="2400"/>
              <a:t>。</a:t>
            </a:r>
          </a:p>
        </p:txBody>
      </p:sp>
      <p:sp>
        <p:nvSpPr>
          <p:cNvPr id="8" name="文本框 7"/>
          <p:cNvSpPr txBox="1"/>
          <p:nvPr>
            <p:custDataLst>
              <p:tags r:id="rId4"/>
            </p:custDataLst>
          </p:nvPr>
        </p:nvSpPr>
        <p:spPr>
          <a:xfrm>
            <a:off x="644525" y="4287287"/>
            <a:ext cx="10971213" cy="1827360"/>
          </a:xfrm>
          <a:prstGeom prst="rect">
            <a:avLst/>
          </a:prstGeom>
          <a:noFill/>
        </p:spPr>
        <p:txBody>
          <a:bodyPr wrap="square">
            <a:spAutoFit/>
          </a:bodyPr>
          <a:lstStyle>
            <a:defPPr>
              <a:defRPr lang="zh-CN"/>
            </a:defPPr>
            <a:lvl1pPr indent="457200" algn="just">
              <a:lnSpc>
                <a:spcPct val="120000"/>
              </a:lnSpc>
              <a:defRPr sz="2400"/>
            </a:lvl1pPr>
          </a:lstStyle>
          <a:p>
            <a:r>
              <a:rPr lang="zh-CN" altLang="en-US" dirty="0"/>
              <a:t>任何一个化学反应的焓变等于产物的总生成焓与反应物生成焓之差：</a:t>
            </a:r>
            <a:r>
              <a:rPr lang="zh-CN" altLang="en-US" dirty="0">
                <a:solidFill>
                  <a:srgbClr val="354ECE"/>
                </a:solidFill>
              </a:rPr>
              <a:t>总生成焓等于标准摩尔生成焓乘上方程式的计量系数。</a:t>
            </a:r>
            <a:endParaRPr lang="en-US" altLang="zh-CN" dirty="0">
              <a:solidFill>
                <a:srgbClr val="354ECE"/>
              </a:solidFill>
            </a:endParaRPr>
          </a:p>
          <a:p>
            <a:endParaRPr lang="en-US" altLang="zh-CN" dirty="0"/>
          </a:p>
          <a:p>
            <a:r>
              <a:rPr lang="zh-CN" altLang="en-US" dirty="0"/>
              <a:t>公式为：</a:t>
            </a:r>
          </a:p>
        </p:txBody>
      </p:sp>
      <p:sp>
        <p:nvSpPr>
          <p:cNvPr id="19" name="文本框 18"/>
          <p:cNvSpPr txBox="1"/>
          <p:nvPr>
            <p:custDataLst>
              <p:tags r:id="rId5"/>
            </p:custDataLst>
          </p:nvPr>
        </p:nvSpPr>
        <p:spPr>
          <a:xfrm>
            <a:off x="929198" y="3083672"/>
            <a:ext cx="5482591" cy="461665"/>
          </a:xfrm>
          <a:prstGeom prst="rect">
            <a:avLst/>
          </a:prstGeom>
          <a:noFill/>
        </p:spPr>
        <p:txBody>
          <a:bodyPr wrap="none">
            <a:spAutoFit/>
          </a:bodyPr>
          <a:lstStyle/>
          <a:p>
            <a:pPr algn="just"/>
            <a:r>
              <a:rPr lang="zh-CN" altLang="en-US" sz="2400">
                <a:solidFill>
                  <a:srgbClr val="354ECE"/>
                </a:solidFill>
              </a:rPr>
              <a:t>根据上述定义，最稳定单质的△</a:t>
            </a:r>
            <a:r>
              <a:rPr lang="en-US" altLang="zh-CN" sz="2400" baseline="-25000" err="1">
                <a:solidFill>
                  <a:srgbClr val="354ECE"/>
                </a:solidFill>
              </a:rPr>
              <a:t>f</a:t>
            </a:r>
            <a:r>
              <a:rPr lang="en-US" altLang="zh-CN" sz="2400" err="1">
                <a:solidFill>
                  <a:srgbClr val="354ECE"/>
                </a:solidFill>
              </a:rPr>
              <a:t>H</a:t>
            </a:r>
            <a:r>
              <a:rPr lang="en-US" altLang="zh-CN" sz="2400" baseline="-25000" err="1">
                <a:solidFill>
                  <a:srgbClr val="354ECE"/>
                </a:solidFill>
              </a:rPr>
              <a:t>m</a:t>
            </a:r>
            <a:r>
              <a:rPr lang="en-US" altLang="zh-CN" sz="2400" baseline="30000">
                <a:solidFill>
                  <a:srgbClr val="354ECE"/>
                </a:solidFill>
              </a:rPr>
              <a:t>ϴ </a:t>
            </a:r>
            <a:r>
              <a:rPr lang="zh-CN" altLang="en-US" sz="2400">
                <a:solidFill>
                  <a:srgbClr val="354ECE"/>
                </a:solidFill>
              </a:rPr>
              <a:t>＝</a:t>
            </a:r>
            <a:r>
              <a:rPr lang="en-US" altLang="zh-CN" sz="2400">
                <a:solidFill>
                  <a:srgbClr val="354ECE"/>
                </a:solidFill>
              </a:rPr>
              <a:t>0</a:t>
            </a:r>
            <a:endParaRPr lang="zh-CN" altLang="en-US" sz="2400">
              <a:solidFill>
                <a:srgbClr val="354ECE"/>
              </a:solidFill>
            </a:endParaRPr>
          </a:p>
        </p:txBody>
      </p:sp>
      <p:sp>
        <p:nvSpPr>
          <p:cNvPr id="20" name="文本框 19"/>
          <p:cNvSpPr txBox="1"/>
          <p:nvPr>
            <p:custDataLst>
              <p:tags r:id="rId6"/>
            </p:custDataLst>
          </p:nvPr>
        </p:nvSpPr>
        <p:spPr>
          <a:xfrm>
            <a:off x="929198" y="3667430"/>
            <a:ext cx="9725739" cy="497765"/>
          </a:xfrm>
          <a:prstGeom prst="rect">
            <a:avLst/>
          </a:prstGeom>
          <a:noFill/>
        </p:spPr>
        <p:txBody>
          <a:bodyPr wrap="none">
            <a:spAutoFit/>
          </a:bodyPr>
          <a:lstStyle/>
          <a:p>
            <a:pPr algn="just">
              <a:lnSpc>
                <a:spcPct val="120000"/>
              </a:lnSpc>
            </a:pPr>
            <a:r>
              <a:rPr lang="zh-CN" altLang="en-US" sz="2400"/>
              <a:t>注意：当一种元素有两种或两种以上的单质时，只有一种是最稳定的。</a:t>
            </a:r>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custDataLst>
              <p:tags r:id="rId1"/>
            </p:custDataLst>
          </p:nvPr>
        </p:nvSpPr>
        <p:spPr bwMode="auto">
          <a:xfrm>
            <a:off x="286935" y="534200"/>
            <a:ext cx="11532004" cy="164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eaLnBrk="0" fontAlgn="ctr" hangingPunct="0">
              <a:lnSpc>
                <a:spcPct val="120000"/>
              </a:lnSpc>
              <a:spcBef>
                <a:spcPct val="0"/>
              </a:spcBef>
              <a:spcAft>
                <a:spcPct val="0"/>
              </a:spcAft>
            </a:pPr>
            <a:r>
              <a:rPr lang="zh-CN" altLang="en-US" sz="2800" dirty="0">
                <a:cs typeface="+mn-ea"/>
                <a:sym typeface="+mn-lt"/>
              </a:rPr>
              <a:t>（多选）</a:t>
            </a:r>
            <a:r>
              <a:rPr kumimoji="0" lang="zh-CN" altLang="en-US" sz="2800" i="0" u="none" strike="noStrike" cap="none" normalizeH="0" baseline="0" dirty="0">
                <a:ln>
                  <a:noFill/>
                </a:ln>
                <a:effectLst/>
                <a:cs typeface="+mn-ea"/>
                <a:sym typeface="+mn-lt"/>
              </a:rPr>
              <a:t>在</a:t>
            </a:r>
            <a:r>
              <a:rPr kumimoji="0" lang="en-US" altLang="zh-CN" sz="2800" i="0" u="none" strike="noStrike" cap="none" normalizeH="0" baseline="0" dirty="0">
                <a:ln>
                  <a:noFill/>
                </a:ln>
                <a:effectLst/>
                <a:cs typeface="+mn-ea"/>
                <a:sym typeface="+mn-lt"/>
              </a:rPr>
              <a:t>25℃</a:t>
            </a:r>
            <a:r>
              <a:rPr kumimoji="0" lang="zh-CN" altLang="en-US" sz="2800" i="0" u="none" strike="noStrike" cap="none" normalizeH="0" baseline="0" dirty="0">
                <a:ln>
                  <a:noFill/>
                </a:ln>
                <a:effectLst/>
                <a:cs typeface="+mn-ea"/>
                <a:sym typeface="+mn-lt"/>
              </a:rPr>
              <a:t>，</a:t>
            </a:r>
            <a:r>
              <a:rPr kumimoji="0" lang="en-US" altLang="zh-CN" sz="2800" i="0" u="none" strike="noStrike" cap="none" normalizeH="0" baseline="0" dirty="0">
                <a:ln>
                  <a:noFill/>
                </a:ln>
                <a:effectLst/>
                <a:cs typeface="+mn-ea"/>
                <a:sym typeface="+mn-lt"/>
              </a:rPr>
              <a:t>101kPa</a:t>
            </a:r>
            <a:r>
              <a:rPr kumimoji="0" lang="zh-CN" altLang="en-US" sz="2800" i="0" u="none" strike="noStrike" cap="none" normalizeH="0" baseline="0" dirty="0">
                <a:ln>
                  <a:noFill/>
                </a:ln>
                <a:effectLst/>
                <a:cs typeface="+mn-ea"/>
                <a:sym typeface="+mn-lt"/>
              </a:rPr>
              <a:t>下，由稳定单质生成</a:t>
            </a:r>
            <a:r>
              <a:rPr kumimoji="0" lang="en-US" altLang="zh-CN" sz="2800" i="0" u="none" strike="noStrike" cap="none" normalizeH="0" baseline="0" dirty="0">
                <a:ln>
                  <a:noFill/>
                </a:ln>
                <a:effectLst/>
                <a:cs typeface="+mn-ea"/>
                <a:sym typeface="+mn-lt"/>
              </a:rPr>
              <a:t>1mol</a:t>
            </a:r>
            <a:r>
              <a:rPr kumimoji="0" lang="zh-CN" altLang="en-US" sz="2800" i="0" u="none" strike="noStrike" cap="none" normalizeH="0" baseline="0" dirty="0">
                <a:ln>
                  <a:noFill/>
                </a:ln>
                <a:effectLst/>
                <a:cs typeface="+mn-ea"/>
                <a:sym typeface="+mn-lt"/>
              </a:rPr>
              <a:t>化合物的反应焓变即为该化合物的标准摩尔生成焓</a:t>
            </a:r>
            <a:r>
              <a:rPr kumimoji="0" lang="en-US" altLang="zh-CN" sz="2800" i="0" u="none" strike="noStrike" cap="none" normalizeH="0" baseline="0" dirty="0">
                <a:ln>
                  <a:noFill/>
                </a:ln>
                <a:effectLst/>
                <a:cs typeface="+mn-ea"/>
                <a:sym typeface="+mn-lt"/>
              </a:rPr>
              <a:t>         </a:t>
            </a:r>
            <a:r>
              <a:rPr kumimoji="0" lang="zh-CN" altLang="zh-CN" sz="2800" i="0" u="none" strike="noStrike" cap="none" normalizeH="0" baseline="0" dirty="0">
                <a:ln>
                  <a:noFill/>
                </a:ln>
                <a:effectLst/>
                <a:cs typeface="+mn-ea"/>
                <a:sym typeface="+mn-lt"/>
              </a:rPr>
              <a:t>根据下表所给的数据，下列说法正确的是</a:t>
            </a:r>
            <a:r>
              <a:rPr kumimoji="0" lang="en-US" altLang="zh-CN" sz="2800" i="0" u="none" strike="noStrike" cap="none" normalizeH="0" baseline="0" dirty="0">
                <a:ln>
                  <a:noFill/>
                </a:ln>
                <a:effectLst/>
                <a:cs typeface="+mn-ea"/>
                <a:sym typeface="+mn-lt"/>
              </a:rPr>
              <a:t>(       )</a:t>
            </a:r>
            <a:r>
              <a:rPr kumimoji="0" lang="zh-CN" altLang="zh-CN" sz="2800" i="0" u="none" strike="noStrike" cap="none" normalizeH="0" baseline="0" dirty="0">
                <a:ln>
                  <a:noFill/>
                </a:ln>
                <a:effectLst/>
                <a:cs typeface="+mn-ea"/>
                <a:sym typeface="+mn-lt"/>
              </a:rPr>
              <a:t> </a:t>
            </a:r>
          </a:p>
        </p:txBody>
      </p:sp>
      <p:graphicFrame>
        <p:nvGraphicFramePr>
          <p:cNvPr id="3" name="对象 2"/>
          <p:cNvGraphicFramePr>
            <a:graphicFrameLocks noChangeAspect="1"/>
          </p:cNvGraphicFramePr>
          <p:nvPr>
            <p:custDataLst>
              <p:tags r:id="rId2"/>
            </p:custDataLst>
            <p:extLst>
              <p:ext uri="{D42A27DB-BD31-4B8C-83A1-F6EECF244321}">
                <p14:modId xmlns:p14="http://schemas.microsoft.com/office/powerpoint/2010/main" val="3128149124"/>
              </p:ext>
            </p:extLst>
          </p:nvPr>
        </p:nvGraphicFramePr>
        <p:xfrm>
          <a:off x="5128311" y="1200030"/>
          <a:ext cx="769937" cy="461963"/>
        </p:xfrm>
        <a:graphic>
          <a:graphicData uri="http://schemas.openxmlformats.org/presentationml/2006/ole">
            <mc:AlternateContent xmlns:mc="http://schemas.openxmlformats.org/markup-compatibility/2006">
              <mc:Choice xmlns:v="urn:schemas-microsoft-com:vml" Requires="v">
                <p:oleObj name="Equation" r:id="rId27" imgW="431800" imgH="254000" progId="Equation.DSMT4">
                  <p:embed/>
                </p:oleObj>
              </mc:Choice>
              <mc:Fallback>
                <p:oleObj name="Equation" r:id="rId27" imgW="431800" imgH="254000" progId="Equation.DSMT4">
                  <p:embed/>
                  <p:pic>
                    <p:nvPicPr>
                      <p:cNvPr id="3" name="对象 2"/>
                      <p:cNvPicPr/>
                      <p:nvPr/>
                    </p:nvPicPr>
                    <p:blipFill>
                      <a:blip r:embed="rId28">
                        <a:extLst>
                          <a:ext uri="{28A0092B-C50C-407E-A947-70E740481C1C}">
                            <a14:useLocalDpi xmlns:a14="http://schemas.microsoft.com/office/drawing/2010/main" val="0"/>
                          </a:ext>
                        </a:extLst>
                      </a:blip>
                      <a:stretch>
                        <a:fillRect/>
                      </a:stretch>
                    </p:blipFill>
                    <p:spPr>
                      <a:xfrm>
                        <a:off x="5128311" y="1200030"/>
                        <a:ext cx="769937" cy="461963"/>
                      </a:xfrm>
                      <a:prstGeom prst="rect">
                        <a:avLst/>
                      </a:prstGeom>
                      <a:noFill/>
                    </p:spPr>
                  </p:pic>
                </p:oleObj>
              </mc:Fallback>
            </mc:AlternateContent>
          </a:graphicData>
        </a:graphic>
      </p:graphicFrame>
      <p:graphicFrame>
        <p:nvGraphicFramePr>
          <p:cNvPr id="5" name="表格 4"/>
          <p:cNvGraphicFramePr>
            <a:graphicFrameLocks noGrp="1"/>
          </p:cNvGraphicFramePr>
          <p:nvPr>
            <p:custDataLst>
              <p:tags r:id="rId3"/>
            </p:custDataLst>
            <p:extLst>
              <p:ext uri="{D42A27DB-BD31-4B8C-83A1-F6EECF244321}">
                <p14:modId xmlns:p14="http://schemas.microsoft.com/office/powerpoint/2010/main" val="1660165934"/>
              </p:ext>
            </p:extLst>
          </p:nvPr>
        </p:nvGraphicFramePr>
        <p:xfrm>
          <a:off x="1383975" y="2232928"/>
          <a:ext cx="9497988" cy="1200292"/>
        </p:xfrm>
        <a:graphic>
          <a:graphicData uri="http://schemas.openxmlformats.org/drawingml/2006/table">
            <a:tbl>
              <a:tblPr firstRow="1" firstCol="1" bandRow="1">
                <a:tableStyleId>{5C22544A-7EE6-4342-B048-85BDC9FD1C3A}</a:tableStyleId>
              </a:tblPr>
              <a:tblGrid>
                <a:gridCol w="2847949">
                  <a:extLst>
                    <a:ext uri="{9D8B030D-6E8A-4147-A177-3AD203B41FA5}">
                      <a16:colId xmlns:a16="http://schemas.microsoft.com/office/drawing/2014/main" val="20000"/>
                    </a:ext>
                  </a:extLst>
                </a:gridCol>
                <a:gridCol w="23241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582739">
                  <a:extLst>
                    <a:ext uri="{9D8B030D-6E8A-4147-A177-3AD203B41FA5}">
                      <a16:colId xmlns:a16="http://schemas.microsoft.com/office/drawing/2014/main" val="20003"/>
                    </a:ext>
                  </a:extLst>
                </a:gridCol>
              </a:tblGrid>
              <a:tr h="600146">
                <a:tc>
                  <a:txBody>
                    <a:bodyPr/>
                    <a:lstStyle/>
                    <a:p>
                      <a:pPr algn="ctr" fontAlgn="ctr">
                        <a:lnSpc>
                          <a:spcPct val="120000"/>
                        </a:lnSpc>
                        <a:spcBef>
                          <a:spcPct val="0"/>
                        </a:spcBef>
                        <a:spcAft>
                          <a:spcPct val="0"/>
                        </a:spcAft>
                        <a:buNone/>
                      </a:pPr>
                      <a:r>
                        <a:rPr lang="zh-CN" sz="2400" b="0" kern="100">
                          <a:solidFill>
                            <a:schemeClr val="tx1"/>
                          </a:solidFill>
                          <a:effectLst/>
                          <a:latin typeface="+mn-lt"/>
                          <a:ea typeface="+mn-ea"/>
                          <a:cs typeface="+mn-ea"/>
                          <a:sym typeface="+mn-lt"/>
                        </a:rPr>
                        <a:t>化合物</a:t>
                      </a: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endParaRPr lang="en-US" sz="24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endParaRPr lang="en-US" sz="24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endParaRPr lang="en-US" sz="24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600146">
                <a:tc>
                  <a:txBody>
                    <a:bodyPr/>
                    <a:lstStyle/>
                    <a:p>
                      <a:pPr algn="ctr" fontAlgn="ctr">
                        <a:lnSpc>
                          <a:spcPct val="120000"/>
                        </a:lnSpc>
                        <a:spcBef>
                          <a:spcPct val="0"/>
                        </a:spcBef>
                        <a:spcAft>
                          <a:spcPct val="0"/>
                        </a:spcAft>
                        <a:buNone/>
                      </a:pPr>
                      <a:endParaRPr lang="en-US" sz="24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endParaRPr lang="en-US" sz="24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endParaRPr lang="en-US" sz="2400" b="0" kern="10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lnSpc>
                          <a:spcPct val="120000"/>
                        </a:lnSpc>
                        <a:spcBef>
                          <a:spcPct val="0"/>
                        </a:spcBef>
                        <a:spcAft>
                          <a:spcPct val="0"/>
                        </a:spcAft>
                        <a:buNone/>
                      </a:pPr>
                      <a:endParaRPr lang="en-US" sz="2400" b="0" kern="100" dirty="0">
                        <a:solidFill>
                          <a:schemeClr val="tx1"/>
                        </a:solidFill>
                        <a:effectLst/>
                        <a:latin typeface="+mn-lt"/>
                        <a:ea typeface="+mn-ea"/>
                        <a:cs typeface="+mn-ea"/>
                        <a:sym typeface="+mn-lt"/>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6" name="对象 5"/>
          <p:cNvGraphicFramePr>
            <a:graphicFrameLocks noChangeAspect="1"/>
          </p:cNvGraphicFramePr>
          <p:nvPr>
            <p:custDataLst>
              <p:tags r:id="rId4"/>
            </p:custDataLst>
            <p:extLst>
              <p:ext uri="{D42A27DB-BD31-4B8C-83A1-F6EECF244321}">
                <p14:modId xmlns:p14="http://schemas.microsoft.com/office/powerpoint/2010/main" val="2354742624"/>
              </p:ext>
            </p:extLst>
          </p:nvPr>
        </p:nvGraphicFramePr>
        <p:xfrm>
          <a:off x="4307461" y="2300886"/>
          <a:ext cx="1125302" cy="511810"/>
        </p:xfrm>
        <a:graphic>
          <a:graphicData uri="http://schemas.openxmlformats.org/presentationml/2006/ole">
            <mc:AlternateContent xmlns:mc="http://schemas.openxmlformats.org/markup-compatibility/2006">
              <mc:Choice xmlns:v="urn:schemas-microsoft-com:vml" Requires="v">
                <p:oleObj name="Equation" r:id="rId29" imgW="571500" imgH="254000" progId="Equation.DSMT4">
                  <p:embed/>
                </p:oleObj>
              </mc:Choice>
              <mc:Fallback>
                <p:oleObj name="Equation" r:id="rId29" imgW="571500" imgH="254000" progId="Equation.DSMT4">
                  <p:embed/>
                  <p:pic>
                    <p:nvPicPr>
                      <p:cNvPr id="6" name="对象 5"/>
                      <p:cNvPicPr/>
                      <p:nvPr/>
                    </p:nvPicPr>
                    <p:blipFill>
                      <a:blip r:embed="rId30">
                        <a:extLst>
                          <a:ext uri="{28A0092B-C50C-407E-A947-70E740481C1C}">
                            <a14:useLocalDpi xmlns:a14="http://schemas.microsoft.com/office/drawing/2010/main" val="0"/>
                          </a:ext>
                        </a:extLst>
                      </a:blip>
                      <a:stretch>
                        <a:fillRect/>
                      </a:stretch>
                    </p:blipFill>
                    <p:spPr>
                      <a:xfrm>
                        <a:off x="4307461" y="2300886"/>
                        <a:ext cx="1125302" cy="511810"/>
                      </a:xfrm>
                      <a:prstGeom prst="rect">
                        <a:avLst/>
                      </a:prstGeom>
                      <a:noFill/>
                    </p:spPr>
                  </p:pic>
                </p:oleObj>
              </mc:Fallback>
            </mc:AlternateContent>
          </a:graphicData>
        </a:graphic>
      </p:graphicFrame>
      <p:graphicFrame>
        <p:nvGraphicFramePr>
          <p:cNvPr id="7" name="对象 6"/>
          <p:cNvGraphicFramePr>
            <a:graphicFrameLocks noChangeAspect="1"/>
          </p:cNvGraphicFramePr>
          <p:nvPr>
            <p:custDataLst>
              <p:tags r:id="rId5"/>
            </p:custDataLst>
            <p:extLst>
              <p:ext uri="{D42A27DB-BD31-4B8C-83A1-F6EECF244321}">
                <p14:modId xmlns:p14="http://schemas.microsoft.com/office/powerpoint/2010/main" val="2224473420"/>
              </p:ext>
            </p:extLst>
          </p:nvPr>
        </p:nvGraphicFramePr>
        <p:xfrm>
          <a:off x="6905773" y="2270177"/>
          <a:ext cx="1220668" cy="542519"/>
        </p:xfrm>
        <a:graphic>
          <a:graphicData uri="http://schemas.openxmlformats.org/presentationml/2006/ole">
            <mc:AlternateContent xmlns:mc="http://schemas.openxmlformats.org/markup-compatibility/2006">
              <mc:Choice xmlns:v="urn:schemas-microsoft-com:vml" Requires="v">
                <p:oleObj name="Equation" r:id="rId31" imgW="584200" imgH="254000" progId="Equation.DSMT4">
                  <p:embed/>
                </p:oleObj>
              </mc:Choice>
              <mc:Fallback>
                <p:oleObj name="Equation" r:id="rId31" imgW="584200" imgH="254000" progId="Equation.DSMT4">
                  <p:embed/>
                  <p:pic>
                    <p:nvPicPr>
                      <p:cNvPr id="7" name="对象 6"/>
                      <p:cNvPicPr/>
                      <p:nvPr/>
                    </p:nvPicPr>
                    <p:blipFill>
                      <a:blip r:embed="rId32">
                        <a:extLst>
                          <a:ext uri="{28A0092B-C50C-407E-A947-70E740481C1C}">
                            <a14:useLocalDpi xmlns:a14="http://schemas.microsoft.com/office/drawing/2010/main" val="0"/>
                          </a:ext>
                        </a:extLst>
                      </a:blip>
                      <a:stretch>
                        <a:fillRect/>
                      </a:stretch>
                    </p:blipFill>
                    <p:spPr>
                      <a:xfrm>
                        <a:off x="6905773" y="2270177"/>
                        <a:ext cx="1220668" cy="542519"/>
                      </a:xfrm>
                      <a:prstGeom prst="rect">
                        <a:avLst/>
                      </a:prstGeom>
                      <a:noFill/>
                    </p:spPr>
                  </p:pic>
                </p:oleObj>
              </mc:Fallback>
            </mc:AlternateContent>
          </a:graphicData>
        </a:graphic>
      </p:graphicFrame>
      <p:graphicFrame>
        <p:nvGraphicFramePr>
          <p:cNvPr id="9" name="对象 8"/>
          <p:cNvGraphicFramePr>
            <a:graphicFrameLocks noChangeAspect="1"/>
          </p:cNvGraphicFramePr>
          <p:nvPr>
            <p:custDataLst>
              <p:tags r:id="rId6"/>
            </p:custDataLst>
            <p:extLst>
              <p:ext uri="{D42A27DB-BD31-4B8C-83A1-F6EECF244321}">
                <p14:modId xmlns:p14="http://schemas.microsoft.com/office/powerpoint/2010/main" val="994900999"/>
              </p:ext>
            </p:extLst>
          </p:nvPr>
        </p:nvGraphicFramePr>
        <p:xfrm>
          <a:off x="9599451" y="2201132"/>
          <a:ext cx="1125301" cy="628075"/>
        </p:xfrm>
        <a:graphic>
          <a:graphicData uri="http://schemas.openxmlformats.org/presentationml/2006/ole">
            <mc:AlternateContent xmlns:mc="http://schemas.openxmlformats.org/markup-compatibility/2006">
              <mc:Choice xmlns:v="urn:schemas-microsoft-com:vml" Requires="v">
                <p:oleObj name="Equation" r:id="rId33" imgW="469900" imgH="254000" progId="Equation.DSMT4">
                  <p:embed/>
                </p:oleObj>
              </mc:Choice>
              <mc:Fallback>
                <p:oleObj name="Equation" r:id="rId33" imgW="469900" imgH="254000" progId="Equation.DSMT4">
                  <p:embed/>
                  <p:pic>
                    <p:nvPicPr>
                      <p:cNvPr id="9" name="对象 8"/>
                      <p:cNvPicPr/>
                      <p:nvPr/>
                    </p:nvPicPr>
                    <p:blipFill>
                      <a:blip r:embed="rId34">
                        <a:extLst>
                          <a:ext uri="{28A0092B-C50C-407E-A947-70E740481C1C}">
                            <a14:useLocalDpi xmlns:a14="http://schemas.microsoft.com/office/drawing/2010/main" val="0"/>
                          </a:ext>
                        </a:extLst>
                      </a:blip>
                      <a:stretch>
                        <a:fillRect/>
                      </a:stretch>
                    </p:blipFill>
                    <p:spPr>
                      <a:xfrm>
                        <a:off x="9599451" y="2201132"/>
                        <a:ext cx="1125301" cy="628075"/>
                      </a:xfrm>
                      <a:prstGeom prst="rect">
                        <a:avLst/>
                      </a:prstGeom>
                      <a:noFill/>
                    </p:spPr>
                  </p:pic>
                </p:oleObj>
              </mc:Fallback>
            </mc:AlternateContent>
          </a:graphicData>
        </a:graphic>
      </p:graphicFrame>
      <p:graphicFrame>
        <p:nvGraphicFramePr>
          <p:cNvPr id="11" name="对象 10"/>
          <p:cNvGraphicFramePr>
            <a:graphicFrameLocks noChangeAspect="1"/>
          </p:cNvGraphicFramePr>
          <p:nvPr>
            <p:custDataLst>
              <p:tags r:id="rId7"/>
            </p:custDataLst>
            <p:extLst>
              <p:ext uri="{D42A27DB-BD31-4B8C-83A1-F6EECF244321}">
                <p14:modId xmlns:p14="http://schemas.microsoft.com/office/powerpoint/2010/main" val="3983876193"/>
              </p:ext>
            </p:extLst>
          </p:nvPr>
        </p:nvGraphicFramePr>
        <p:xfrm>
          <a:off x="1706918" y="2888663"/>
          <a:ext cx="2262000" cy="614370"/>
        </p:xfrm>
        <a:graphic>
          <a:graphicData uri="http://schemas.openxmlformats.org/presentationml/2006/ole">
            <mc:AlternateContent xmlns:mc="http://schemas.openxmlformats.org/markup-compatibility/2006">
              <mc:Choice xmlns:v="urn:schemas-microsoft-com:vml" Requires="v">
                <p:oleObj name="Equation" r:id="rId35" imgW="876300" imgH="241300" progId="Equation.DSMT4">
                  <p:embed/>
                </p:oleObj>
              </mc:Choice>
              <mc:Fallback>
                <p:oleObj name="Equation" r:id="rId35" imgW="876300" imgH="241300" progId="Equation.DSMT4">
                  <p:embed/>
                  <p:pic>
                    <p:nvPicPr>
                      <p:cNvPr id="11" name="对象 10"/>
                      <p:cNvPicPr/>
                      <p:nvPr/>
                    </p:nvPicPr>
                    <p:blipFill>
                      <a:blip r:embed="rId36">
                        <a:extLst>
                          <a:ext uri="{28A0092B-C50C-407E-A947-70E740481C1C}">
                            <a14:useLocalDpi xmlns:a14="http://schemas.microsoft.com/office/drawing/2010/main" val="0"/>
                          </a:ext>
                        </a:extLst>
                      </a:blip>
                      <a:stretch>
                        <a:fillRect/>
                      </a:stretch>
                    </p:blipFill>
                    <p:spPr>
                      <a:xfrm>
                        <a:off x="1706918" y="2888663"/>
                        <a:ext cx="2262000" cy="614370"/>
                      </a:xfrm>
                      <a:prstGeom prst="rect">
                        <a:avLst/>
                      </a:prstGeom>
                      <a:noFill/>
                    </p:spPr>
                  </p:pic>
                </p:oleObj>
              </mc:Fallback>
            </mc:AlternateContent>
          </a:graphicData>
        </a:graphic>
      </p:graphicFrame>
      <p:graphicFrame>
        <p:nvGraphicFramePr>
          <p:cNvPr id="13" name="对象 12"/>
          <p:cNvGraphicFramePr>
            <a:graphicFrameLocks noChangeAspect="1"/>
          </p:cNvGraphicFramePr>
          <p:nvPr>
            <p:custDataLst>
              <p:tags r:id="rId8"/>
            </p:custDataLst>
            <p:extLst>
              <p:ext uri="{D42A27DB-BD31-4B8C-83A1-F6EECF244321}">
                <p14:modId xmlns:p14="http://schemas.microsoft.com/office/powerpoint/2010/main" val="2826042870"/>
              </p:ext>
            </p:extLst>
          </p:nvPr>
        </p:nvGraphicFramePr>
        <p:xfrm>
          <a:off x="4514457" y="2954608"/>
          <a:ext cx="893630" cy="418889"/>
        </p:xfrm>
        <a:graphic>
          <a:graphicData uri="http://schemas.openxmlformats.org/presentationml/2006/ole">
            <mc:AlternateContent xmlns:mc="http://schemas.openxmlformats.org/markup-compatibility/2006">
              <mc:Choice xmlns:v="urn:schemas-microsoft-com:vml" Requires="v">
                <p:oleObj name="Equation" r:id="rId37" imgW="342900" imgH="165100" progId="Equation.DSMT4">
                  <p:embed/>
                </p:oleObj>
              </mc:Choice>
              <mc:Fallback>
                <p:oleObj name="Equation" r:id="rId37" imgW="342900" imgH="165100" progId="Equation.DSMT4">
                  <p:embed/>
                  <p:pic>
                    <p:nvPicPr>
                      <p:cNvPr id="13" name="对象 12"/>
                      <p:cNvPicPr/>
                      <p:nvPr/>
                    </p:nvPicPr>
                    <p:blipFill>
                      <a:blip r:embed="rId38">
                        <a:extLst>
                          <a:ext uri="{28A0092B-C50C-407E-A947-70E740481C1C}">
                            <a14:useLocalDpi xmlns:a14="http://schemas.microsoft.com/office/drawing/2010/main" val="0"/>
                          </a:ext>
                        </a:extLst>
                      </a:blip>
                      <a:stretch>
                        <a:fillRect/>
                      </a:stretch>
                    </p:blipFill>
                    <p:spPr>
                      <a:xfrm>
                        <a:off x="4514457" y="2954608"/>
                        <a:ext cx="893630" cy="418889"/>
                      </a:xfrm>
                      <a:prstGeom prst="rect">
                        <a:avLst/>
                      </a:prstGeom>
                      <a:noFill/>
                    </p:spPr>
                  </p:pic>
                </p:oleObj>
              </mc:Fallback>
            </mc:AlternateContent>
          </a:graphicData>
        </a:graphic>
      </p:graphicFrame>
      <p:graphicFrame>
        <p:nvGraphicFramePr>
          <p:cNvPr id="15" name="对象 14"/>
          <p:cNvGraphicFramePr>
            <a:graphicFrameLocks noChangeAspect="1"/>
          </p:cNvGraphicFramePr>
          <p:nvPr>
            <p:custDataLst>
              <p:tags r:id="rId9"/>
            </p:custDataLst>
            <p:extLst>
              <p:ext uri="{D42A27DB-BD31-4B8C-83A1-F6EECF244321}">
                <p14:modId xmlns:p14="http://schemas.microsoft.com/office/powerpoint/2010/main" val="246812964"/>
              </p:ext>
            </p:extLst>
          </p:nvPr>
        </p:nvGraphicFramePr>
        <p:xfrm>
          <a:off x="7120746" y="2926682"/>
          <a:ext cx="893629" cy="474741"/>
        </p:xfrm>
        <a:graphic>
          <a:graphicData uri="http://schemas.openxmlformats.org/presentationml/2006/ole">
            <mc:AlternateContent xmlns:mc="http://schemas.openxmlformats.org/markup-compatibility/2006">
              <mc:Choice xmlns:v="urn:schemas-microsoft-com:vml" Requires="v">
                <p:oleObj name="Equation" r:id="rId39" imgW="342900" imgH="177800" progId="Equation.DSMT4">
                  <p:embed/>
                </p:oleObj>
              </mc:Choice>
              <mc:Fallback>
                <p:oleObj name="Equation" r:id="rId39" imgW="342900" imgH="177800" progId="Equation.DSMT4">
                  <p:embed/>
                  <p:pic>
                    <p:nvPicPr>
                      <p:cNvPr id="15" name="对象 14"/>
                      <p:cNvPicPr/>
                      <p:nvPr/>
                    </p:nvPicPr>
                    <p:blipFill>
                      <a:blip r:embed="rId40">
                        <a:extLst>
                          <a:ext uri="{28A0092B-C50C-407E-A947-70E740481C1C}">
                            <a14:useLocalDpi xmlns:a14="http://schemas.microsoft.com/office/drawing/2010/main" val="0"/>
                          </a:ext>
                        </a:extLst>
                      </a:blip>
                      <a:stretch>
                        <a:fillRect/>
                      </a:stretch>
                    </p:blipFill>
                    <p:spPr>
                      <a:xfrm>
                        <a:off x="7120746" y="2926682"/>
                        <a:ext cx="893629" cy="474741"/>
                      </a:xfrm>
                      <a:prstGeom prst="rect">
                        <a:avLst/>
                      </a:prstGeom>
                      <a:noFill/>
                    </p:spPr>
                  </p:pic>
                </p:oleObj>
              </mc:Fallback>
            </mc:AlternateContent>
          </a:graphicData>
        </a:graphic>
      </p:graphicFrame>
      <p:graphicFrame>
        <p:nvGraphicFramePr>
          <p:cNvPr id="17" name="对象 16"/>
          <p:cNvGraphicFramePr>
            <a:graphicFrameLocks noChangeAspect="1"/>
          </p:cNvGraphicFramePr>
          <p:nvPr>
            <p:custDataLst>
              <p:tags r:id="rId10"/>
            </p:custDataLst>
            <p:extLst>
              <p:ext uri="{D42A27DB-BD31-4B8C-83A1-F6EECF244321}">
                <p14:modId xmlns:p14="http://schemas.microsoft.com/office/powerpoint/2010/main" val="16055146"/>
              </p:ext>
            </p:extLst>
          </p:nvPr>
        </p:nvGraphicFramePr>
        <p:xfrm>
          <a:off x="9731020" y="2940645"/>
          <a:ext cx="921555" cy="446815"/>
        </p:xfrm>
        <a:graphic>
          <a:graphicData uri="http://schemas.openxmlformats.org/presentationml/2006/ole">
            <mc:AlternateContent xmlns:mc="http://schemas.openxmlformats.org/markup-compatibility/2006">
              <mc:Choice xmlns:v="urn:schemas-microsoft-com:vml" Requires="v">
                <p:oleObj name="Equation" r:id="rId41" imgW="354965" imgH="177800" progId="Equation.DSMT4">
                  <p:embed/>
                </p:oleObj>
              </mc:Choice>
              <mc:Fallback>
                <p:oleObj name="Equation" r:id="rId41" imgW="354965" imgH="177800" progId="Equation.DSMT4">
                  <p:embed/>
                  <p:pic>
                    <p:nvPicPr>
                      <p:cNvPr id="17" name="对象 16"/>
                      <p:cNvPicPr/>
                      <p:nvPr/>
                    </p:nvPicPr>
                    <p:blipFill>
                      <a:blip r:embed="rId42">
                        <a:extLst>
                          <a:ext uri="{28A0092B-C50C-407E-A947-70E740481C1C}">
                            <a14:useLocalDpi xmlns:a14="http://schemas.microsoft.com/office/drawing/2010/main" val="0"/>
                          </a:ext>
                        </a:extLst>
                      </a:blip>
                      <a:stretch>
                        <a:fillRect/>
                      </a:stretch>
                    </p:blipFill>
                    <p:spPr>
                      <a:xfrm>
                        <a:off x="9731020" y="2940645"/>
                        <a:ext cx="921555" cy="446815"/>
                      </a:xfrm>
                      <a:prstGeom prst="rect">
                        <a:avLst/>
                      </a:prstGeom>
                      <a:noFill/>
                    </p:spPr>
                  </p:pic>
                </p:oleObj>
              </mc:Fallback>
            </mc:AlternateContent>
          </a:graphicData>
        </a:graphic>
      </p:graphicFrame>
      <p:grpSp>
        <p:nvGrpSpPr>
          <p:cNvPr id="26" name="组合 25"/>
          <p:cNvGrpSpPr/>
          <p:nvPr>
            <p:custDataLst>
              <p:tags r:id="rId11"/>
            </p:custDataLst>
          </p:nvPr>
        </p:nvGrpSpPr>
        <p:grpSpPr>
          <a:xfrm>
            <a:off x="234954" y="3620632"/>
            <a:ext cx="11719919" cy="2335677"/>
            <a:chOff x="-192634" y="3309641"/>
            <a:chExt cx="11719919" cy="2335677"/>
          </a:xfrm>
        </p:grpSpPr>
        <p:graphicFrame>
          <p:nvGraphicFramePr>
            <p:cNvPr id="19" name="对象 18" descr="eqId17964d3a3f403cc8e6e34f263446a0c6"/>
            <p:cNvGraphicFramePr>
              <a:graphicFrameLocks noChangeAspect="1"/>
            </p:cNvGraphicFramePr>
            <p:nvPr>
              <p:custDataLst>
                <p:tags r:id="rId13"/>
              </p:custDataLst>
              <p:extLst>
                <p:ext uri="{D42A27DB-BD31-4B8C-83A1-F6EECF244321}">
                  <p14:modId xmlns:p14="http://schemas.microsoft.com/office/powerpoint/2010/main" val="1796852276"/>
                </p:ext>
              </p:extLst>
            </p:nvPr>
          </p:nvGraphicFramePr>
          <p:xfrm>
            <a:off x="6950650" y="3471364"/>
            <a:ext cx="618218" cy="447675"/>
          </p:xfrm>
          <a:graphic>
            <a:graphicData uri="http://schemas.openxmlformats.org/presentationml/2006/ole">
              <mc:AlternateContent xmlns:mc="http://schemas.openxmlformats.org/markup-compatibility/2006">
                <mc:Choice xmlns:v="urn:schemas-microsoft-com:vml" Requires="v">
                  <p:oleObj name="Equation" r:id="rId43" imgW="317500" imgH="228600" progId="Equation.DSMT4">
                    <p:embed/>
                  </p:oleObj>
                </mc:Choice>
                <mc:Fallback>
                  <p:oleObj name="Equation" r:id="rId43" imgW="317500" imgH="228600" progId="Equation.DSMT4">
                    <p:embed/>
                    <p:pic>
                      <p:nvPicPr>
                        <p:cNvPr id="19" name="对象 18" descr="eqId17964d3a3f403cc8e6e34f263446a0c6"/>
                        <p:cNvPicPr/>
                        <p:nvPr/>
                      </p:nvPicPr>
                      <p:blipFill>
                        <a:blip r:embed="rId44">
                          <a:extLst>
                            <a:ext uri="{28A0092B-C50C-407E-A947-70E740481C1C}">
                              <a14:useLocalDpi xmlns:a14="http://schemas.microsoft.com/office/drawing/2010/main" val="0"/>
                            </a:ext>
                          </a:extLst>
                        </a:blip>
                        <a:stretch>
                          <a:fillRect/>
                        </a:stretch>
                      </p:blipFill>
                      <p:spPr>
                        <a:xfrm>
                          <a:off x="6950650" y="3471364"/>
                          <a:ext cx="618218" cy="447675"/>
                        </a:xfrm>
                        <a:prstGeom prst="rect">
                          <a:avLst/>
                        </a:prstGeom>
                        <a:noFill/>
                      </p:spPr>
                    </p:pic>
                  </p:oleObj>
                </mc:Fallback>
              </mc:AlternateContent>
            </a:graphicData>
          </a:graphic>
        </p:graphicFrame>
        <p:graphicFrame>
          <p:nvGraphicFramePr>
            <p:cNvPr id="21" name="对象 20" descr="eqId5c36a52af6a7db944681dfe1ae228d0d"/>
            <p:cNvGraphicFramePr>
              <a:graphicFrameLocks noChangeAspect="1"/>
            </p:cNvGraphicFramePr>
            <p:nvPr>
              <p:custDataLst>
                <p:tags r:id="rId14"/>
              </p:custDataLst>
            </p:nvPr>
          </p:nvGraphicFramePr>
          <p:xfrm>
            <a:off x="2447513" y="4065154"/>
            <a:ext cx="2307446" cy="369191"/>
          </p:xfrm>
          <a:graphic>
            <a:graphicData uri="http://schemas.openxmlformats.org/presentationml/2006/ole">
              <mc:AlternateContent xmlns:mc="http://schemas.openxmlformats.org/markup-compatibility/2006">
                <mc:Choice xmlns:v="urn:schemas-microsoft-com:vml" Requires="v">
                  <p:oleObj name="Equation" r:id="rId45" imgW="1078865" imgH="177800" progId="Equation.DSMT4">
                    <p:embed/>
                  </p:oleObj>
                </mc:Choice>
                <mc:Fallback>
                  <p:oleObj name="Equation" r:id="rId45" imgW="1078865" imgH="177800" progId="Equation.DSMT4">
                    <p:embed/>
                    <p:pic>
                      <p:nvPicPr>
                        <p:cNvPr id="21" name="对象 20" descr="eqId5c36a52af6a7db944681dfe1ae228d0d"/>
                        <p:cNvPicPr/>
                        <p:nvPr/>
                      </p:nvPicPr>
                      <p:blipFill>
                        <a:blip r:embed="rId46">
                          <a:extLst>
                            <a:ext uri="{28A0092B-C50C-407E-A947-70E740481C1C}">
                              <a14:useLocalDpi xmlns:a14="http://schemas.microsoft.com/office/drawing/2010/main" val="0"/>
                            </a:ext>
                          </a:extLst>
                        </a:blip>
                        <a:stretch>
                          <a:fillRect/>
                        </a:stretch>
                      </p:blipFill>
                      <p:spPr>
                        <a:xfrm>
                          <a:off x="2447513" y="4065154"/>
                          <a:ext cx="2307446" cy="369191"/>
                        </a:xfrm>
                        <a:prstGeom prst="rect">
                          <a:avLst/>
                        </a:prstGeom>
                        <a:noFill/>
                      </p:spPr>
                    </p:pic>
                  </p:oleObj>
                </mc:Fallback>
              </mc:AlternateContent>
            </a:graphicData>
          </a:graphic>
        </p:graphicFrame>
        <p:graphicFrame>
          <p:nvGraphicFramePr>
            <p:cNvPr id="23" name="对象 22" descr="eqIdc9d6ff89ccbd64f5b1b558818a746581"/>
            <p:cNvGraphicFramePr>
              <a:graphicFrameLocks noChangeAspect="1"/>
            </p:cNvGraphicFramePr>
            <p:nvPr>
              <p:custDataLst>
                <p:tags r:id="rId15"/>
              </p:custDataLst>
            </p:nvPr>
          </p:nvGraphicFramePr>
          <p:xfrm>
            <a:off x="3161132" y="4603320"/>
            <a:ext cx="3725426" cy="535530"/>
          </p:xfrm>
          <a:graphic>
            <a:graphicData uri="http://schemas.openxmlformats.org/presentationml/2006/ole">
              <mc:AlternateContent xmlns:mc="http://schemas.openxmlformats.org/markup-compatibility/2006">
                <mc:Choice xmlns:v="urn:schemas-microsoft-com:vml" Requires="v">
                  <p:oleObj name="Equation" r:id="rId47" imgW="1726565" imgH="254000" progId="Equation.DSMT4">
                    <p:embed/>
                  </p:oleObj>
                </mc:Choice>
                <mc:Fallback>
                  <p:oleObj name="Equation" r:id="rId47" imgW="1726565" imgH="254000" progId="Equation.DSMT4">
                    <p:embed/>
                    <p:pic>
                      <p:nvPicPr>
                        <p:cNvPr id="23" name="对象 22" descr="eqIdc9d6ff89ccbd64f5b1b558818a746581"/>
                        <p:cNvPicPr/>
                        <p:nvPr/>
                      </p:nvPicPr>
                      <p:blipFill>
                        <a:blip r:embed="rId48">
                          <a:extLst>
                            <a:ext uri="{28A0092B-C50C-407E-A947-70E740481C1C}">
                              <a14:useLocalDpi xmlns:a14="http://schemas.microsoft.com/office/drawing/2010/main" val="0"/>
                            </a:ext>
                          </a:extLst>
                        </a:blip>
                        <a:stretch>
                          <a:fillRect/>
                        </a:stretch>
                      </p:blipFill>
                      <p:spPr>
                        <a:xfrm>
                          <a:off x="3161132" y="4603320"/>
                          <a:ext cx="3725426" cy="535530"/>
                        </a:xfrm>
                        <a:prstGeom prst="rect">
                          <a:avLst/>
                        </a:prstGeom>
                        <a:noFill/>
                      </p:spPr>
                    </p:pic>
                  </p:oleObj>
                </mc:Fallback>
              </mc:AlternateContent>
            </a:graphicData>
          </a:graphic>
        </p:graphicFrame>
        <p:graphicFrame>
          <p:nvGraphicFramePr>
            <p:cNvPr id="25" name="对象 24" descr="eqId5d69d7191f7166d1c82e92bd9c6ef391"/>
            <p:cNvGraphicFramePr>
              <a:graphicFrameLocks noChangeAspect="1"/>
            </p:cNvGraphicFramePr>
            <p:nvPr>
              <p:custDataLst>
                <p:tags r:id="rId16"/>
              </p:custDataLst>
            </p:nvPr>
          </p:nvGraphicFramePr>
          <p:xfrm>
            <a:off x="483199" y="5122895"/>
            <a:ext cx="509316" cy="509316"/>
          </p:xfrm>
          <a:graphic>
            <a:graphicData uri="http://schemas.openxmlformats.org/presentationml/2006/ole">
              <mc:AlternateContent xmlns:mc="http://schemas.openxmlformats.org/markup-compatibility/2006">
                <mc:Choice xmlns:v="urn:schemas-microsoft-com:vml" Requires="v">
                  <p:oleObj name="Equation" r:id="rId49" imgW="241300" imgH="228600" progId="Equation.DSMT4">
                    <p:embed/>
                  </p:oleObj>
                </mc:Choice>
                <mc:Fallback>
                  <p:oleObj name="Equation" r:id="rId49" imgW="241300" imgH="228600" progId="Equation.DSMT4">
                    <p:embed/>
                    <p:pic>
                      <p:nvPicPr>
                        <p:cNvPr id="25" name="对象 24" descr="eqId5d69d7191f7166d1c82e92bd9c6ef391"/>
                        <p:cNvPicPr/>
                        <p:nvPr/>
                      </p:nvPicPr>
                      <p:blipFill>
                        <a:blip r:embed="rId50">
                          <a:extLst>
                            <a:ext uri="{28A0092B-C50C-407E-A947-70E740481C1C}">
                              <a14:useLocalDpi xmlns:a14="http://schemas.microsoft.com/office/drawing/2010/main" val="0"/>
                            </a:ext>
                          </a:extLst>
                        </a:blip>
                        <a:stretch>
                          <a:fillRect/>
                        </a:stretch>
                      </p:blipFill>
                      <p:spPr>
                        <a:xfrm>
                          <a:off x="483199" y="5122895"/>
                          <a:ext cx="509316" cy="509316"/>
                        </a:xfrm>
                        <a:prstGeom prst="rect">
                          <a:avLst/>
                        </a:prstGeom>
                        <a:noFill/>
                      </p:spPr>
                    </p:pic>
                  </p:oleObj>
                </mc:Fallback>
              </mc:AlternateContent>
            </a:graphicData>
          </a:graphic>
        </p:graphicFrame>
        <p:graphicFrame>
          <p:nvGraphicFramePr>
            <p:cNvPr id="28" name="对象 27" descr="eqIde24f52272f69c2dbc611097217a04314"/>
            <p:cNvGraphicFramePr>
              <a:graphicFrameLocks noChangeAspect="1"/>
            </p:cNvGraphicFramePr>
            <p:nvPr>
              <p:custDataLst>
                <p:tags r:id="rId17"/>
              </p:custDataLst>
            </p:nvPr>
          </p:nvGraphicFramePr>
          <p:xfrm>
            <a:off x="1360369" y="5151790"/>
            <a:ext cx="601919" cy="393562"/>
          </p:xfrm>
          <a:graphic>
            <a:graphicData uri="http://schemas.openxmlformats.org/presentationml/2006/ole">
              <mc:AlternateContent xmlns:mc="http://schemas.openxmlformats.org/markup-compatibility/2006">
                <mc:Choice xmlns:v="urn:schemas-microsoft-com:vml" Requires="v">
                  <p:oleObj name="Equation" r:id="rId51" imgW="279400" imgH="177800" progId="Equation.DSMT4">
                    <p:embed/>
                  </p:oleObj>
                </mc:Choice>
                <mc:Fallback>
                  <p:oleObj name="Equation" r:id="rId51" imgW="279400" imgH="177800" progId="Equation.DSMT4">
                    <p:embed/>
                    <p:pic>
                      <p:nvPicPr>
                        <p:cNvPr id="28" name="对象 27" descr="eqIde24f52272f69c2dbc611097217a04314"/>
                        <p:cNvPicPr/>
                        <p:nvPr/>
                      </p:nvPicPr>
                      <p:blipFill>
                        <a:blip r:embed="rId52">
                          <a:extLst>
                            <a:ext uri="{28A0092B-C50C-407E-A947-70E740481C1C}">
                              <a14:useLocalDpi xmlns:a14="http://schemas.microsoft.com/office/drawing/2010/main" val="0"/>
                            </a:ext>
                          </a:extLst>
                        </a:blip>
                        <a:stretch>
                          <a:fillRect/>
                        </a:stretch>
                      </p:blipFill>
                      <p:spPr>
                        <a:xfrm>
                          <a:off x="1360369" y="5151790"/>
                          <a:ext cx="601919" cy="393562"/>
                        </a:xfrm>
                        <a:prstGeom prst="rect">
                          <a:avLst/>
                        </a:prstGeom>
                        <a:noFill/>
                      </p:spPr>
                    </p:pic>
                  </p:oleObj>
                </mc:Fallback>
              </mc:AlternateContent>
            </a:graphicData>
          </a:graphic>
        </p:graphicFrame>
        <p:graphicFrame>
          <p:nvGraphicFramePr>
            <p:cNvPr id="30" name="对象 29" descr="eqId3b7a81c12e34ebdb50eb46042baf2bea"/>
            <p:cNvGraphicFramePr>
              <a:graphicFrameLocks noChangeAspect="1"/>
            </p:cNvGraphicFramePr>
            <p:nvPr>
              <p:custDataLst>
                <p:tags r:id="rId18"/>
              </p:custDataLst>
            </p:nvPr>
          </p:nvGraphicFramePr>
          <p:xfrm>
            <a:off x="5201782" y="5109787"/>
            <a:ext cx="6325503" cy="535531"/>
          </p:xfrm>
          <a:graphic>
            <a:graphicData uri="http://schemas.openxmlformats.org/presentationml/2006/ole">
              <mc:AlternateContent xmlns:mc="http://schemas.openxmlformats.org/markup-compatibility/2006">
                <mc:Choice xmlns:v="urn:schemas-microsoft-com:vml" Requires="v">
                  <p:oleObj name="Equation" r:id="rId53" imgW="3365500" imgH="254000" progId="Equation.DSMT4">
                    <p:embed/>
                  </p:oleObj>
                </mc:Choice>
                <mc:Fallback>
                  <p:oleObj name="Equation" r:id="rId53" imgW="3365500" imgH="254000" progId="Equation.DSMT4">
                    <p:embed/>
                    <p:pic>
                      <p:nvPicPr>
                        <p:cNvPr id="30" name="对象 29" descr="eqId3b7a81c12e34ebdb50eb46042baf2bea"/>
                        <p:cNvPicPr/>
                        <p:nvPr/>
                      </p:nvPicPr>
                      <p:blipFill>
                        <a:blip r:embed="rId54">
                          <a:extLst>
                            <a:ext uri="{28A0092B-C50C-407E-A947-70E740481C1C}">
                              <a14:useLocalDpi xmlns:a14="http://schemas.microsoft.com/office/drawing/2010/main" val="0"/>
                            </a:ext>
                          </a:extLst>
                        </a:blip>
                        <a:stretch>
                          <a:fillRect/>
                        </a:stretch>
                      </p:blipFill>
                      <p:spPr>
                        <a:xfrm>
                          <a:off x="5201782" y="5109787"/>
                          <a:ext cx="6325503" cy="535531"/>
                        </a:xfrm>
                        <a:prstGeom prst="rect">
                          <a:avLst/>
                        </a:prstGeom>
                        <a:noFill/>
                      </p:spPr>
                    </p:pic>
                  </p:oleObj>
                </mc:Fallback>
              </mc:AlternateContent>
            </a:graphicData>
          </a:graphic>
        </p:graphicFrame>
        <p:sp>
          <p:nvSpPr>
            <p:cNvPr id="32" name="Rectangle 17"/>
            <p:cNvSpPr>
              <a:spLocks noChangeArrowheads="1"/>
            </p:cNvSpPr>
            <p:nvPr>
              <p:custDataLst>
                <p:tags r:id="rId19"/>
              </p:custDataLst>
            </p:nvPr>
          </p:nvSpPr>
          <p:spPr bwMode="auto">
            <a:xfrm>
              <a:off x="-170784" y="3314014"/>
              <a:ext cx="7266733"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ctr" latinLnBrk="0" hangingPunct="0">
                <a:lnSpc>
                  <a:spcPct val="120000"/>
                </a:lnSpc>
                <a:spcBef>
                  <a:spcPct val="0"/>
                </a:spcBef>
                <a:spcAft>
                  <a:spcPct val="0"/>
                </a:spcAft>
                <a:buClrTx/>
                <a:buSzTx/>
                <a:buFontTx/>
                <a:buNone/>
              </a:pPr>
              <a:r>
                <a:rPr kumimoji="0" lang="en-US" altLang="zh-CN" sz="2800" b="0" i="0" u="none" strike="noStrike" cap="none" normalizeH="0" baseline="0" dirty="0">
                  <a:ln>
                    <a:noFill/>
                  </a:ln>
                  <a:solidFill>
                    <a:schemeClr val="tx1"/>
                  </a:solidFill>
                  <a:effectLst/>
                  <a:cs typeface="+mn-ea"/>
                  <a:sym typeface="+mn-lt"/>
                </a:rPr>
                <a:t>A</a:t>
              </a:r>
              <a:r>
                <a:rPr kumimoji="0" lang="zh-CN" altLang="en-US" sz="2800" b="0" i="0" u="none" strike="noStrike" cap="none" normalizeH="0" baseline="0" dirty="0">
                  <a:ln>
                    <a:noFill/>
                  </a:ln>
                  <a:solidFill>
                    <a:schemeClr val="tx1"/>
                  </a:solidFill>
                  <a:effectLst/>
                  <a:cs typeface="+mn-ea"/>
                  <a:sym typeface="+mn-lt"/>
                </a:rPr>
                <a:t>．根据标准摩尔生成焓定义可知稳定单质的</a:t>
              </a:r>
            </a:p>
          </p:txBody>
        </p:sp>
        <p:sp>
          <p:nvSpPr>
            <p:cNvPr id="33" name="Rectangle 18"/>
            <p:cNvSpPr>
              <a:spLocks noChangeArrowheads="1"/>
            </p:cNvSpPr>
            <p:nvPr>
              <p:custDataLst>
                <p:tags r:id="rId20"/>
              </p:custDataLst>
            </p:nvPr>
          </p:nvSpPr>
          <p:spPr bwMode="auto">
            <a:xfrm>
              <a:off x="7470833" y="3309641"/>
              <a:ext cx="723275"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ctr" latinLnBrk="0" hangingPunct="0">
                <a:lnSpc>
                  <a:spcPct val="120000"/>
                </a:lnSpc>
                <a:spcBef>
                  <a:spcPct val="0"/>
                </a:spcBef>
                <a:spcAft>
                  <a:spcPct val="0"/>
                </a:spcAft>
                <a:buClrTx/>
                <a:buSzTx/>
                <a:buFontTx/>
                <a:buNone/>
              </a:pPr>
              <a:r>
                <a:rPr kumimoji="0" lang="zh-CN" altLang="zh-CN" sz="2800" b="0" i="0" u="none" strike="noStrike" cap="none" normalizeH="0" baseline="0" dirty="0">
                  <a:ln>
                    <a:noFill/>
                  </a:ln>
                  <a:solidFill>
                    <a:schemeClr val="tx1"/>
                  </a:solidFill>
                  <a:effectLst/>
                  <a:cs typeface="+mn-ea"/>
                  <a:sym typeface="+mn-lt"/>
                </a:rPr>
                <a:t>为</a:t>
              </a:r>
              <a:r>
                <a:rPr kumimoji="0" lang="en-US" altLang="zh-CN" sz="2800" b="0" i="0" u="none" strike="noStrike" cap="none" normalizeH="0" baseline="0" dirty="0">
                  <a:ln>
                    <a:noFill/>
                  </a:ln>
                  <a:solidFill>
                    <a:schemeClr val="tx1"/>
                  </a:solidFill>
                  <a:effectLst/>
                  <a:cs typeface="+mn-ea"/>
                  <a:sym typeface="+mn-lt"/>
                </a:rPr>
                <a:t>0</a:t>
              </a:r>
            </a:p>
          </p:txBody>
        </p:sp>
        <p:sp>
          <p:nvSpPr>
            <p:cNvPr id="34" name="Rectangle 19"/>
            <p:cNvSpPr>
              <a:spLocks noChangeArrowheads="1"/>
            </p:cNvSpPr>
            <p:nvPr>
              <p:custDataLst>
                <p:tags r:id="rId21"/>
              </p:custDataLst>
            </p:nvPr>
          </p:nvSpPr>
          <p:spPr bwMode="auto">
            <a:xfrm>
              <a:off x="-192634" y="4437919"/>
              <a:ext cx="3655168"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ctr" latinLnBrk="0" hangingPunct="0">
                <a:lnSpc>
                  <a:spcPct val="12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cs typeface="+mn-ea"/>
                  <a:sym typeface="+mn-lt"/>
                </a:rPr>
                <a:t>C</a:t>
              </a:r>
              <a:r>
                <a:rPr kumimoji="0" lang="zh-CN" altLang="en-US" sz="2800" b="0" i="0" u="none" strike="noStrike" cap="none" normalizeH="0" baseline="0">
                  <a:ln>
                    <a:noFill/>
                  </a:ln>
                  <a:solidFill>
                    <a:schemeClr val="tx1"/>
                  </a:solidFill>
                  <a:effectLst/>
                  <a:cs typeface="+mn-ea"/>
                  <a:sym typeface="+mn-lt"/>
                </a:rPr>
                <a:t>．可推知热稳定性：</a:t>
              </a:r>
            </a:p>
          </p:txBody>
        </p:sp>
        <p:sp>
          <p:nvSpPr>
            <p:cNvPr id="35" name="Rectangle 20"/>
            <p:cNvSpPr>
              <a:spLocks noChangeArrowheads="1"/>
            </p:cNvSpPr>
            <p:nvPr>
              <p:custDataLst>
                <p:tags r:id="rId22"/>
              </p:custDataLst>
            </p:nvPr>
          </p:nvSpPr>
          <p:spPr bwMode="auto">
            <a:xfrm>
              <a:off x="-140653" y="5005612"/>
              <a:ext cx="803425"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ctr" latinLnBrk="0" hangingPunct="0">
                <a:lnSpc>
                  <a:spcPct val="12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cs typeface="+mn-ea"/>
                  <a:sym typeface="+mn-lt"/>
                </a:rPr>
                <a:t>D</a:t>
              </a:r>
              <a:r>
                <a:rPr kumimoji="0" lang="zh-CN" altLang="en-US" sz="2800" b="0" i="0" u="none" strike="noStrike" cap="none" normalizeH="0" baseline="0">
                  <a:ln>
                    <a:noFill/>
                  </a:ln>
                  <a:solidFill>
                    <a:schemeClr val="tx1"/>
                  </a:solidFill>
                  <a:effectLst/>
                  <a:cs typeface="+mn-ea"/>
                  <a:sym typeface="+mn-lt"/>
                </a:rPr>
                <a:t>．</a:t>
              </a:r>
            </a:p>
          </p:txBody>
        </p:sp>
        <p:sp>
          <p:nvSpPr>
            <p:cNvPr id="36" name="Rectangle 21"/>
            <p:cNvSpPr>
              <a:spLocks noChangeArrowheads="1"/>
            </p:cNvSpPr>
            <p:nvPr>
              <p:custDataLst>
                <p:tags r:id="rId23"/>
              </p:custDataLst>
            </p:nvPr>
          </p:nvSpPr>
          <p:spPr bwMode="auto">
            <a:xfrm>
              <a:off x="938912" y="4978693"/>
              <a:ext cx="543739"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ctr" latinLnBrk="0" hangingPunct="0">
                <a:lnSpc>
                  <a:spcPct val="120000"/>
                </a:lnSpc>
                <a:spcBef>
                  <a:spcPct val="0"/>
                </a:spcBef>
                <a:spcAft>
                  <a:spcPct val="0"/>
                </a:spcAft>
                <a:buClrTx/>
                <a:buSzTx/>
                <a:buFontTx/>
                <a:buNone/>
              </a:pPr>
              <a:r>
                <a:rPr kumimoji="0" lang="zh-CN" altLang="zh-CN" sz="2800" b="0" i="0" u="none" strike="noStrike" cap="none" normalizeH="0" baseline="0">
                  <a:ln>
                    <a:noFill/>
                  </a:ln>
                  <a:solidFill>
                    <a:schemeClr val="tx1"/>
                  </a:solidFill>
                  <a:effectLst/>
                  <a:cs typeface="+mn-ea"/>
                  <a:sym typeface="+mn-lt"/>
                </a:rPr>
                <a:t>和</a:t>
              </a:r>
            </a:p>
          </p:txBody>
        </p:sp>
        <p:sp>
          <p:nvSpPr>
            <p:cNvPr id="37" name="Rectangle 22"/>
            <p:cNvSpPr>
              <a:spLocks noChangeArrowheads="1"/>
            </p:cNvSpPr>
            <p:nvPr>
              <p:custDataLst>
                <p:tags r:id="rId24"/>
              </p:custDataLst>
            </p:nvPr>
          </p:nvSpPr>
          <p:spPr bwMode="auto">
            <a:xfrm>
              <a:off x="1893076" y="5005612"/>
              <a:ext cx="3416320"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ctr" latinLnBrk="0" hangingPunct="0">
                <a:lnSpc>
                  <a:spcPct val="120000"/>
                </a:lnSpc>
                <a:spcBef>
                  <a:spcPct val="0"/>
                </a:spcBef>
                <a:spcAft>
                  <a:spcPct val="0"/>
                </a:spcAft>
                <a:buClrTx/>
                <a:buSzTx/>
                <a:buFontTx/>
                <a:buNone/>
              </a:pPr>
              <a:r>
                <a:rPr kumimoji="0" lang="zh-CN" altLang="zh-CN" sz="2800" b="0" i="0" u="none" strike="noStrike" cap="none" normalizeH="0" baseline="0">
                  <a:ln>
                    <a:noFill/>
                  </a:ln>
                  <a:solidFill>
                    <a:schemeClr val="tx1"/>
                  </a:solidFill>
                  <a:effectLst/>
                  <a:cs typeface="+mn-ea"/>
                  <a:sym typeface="+mn-lt"/>
                </a:rPr>
                <a:t>反应的热化学方程为</a:t>
              </a:r>
            </a:p>
          </p:txBody>
        </p:sp>
        <p:sp>
          <p:nvSpPr>
            <p:cNvPr id="38" name="Rectangle 18"/>
            <p:cNvSpPr>
              <a:spLocks noChangeArrowheads="1"/>
            </p:cNvSpPr>
            <p:nvPr>
              <p:custDataLst>
                <p:tags r:id="rId25"/>
              </p:custDataLst>
            </p:nvPr>
          </p:nvSpPr>
          <p:spPr bwMode="auto">
            <a:xfrm>
              <a:off x="-179286" y="3854788"/>
              <a:ext cx="2937022"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ctr" latinLnBrk="0" hangingPunct="0">
                <a:lnSpc>
                  <a:spcPct val="12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cs typeface="+mn-ea"/>
                  <a:sym typeface="+mn-lt"/>
                </a:rPr>
                <a:t>B</a:t>
              </a:r>
              <a:r>
                <a:rPr kumimoji="0" lang="zh-CN" altLang="en-US" sz="2800" b="0" i="0" u="none" strike="noStrike" cap="none" normalizeH="0" baseline="0">
                  <a:ln>
                    <a:noFill/>
                  </a:ln>
                  <a:solidFill>
                    <a:schemeClr val="tx1"/>
                  </a:solidFill>
                  <a:effectLst/>
                  <a:cs typeface="+mn-ea"/>
                  <a:sym typeface="+mn-lt"/>
                </a:rPr>
                <a:t>．可推知键能：</a:t>
              </a:r>
            </a:p>
          </p:txBody>
        </p:sp>
      </p:grpSp>
      <p:sp>
        <p:nvSpPr>
          <p:cNvPr id="39" name="文本框 38"/>
          <p:cNvSpPr txBox="1"/>
          <p:nvPr>
            <p:custDataLst>
              <p:tags r:id="rId12"/>
            </p:custDataLst>
          </p:nvPr>
        </p:nvSpPr>
        <p:spPr>
          <a:xfrm>
            <a:off x="118586" y="5906042"/>
            <a:ext cx="2140330" cy="609398"/>
          </a:xfrm>
          <a:prstGeom prst="rect">
            <a:avLst/>
          </a:prstGeom>
          <a:noFill/>
        </p:spPr>
        <p:txBody>
          <a:bodyPr wrap="none">
            <a:spAutoFit/>
          </a:bodyPr>
          <a:lstStyle/>
          <a:p>
            <a:pPr algn="just" fontAlgn="ctr">
              <a:lnSpc>
                <a:spcPct val="120000"/>
              </a:lnSpc>
            </a:pPr>
            <a:r>
              <a:rPr lang="zh-CN" altLang="zh-CN" sz="2800" kern="100">
                <a:solidFill>
                  <a:srgbClr val="FF0000"/>
                </a:solidFill>
                <a:effectLst/>
                <a:cs typeface="+mn-ea"/>
                <a:sym typeface="+mn-lt"/>
              </a:rPr>
              <a:t>【答案】</a:t>
            </a:r>
            <a:r>
              <a:rPr lang="en-US" altLang="zh-CN" sz="2800" kern="100">
                <a:solidFill>
                  <a:srgbClr val="FF0000"/>
                </a:solidFill>
                <a:effectLst/>
                <a:cs typeface="+mn-ea"/>
                <a:sym typeface="+mn-lt"/>
              </a:rPr>
              <a:t>AD</a:t>
            </a:r>
            <a:endParaRPr lang="zh-CN" altLang="zh-CN" sz="2800" kern="100">
              <a:solidFill>
                <a:srgbClr val="FF0000"/>
              </a:solidFill>
              <a:effectLst/>
              <a:cs typeface="+mn-ea"/>
              <a:sym typeface="+mn-lt"/>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文本框 17"/>
          <p:cNvSpPr txBox="1"/>
          <p:nvPr>
            <p:custDataLst>
              <p:tags r:id="rId1"/>
            </p:custDataLst>
          </p:nvPr>
        </p:nvSpPr>
        <p:spPr>
          <a:xfrm>
            <a:off x="334963" y="977510"/>
            <a:ext cx="11522075" cy="3667735"/>
          </a:xfrm>
          <a:prstGeom prst="rect">
            <a:avLst/>
          </a:prstGeom>
          <a:noFill/>
        </p:spPr>
        <p:txBody>
          <a:bodyPr wrap="square" rtlCol="0">
            <a:spAutoFit/>
          </a:bodyPr>
          <a:lstStyle/>
          <a:p>
            <a:pPr algn="just">
              <a:lnSpc>
                <a:spcPct val="120000"/>
              </a:lnSpc>
            </a:pPr>
            <a:r>
              <a:rPr lang="zh-CN" altLang="en-US" sz="2800" dirty="0">
                <a:cs typeface="+mn-ea"/>
                <a:sym typeface="+mn-lt"/>
              </a:rPr>
              <a:t>下列说法中不正确的是</a:t>
            </a:r>
          </a:p>
          <a:p>
            <a:pPr algn="just">
              <a:lnSpc>
                <a:spcPct val="120000"/>
              </a:lnSpc>
            </a:pPr>
            <a:r>
              <a:rPr lang="en-US" altLang="zh-CN" sz="2800" dirty="0">
                <a:cs typeface="+mn-ea"/>
                <a:sym typeface="+mn-lt"/>
              </a:rPr>
              <a:t>A</a:t>
            </a:r>
            <a:r>
              <a:rPr lang="zh-CN" altLang="en-US" sz="2800" dirty="0">
                <a:cs typeface="+mn-ea"/>
                <a:sym typeface="+mn-lt"/>
              </a:rPr>
              <a:t>．已知 </a:t>
            </a:r>
            <a:r>
              <a:rPr lang="en-US" altLang="zh-CN" sz="2800" dirty="0">
                <a:cs typeface="+mn-ea"/>
                <a:sym typeface="+mn-lt"/>
              </a:rPr>
              <a:t>Sn(s</a:t>
            </a:r>
            <a:r>
              <a:rPr lang="zh-CN" altLang="en-US" sz="2800" dirty="0">
                <a:cs typeface="+mn-ea"/>
                <a:sym typeface="+mn-lt"/>
              </a:rPr>
              <a:t>，灰锡</a:t>
            </a:r>
            <a:r>
              <a:rPr lang="en-US" altLang="zh-CN" sz="2800" dirty="0">
                <a:cs typeface="+mn-ea"/>
                <a:sym typeface="+mn-lt"/>
              </a:rPr>
              <a:t>)⇌ Sn(s</a:t>
            </a:r>
            <a:r>
              <a:rPr lang="zh-CN" altLang="en-US" sz="2800" dirty="0">
                <a:cs typeface="+mn-ea"/>
                <a:sym typeface="+mn-lt"/>
              </a:rPr>
              <a:t>，白锡</a:t>
            </a:r>
            <a:r>
              <a:rPr lang="en-US" altLang="zh-CN" sz="2800" dirty="0">
                <a:cs typeface="+mn-ea"/>
                <a:sym typeface="+mn-lt"/>
              </a:rPr>
              <a:t>)  △H = +2.1kJ/ mol</a:t>
            </a:r>
            <a:r>
              <a:rPr lang="zh-CN" altLang="en-US" sz="2800" dirty="0">
                <a:cs typeface="+mn-ea"/>
                <a:sym typeface="+mn-lt"/>
              </a:rPr>
              <a:t>， 则灰锡更不稳定</a:t>
            </a:r>
          </a:p>
          <a:p>
            <a:pPr algn="just">
              <a:lnSpc>
                <a:spcPct val="120000"/>
              </a:lnSpc>
            </a:pPr>
            <a:r>
              <a:rPr lang="en-US" altLang="zh-CN" sz="2800" dirty="0">
                <a:cs typeface="+mn-ea"/>
                <a:sym typeface="+mn-lt"/>
              </a:rPr>
              <a:t>B</a:t>
            </a:r>
            <a:r>
              <a:rPr lang="zh-CN" altLang="en-US" sz="2800" dirty="0">
                <a:cs typeface="+mn-ea"/>
                <a:sym typeface="+mn-lt"/>
              </a:rPr>
              <a:t>．</a:t>
            </a:r>
            <a:r>
              <a:rPr lang="en-US" altLang="zh-CN" sz="2800" dirty="0">
                <a:cs typeface="+mn-ea"/>
                <a:sym typeface="+mn-lt"/>
              </a:rPr>
              <a:t>1molH₂</a:t>
            </a:r>
            <a:r>
              <a:rPr lang="zh-CN" altLang="en-US" sz="2800" dirty="0">
                <a:cs typeface="+mn-ea"/>
                <a:sym typeface="+mn-lt"/>
              </a:rPr>
              <a:t>与足量</a:t>
            </a:r>
            <a:r>
              <a:rPr lang="en-US" altLang="zh-CN" sz="2800" dirty="0">
                <a:cs typeface="+mn-ea"/>
                <a:sym typeface="+mn-lt"/>
              </a:rPr>
              <a:t>O</a:t>
            </a:r>
            <a:r>
              <a:rPr lang="en-US" altLang="zh-CN" sz="2800" baseline="-25000" dirty="0">
                <a:cs typeface="+mn-ea"/>
                <a:sym typeface="+mn-lt"/>
              </a:rPr>
              <a:t>2</a:t>
            </a:r>
            <a:r>
              <a:rPr lang="zh-CN" altLang="en-US" sz="2800" dirty="0">
                <a:cs typeface="+mn-ea"/>
                <a:sym typeface="+mn-lt"/>
              </a:rPr>
              <a:t>反应生成</a:t>
            </a:r>
            <a:r>
              <a:rPr lang="en-US" altLang="zh-CN" sz="2800" dirty="0" err="1">
                <a:cs typeface="+mn-ea"/>
                <a:sym typeface="+mn-lt"/>
              </a:rPr>
              <a:t>lmolH₂O</a:t>
            </a:r>
            <a:r>
              <a:rPr lang="en-US" altLang="zh-CN" sz="2800" dirty="0">
                <a:cs typeface="+mn-ea"/>
                <a:sym typeface="+mn-lt"/>
              </a:rPr>
              <a:t>(l)</a:t>
            </a:r>
            <a:r>
              <a:rPr lang="zh-CN" altLang="en-US" sz="2800" dirty="0">
                <a:cs typeface="+mn-ea"/>
                <a:sym typeface="+mn-lt"/>
              </a:rPr>
              <a:t>放出</a:t>
            </a:r>
            <a:r>
              <a:rPr lang="en-US" altLang="zh-CN" sz="2800" dirty="0">
                <a:cs typeface="+mn-ea"/>
                <a:sym typeface="+mn-lt"/>
              </a:rPr>
              <a:t>285.8kJ</a:t>
            </a:r>
            <a:r>
              <a:rPr lang="zh-CN" altLang="en-US" sz="2800" dirty="0">
                <a:cs typeface="+mn-ea"/>
                <a:sym typeface="+mn-lt"/>
              </a:rPr>
              <a:t>的热量， 则</a:t>
            </a:r>
            <a:r>
              <a:rPr lang="en-US" altLang="zh-CN" sz="2800" dirty="0">
                <a:cs typeface="+mn-ea"/>
                <a:sym typeface="+mn-lt"/>
              </a:rPr>
              <a:t>H</a:t>
            </a:r>
            <a:r>
              <a:rPr lang="en-US" altLang="zh-CN" sz="2800" baseline="-25000" dirty="0">
                <a:cs typeface="+mn-ea"/>
                <a:sym typeface="+mn-lt"/>
              </a:rPr>
              <a:t>2</a:t>
            </a:r>
            <a:r>
              <a:rPr lang="zh-CN" altLang="en-US" sz="2800" dirty="0">
                <a:cs typeface="+mn-ea"/>
                <a:sym typeface="+mn-lt"/>
              </a:rPr>
              <a:t>的燃烧热为</a:t>
            </a:r>
            <a:r>
              <a:rPr lang="en-US" altLang="zh-CN" sz="2800" dirty="0">
                <a:cs typeface="+mn-ea"/>
                <a:sym typeface="+mn-lt"/>
              </a:rPr>
              <a:t>285.8kJ·mol⁻¹</a:t>
            </a:r>
          </a:p>
          <a:p>
            <a:pPr algn="just">
              <a:lnSpc>
                <a:spcPct val="120000"/>
              </a:lnSpc>
            </a:pPr>
            <a:r>
              <a:rPr lang="en-US" altLang="zh-CN" sz="2800" dirty="0">
                <a:cs typeface="+mn-ea"/>
                <a:sym typeface="+mn-lt"/>
              </a:rPr>
              <a:t>C</a:t>
            </a:r>
            <a:r>
              <a:rPr lang="zh-CN" altLang="en-US" sz="2800" dirty="0">
                <a:cs typeface="+mn-ea"/>
                <a:sym typeface="+mn-lt"/>
              </a:rPr>
              <a:t>．</a:t>
            </a:r>
            <a:r>
              <a:rPr lang="en-US" altLang="zh-CN" sz="2800" dirty="0">
                <a:cs typeface="+mn-ea"/>
                <a:sym typeface="+mn-lt"/>
              </a:rPr>
              <a:t>N</a:t>
            </a:r>
            <a:r>
              <a:rPr lang="en-US" altLang="zh-CN" sz="2800" baseline="-25000" dirty="0">
                <a:cs typeface="+mn-ea"/>
                <a:sym typeface="+mn-lt"/>
              </a:rPr>
              <a:t>2</a:t>
            </a:r>
            <a:r>
              <a:rPr lang="en-US" altLang="zh-CN" sz="2800" dirty="0">
                <a:cs typeface="+mn-ea"/>
                <a:sym typeface="+mn-lt"/>
              </a:rPr>
              <a:t>(g)+3H</a:t>
            </a:r>
            <a:r>
              <a:rPr lang="en-US" altLang="zh-CN" sz="2800" baseline="-25000" dirty="0">
                <a:cs typeface="+mn-ea"/>
                <a:sym typeface="+mn-lt"/>
              </a:rPr>
              <a:t>2</a:t>
            </a:r>
            <a:r>
              <a:rPr lang="en-US" altLang="zh-CN" sz="2800" dirty="0">
                <a:cs typeface="+mn-ea"/>
                <a:sym typeface="+mn-lt"/>
              </a:rPr>
              <a:t>(g)⇌2NH</a:t>
            </a:r>
            <a:r>
              <a:rPr lang="en-US" altLang="zh-CN" sz="2800" baseline="-25000" dirty="0">
                <a:cs typeface="+mn-ea"/>
                <a:sym typeface="+mn-lt"/>
              </a:rPr>
              <a:t>3</a:t>
            </a:r>
            <a:r>
              <a:rPr lang="en-US" altLang="zh-CN" sz="2800" dirty="0">
                <a:cs typeface="+mn-ea"/>
                <a:sym typeface="+mn-lt"/>
              </a:rPr>
              <a:t>(g) ΔH=-</a:t>
            </a:r>
            <a:r>
              <a:rPr lang="en-US" altLang="zh-CN" sz="2800" dirty="0" err="1">
                <a:cs typeface="+mn-ea"/>
                <a:sym typeface="+mn-lt"/>
              </a:rPr>
              <a:t>akJ</a:t>
            </a:r>
            <a:r>
              <a:rPr lang="en-US" altLang="zh-CN" sz="2800" dirty="0">
                <a:cs typeface="+mn-ea"/>
                <a:sym typeface="+mn-lt"/>
              </a:rPr>
              <a:t>/ mol(a&gt;0)</a:t>
            </a:r>
            <a:r>
              <a:rPr lang="zh-CN" altLang="en-US" sz="2800" dirty="0">
                <a:cs typeface="+mn-ea"/>
                <a:sym typeface="+mn-lt"/>
              </a:rPr>
              <a:t>；在一容器中通入</a:t>
            </a:r>
            <a:r>
              <a:rPr lang="en-US" altLang="zh-CN" sz="2800" dirty="0">
                <a:cs typeface="+mn-ea"/>
                <a:sym typeface="+mn-lt"/>
              </a:rPr>
              <a:t>1molN</a:t>
            </a:r>
            <a:r>
              <a:rPr lang="en-US" altLang="zh-CN" sz="2800" baseline="-25000" dirty="0">
                <a:cs typeface="+mn-ea"/>
                <a:sym typeface="+mn-lt"/>
              </a:rPr>
              <a:t>2</a:t>
            </a:r>
            <a:r>
              <a:rPr lang="zh-CN" altLang="en-US" sz="2800" dirty="0">
                <a:cs typeface="+mn-ea"/>
                <a:sym typeface="+mn-lt"/>
              </a:rPr>
              <a:t>和</a:t>
            </a:r>
            <a:r>
              <a:rPr lang="en-US" altLang="zh-CN" sz="2800" dirty="0">
                <a:cs typeface="+mn-ea"/>
                <a:sym typeface="+mn-lt"/>
              </a:rPr>
              <a:t>3molH</a:t>
            </a:r>
            <a:r>
              <a:rPr lang="en-US" altLang="zh-CN" sz="2800" baseline="-25000" dirty="0">
                <a:cs typeface="+mn-ea"/>
                <a:sym typeface="+mn-lt"/>
              </a:rPr>
              <a:t>2</a:t>
            </a:r>
            <a:r>
              <a:rPr lang="zh-CN" altLang="en-US" sz="2800" dirty="0">
                <a:cs typeface="+mn-ea"/>
                <a:sym typeface="+mn-lt"/>
              </a:rPr>
              <a:t>发生反应，测得放出的热量为</a:t>
            </a:r>
            <a:r>
              <a:rPr lang="en-US" altLang="zh-CN" sz="2800" dirty="0">
                <a:cs typeface="+mn-ea"/>
                <a:sym typeface="+mn-lt"/>
              </a:rPr>
              <a:t>9.2kJ</a:t>
            </a:r>
            <a:r>
              <a:rPr lang="zh-CN" altLang="en-US" sz="2800" dirty="0">
                <a:cs typeface="+mn-ea"/>
                <a:sym typeface="+mn-lt"/>
              </a:rPr>
              <a:t>， 则</a:t>
            </a:r>
            <a:r>
              <a:rPr lang="en-US" altLang="zh-CN" sz="2800" dirty="0">
                <a:cs typeface="+mn-ea"/>
                <a:sym typeface="+mn-lt"/>
              </a:rPr>
              <a:t>a&gt;9.2</a:t>
            </a:r>
          </a:p>
          <a:p>
            <a:pPr algn="just">
              <a:lnSpc>
                <a:spcPct val="120000"/>
              </a:lnSpc>
            </a:pPr>
            <a:r>
              <a:rPr lang="en-US" altLang="zh-CN" sz="2800" dirty="0">
                <a:cs typeface="+mn-ea"/>
                <a:sym typeface="+mn-lt"/>
              </a:rPr>
              <a:t>D</a:t>
            </a:r>
            <a:r>
              <a:rPr lang="zh-CN" altLang="en-US" sz="2800" dirty="0">
                <a:cs typeface="+mn-ea"/>
                <a:sym typeface="+mn-lt"/>
              </a:rPr>
              <a:t>．反应物的总能量高于生成物总能量的反应是放热反应</a:t>
            </a:r>
          </a:p>
        </p:txBody>
      </p:sp>
      <p:sp>
        <p:nvSpPr>
          <p:cNvPr id="3" name="文本框 2"/>
          <p:cNvSpPr txBox="1"/>
          <p:nvPr>
            <p:custDataLst>
              <p:tags r:id="rId2"/>
            </p:custDataLst>
          </p:nvPr>
        </p:nvSpPr>
        <p:spPr>
          <a:xfrm>
            <a:off x="334963" y="4798674"/>
            <a:ext cx="1880643" cy="565348"/>
          </a:xfrm>
          <a:prstGeom prst="rect">
            <a:avLst/>
          </a:prstGeom>
          <a:noFill/>
        </p:spPr>
        <p:txBody>
          <a:bodyPr wrap="none" rtlCol="0">
            <a:spAutoFit/>
          </a:bodyPr>
          <a:lstStyle/>
          <a:p>
            <a:pPr algn="just">
              <a:lnSpc>
                <a:spcPct val="120000"/>
              </a:lnSpc>
            </a:pPr>
            <a:r>
              <a:rPr lang="en-US" altLang="zh-CN" sz="2800" b="1">
                <a:solidFill>
                  <a:srgbClr val="FF0000"/>
                </a:solidFill>
                <a:cs typeface="+mn-ea"/>
                <a:sym typeface="+mn-lt"/>
              </a:rPr>
              <a:t>【</a:t>
            </a:r>
            <a:r>
              <a:rPr lang="zh-CN" altLang="en-US" sz="2800" b="1">
                <a:solidFill>
                  <a:srgbClr val="FF0000"/>
                </a:solidFill>
                <a:cs typeface="+mn-ea"/>
                <a:sym typeface="+mn-lt"/>
              </a:rPr>
              <a:t>答案</a:t>
            </a:r>
            <a:r>
              <a:rPr lang="en-US" altLang="zh-CN" sz="2800" b="1">
                <a:solidFill>
                  <a:srgbClr val="FF0000"/>
                </a:solidFill>
                <a:cs typeface="+mn-ea"/>
                <a:sym typeface="+mn-lt"/>
              </a:rPr>
              <a:t>】A</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8"/>
          <p:cNvSpPr>
            <a:spLocks noChangeArrowheads="1"/>
          </p:cNvSpPr>
          <p:nvPr>
            <p:custDataLst>
              <p:tags r:id="rId1"/>
            </p:custDataLst>
          </p:nvPr>
        </p:nvSpPr>
        <p:spPr bwMode="auto">
          <a:xfrm>
            <a:off x="228625" y="827024"/>
            <a:ext cx="11628413" cy="164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eaLnBrk="0" fontAlgn="ctr" hangingPunct="0">
              <a:lnSpc>
                <a:spcPct val="120000"/>
              </a:lnSpc>
              <a:spcBef>
                <a:spcPct val="0"/>
              </a:spcBef>
              <a:spcAft>
                <a:spcPct val="0"/>
              </a:spcAft>
            </a:pPr>
            <a:r>
              <a:rPr kumimoji="0" lang="en-US" altLang="zh-CN" sz="2800" b="0" i="0" u="none" strike="noStrike" cap="none" normalizeH="0" baseline="0" dirty="0">
                <a:ln>
                  <a:noFill/>
                </a:ln>
                <a:solidFill>
                  <a:schemeClr val="tx1"/>
                </a:solidFill>
                <a:effectLst/>
                <a:cs typeface="+mn-ea"/>
                <a:sym typeface="+mn-lt"/>
              </a:rPr>
              <a:t>N</a:t>
            </a:r>
            <a:r>
              <a:rPr kumimoji="0" lang="en-US" altLang="zh-CN" sz="2800" b="0" i="0" u="none" strike="noStrike" cap="none" normalizeH="0" baseline="-25000" dirty="0">
                <a:ln>
                  <a:noFill/>
                </a:ln>
                <a:solidFill>
                  <a:schemeClr val="tx1"/>
                </a:solidFill>
                <a:effectLst/>
                <a:cs typeface="+mn-ea"/>
                <a:sym typeface="+mn-lt"/>
              </a:rPr>
              <a:t>2</a:t>
            </a:r>
            <a:r>
              <a:rPr kumimoji="0" lang="en-US" altLang="zh-CN" sz="2800" b="0" i="0" u="none" strike="noStrike" cap="none" normalizeH="0" baseline="0" dirty="0">
                <a:ln>
                  <a:noFill/>
                </a:ln>
                <a:solidFill>
                  <a:schemeClr val="tx1"/>
                </a:solidFill>
                <a:effectLst/>
                <a:cs typeface="+mn-ea"/>
                <a:sym typeface="+mn-lt"/>
              </a:rPr>
              <a:t>O</a:t>
            </a:r>
            <a:r>
              <a:rPr kumimoji="0" lang="zh-CN" altLang="zh-CN" sz="2800" b="0" i="0" u="none" strike="noStrike" cap="none" normalizeH="0" baseline="0" dirty="0">
                <a:ln>
                  <a:noFill/>
                </a:ln>
                <a:solidFill>
                  <a:schemeClr val="tx1"/>
                </a:solidFill>
                <a:effectLst/>
                <a:cs typeface="+mn-ea"/>
                <a:sym typeface="+mn-lt"/>
              </a:rPr>
              <a:t>和</a:t>
            </a:r>
            <a:r>
              <a:rPr kumimoji="0" lang="en-US" altLang="zh-CN" sz="2800" b="0" i="0" u="none" strike="noStrike" cap="none" normalizeH="0" baseline="0" dirty="0">
                <a:ln>
                  <a:noFill/>
                </a:ln>
                <a:solidFill>
                  <a:schemeClr val="tx1"/>
                </a:solidFill>
                <a:effectLst/>
                <a:cs typeface="+mn-ea"/>
                <a:sym typeface="+mn-lt"/>
              </a:rPr>
              <a:t>CO</a:t>
            </a:r>
            <a:r>
              <a:rPr kumimoji="0" lang="zh-CN" altLang="en-US" sz="2800" b="0" i="0" u="none" strike="noStrike" cap="none" normalizeH="0" baseline="0" dirty="0">
                <a:ln>
                  <a:noFill/>
                </a:ln>
                <a:solidFill>
                  <a:schemeClr val="tx1"/>
                </a:solidFill>
                <a:effectLst/>
                <a:cs typeface="+mn-ea"/>
                <a:sym typeface="+mn-lt"/>
              </a:rPr>
              <a:t>均是有害气体，可在       </a:t>
            </a:r>
            <a:r>
              <a:rPr kumimoji="0" lang="zh-CN" altLang="zh-CN" sz="2800" b="0" i="0" u="none" strike="noStrike" cap="none" normalizeH="0" baseline="0" dirty="0">
                <a:ln>
                  <a:noFill/>
                </a:ln>
                <a:solidFill>
                  <a:schemeClr val="tx1"/>
                </a:solidFill>
                <a:effectLst/>
                <a:cs typeface="+mn-ea"/>
                <a:sym typeface="+mn-lt"/>
              </a:rPr>
              <a:t>表面转化为无害气体，其反应原理如下：</a:t>
            </a:r>
            <a:r>
              <a:rPr lang="en-US" altLang="zh-CN" sz="2800" dirty="0">
                <a:cs typeface="+mn-ea"/>
                <a:sym typeface="+mn-lt"/>
              </a:rPr>
              <a:t>                                                 </a:t>
            </a:r>
            <a:r>
              <a:rPr kumimoji="0" lang="zh-CN" altLang="zh-CN" sz="2800" b="0" i="0" u="none" strike="noStrike" cap="none" normalizeH="0" baseline="0" dirty="0">
                <a:ln>
                  <a:noFill/>
                </a:ln>
                <a:solidFill>
                  <a:schemeClr val="tx1"/>
                </a:solidFill>
                <a:effectLst/>
                <a:cs typeface="+mn-ea"/>
                <a:sym typeface="+mn-lt"/>
              </a:rPr>
              <a:t>。有关化学反应的能量变化过程</a:t>
            </a:r>
            <a:r>
              <a:rPr kumimoji="0" lang="en-US" altLang="zh-CN" sz="2800" b="0" i="0" u="none" strike="noStrike" cap="none" normalizeH="0" baseline="0" dirty="0">
                <a:ln>
                  <a:noFill/>
                </a:ln>
                <a:solidFill>
                  <a:schemeClr val="tx1"/>
                </a:solidFill>
                <a:effectLst/>
                <a:cs typeface="+mn-ea"/>
                <a:sym typeface="+mn-lt"/>
              </a:rPr>
              <a:t>(</a:t>
            </a:r>
            <a:r>
              <a:rPr kumimoji="0" lang="zh-CN" altLang="en-US" sz="2800" b="0" i="0" u="none" strike="noStrike" cap="none" normalizeH="0" baseline="0" dirty="0">
                <a:ln>
                  <a:noFill/>
                </a:ln>
                <a:solidFill>
                  <a:schemeClr val="tx1"/>
                </a:solidFill>
                <a:effectLst/>
                <a:cs typeface="+mn-ea"/>
                <a:sym typeface="+mn-lt"/>
              </a:rPr>
              <a:t>图</a:t>
            </a:r>
            <a:r>
              <a:rPr kumimoji="0" lang="en-US" altLang="zh-CN" sz="2800" b="0" i="0" u="none" strike="noStrike" cap="none" normalizeH="0" baseline="0" dirty="0">
                <a:ln>
                  <a:noFill/>
                </a:ln>
                <a:solidFill>
                  <a:schemeClr val="tx1"/>
                </a:solidFill>
                <a:effectLst/>
                <a:cs typeface="+mn-ea"/>
                <a:sym typeface="+mn-lt"/>
              </a:rPr>
              <a:t>1)</a:t>
            </a:r>
            <a:r>
              <a:rPr kumimoji="0" lang="zh-CN" altLang="en-US" sz="2800" b="0" i="0" u="none" strike="noStrike" cap="none" normalizeH="0" baseline="0" dirty="0">
                <a:ln>
                  <a:noFill/>
                </a:ln>
                <a:solidFill>
                  <a:schemeClr val="tx1"/>
                </a:solidFill>
                <a:effectLst/>
                <a:cs typeface="+mn-ea"/>
                <a:sym typeface="+mn-lt"/>
              </a:rPr>
              <a:t>及物质变化过程</a:t>
            </a:r>
            <a:r>
              <a:rPr kumimoji="0" lang="en-US" altLang="zh-CN" sz="2800" b="0" i="0" u="none" strike="noStrike" cap="none" normalizeH="0" baseline="0" dirty="0">
                <a:ln>
                  <a:noFill/>
                </a:ln>
                <a:solidFill>
                  <a:schemeClr val="tx1"/>
                </a:solidFill>
                <a:effectLst/>
                <a:cs typeface="+mn-ea"/>
                <a:sym typeface="+mn-lt"/>
              </a:rPr>
              <a:t>(</a:t>
            </a:r>
            <a:r>
              <a:rPr kumimoji="0" lang="zh-CN" altLang="en-US" sz="2800" b="0" i="0" u="none" strike="noStrike" cap="none" normalizeH="0" baseline="0" dirty="0">
                <a:ln>
                  <a:noFill/>
                </a:ln>
                <a:solidFill>
                  <a:schemeClr val="tx1"/>
                </a:solidFill>
                <a:effectLst/>
                <a:cs typeface="+mn-ea"/>
                <a:sym typeface="+mn-lt"/>
              </a:rPr>
              <a:t>图</a:t>
            </a:r>
            <a:r>
              <a:rPr kumimoji="0" lang="en-US" altLang="zh-CN" sz="2800" b="0" i="0" u="none" strike="noStrike" cap="none" normalizeH="0" baseline="0" dirty="0">
                <a:ln>
                  <a:noFill/>
                </a:ln>
                <a:solidFill>
                  <a:schemeClr val="tx1"/>
                </a:solidFill>
                <a:effectLst/>
                <a:cs typeface="+mn-ea"/>
                <a:sym typeface="+mn-lt"/>
              </a:rPr>
              <a:t>2)</a:t>
            </a:r>
            <a:r>
              <a:rPr kumimoji="0" lang="zh-CN" altLang="en-US" sz="2800" b="0" i="0" u="none" strike="noStrike" cap="none" normalizeH="0" baseline="0" dirty="0">
                <a:ln>
                  <a:noFill/>
                </a:ln>
                <a:solidFill>
                  <a:schemeClr val="tx1"/>
                </a:solidFill>
                <a:effectLst/>
                <a:cs typeface="+mn-ea"/>
                <a:sym typeface="+mn-lt"/>
              </a:rPr>
              <a:t>如下。</a:t>
            </a:r>
          </a:p>
        </p:txBody>
      </p:sp>
      <p:pic>
        <p:nvPicPr>
          <p:cNvPr id="2" name="图片 1"/>
          <p:cNvPicPr>
            <a:picLocks noChangeAspect="1"/>
          </p:cNvPicPr>
          <p:nvPr>
            <p:custDataLst>
              <p:tags r:id="rId2"/>
            </p:custDataLst>
          </p:nvPr>
        </p:nvPicPr>
        <p:blipFill>
          <a:blip r:embed="rId18"/>
          <a:stretch>
            <a:fillRect/>
          </a:stretch>
        </p:blipFill>
        <p:spPr>
          <a:xfrm>
            <a:off x="4291390" y="1870965"/>
            <a:ext cx="6952880" cy="2516225"/>
          </a:xfrm>
          <a:prstGeom prst="rect">
            <a:avLst/>
          </a:prstGeom>
        </p:spPr>
      </p:pic>
      <p:graphicFrame>
        <p:nvGraphicFramePr>
          <p:cNvPr id="4" name="对象 3"/>
          <p:cNvGraphicFramePr>
            <a:graphicFrameLocks noChangeAspect="1"/>
          </p:cNvGraphicFramePr>
          <p:nvPr>
            <p:custDataLst>
              <p:tags r:id="rId3"/>
            </p:custDataLst>
          </p:nvPr>
        </p:nvGraphicFramePr>
        <p:xfrm>
          <a:off x="5305489" y="975759"/>
          <a:ext cx="790511" cy="457664"/>
        </p:xfrm>
        <a:graphic>
          <a:graphicData uri="http://schemas.openxmlformats.org/presentationml/2006/ole">
            <mc:AlternateContent xmlns:mc="http://schemas.openxmlformats.org/markup-compatibility/2006">
              <mc:Choice xmlns:v="urn:schemas-microsoft-com:vml" Requires="v">
                <p:oleObj name="Equation" r:id="rId19" imgW="406400" imgH="241300" progId="Equation.DSMT4">
                  <p:embed/>
                </p:oleObj>
              </mc:Choice>
              <mc:Fallback>
                <p:oleObj name="Equation" r:id="rId19" imgW="406400" imgH="241300" progId="Equation.DSMT4">
                  <p:embed/>
                  <p:pic>
                    <p:nvPicPr>
                      <p:cNvPr id="4" name="对象 3"/>
                      <p:cNvPicPr/>
                      <p:nvPr/>
                    </p:nvPicPr>
                    <p:blipFill>
                      <a:blip r:embed="rId20">
                        <a:extLst>
                          <a:ext uri="{28A0092B-C50C-407E-A947-70E740481C1C}">
                            <a14:useLocalDpi xmlns:a14="http://schemas.microsoft.com/office/drawing/2010/main" val="0"/>
                          </a:ext>
                        </a:extLst>
                      </a:blip>
                      <a:stretch>
                        <a:fillRect/>
                      </a:stretch>
                    </p:blipFill>
                    <p:spPr>
                      <a:xfrm>
                        <a:off x="5305489" y="975759"/>
                        <a:ext cx="790511" cy="457664"/>
                      </a:xfrm>
                      <a:prstGeom prst="rect">
                        <a:avLst/>
                      </a:prstGeom>
                      <a:noFill/>
                    </p:spPr>
                  </p:pic>
                </p:oleObj>
              </mc:Fallback>
            </mc:AlternateContent>
          </a:graphicData>
        </a:graphic>
      </p:graphicFrame>
      <p:graphicFrame>
        <p:nvGraphicFramePr>
          <p:cNvPr id="5" name="对象 4"/>
          <p:cNvGraphicFramePr>
            <a:graphicFrameLocks noChangeAspect="1"/>
          </p:cNvGraphicFramePr>
          <p:nvPr>
            <p:custDataLst>
              <p:tags r:id="rId4"/>
            </p:custDataLst>
          </p:nvPr>
        </p:nvGraphicFramePr>
        <p:xfrm>
          <a:off x="947730" y="1494323"/>
          <a:ext cx="4620227" cy="457664"/>
        </p:xfrm>
        <a:graphic>
          <a:graphicData uri="http://schemas.openxmlformats.org/presentationml/2006/ole">
            <mc:AlternateContent xmlns:mc="http://schemas.openxmlformats.org/markup-compatibility/2006">
              <mc:Choice xmlns:v="urn:schemas-microsoft-com:vml" Requires="v">
                <p:oleObj name="Equation" r:id="rId21" imgW="2298700" imgH="228600" progId="Equation.DSMT4">
                  <p:embed/>
                </p:oleObj>
              </mc:Choice>
              <mc:Fallback>
                <p:oleObj name="Equation" r:id="rId21" imgW="2298700" imgH="228600" progId="Equation.DSMT4">
                  <p:embed/>
                  <p:pic>
                    <p:nvPicPr>
                      <p:cNvPr id="5" name="对象 4"/>
                      <p:cNvPicPr/>
                      <p:nvPr/>
                    </p:nvPicPr>
                    <p:blipFill>
                      <a:blip r:embed="rId22">
                        <a:extLst>
                          <a:ext uri="{28A0092B-C50C-407E-A947-70E740481C1C}">
                            <a14:useLocalDpi xmlns:a14="http://schemas.microsoft.com/office/drawing/2010/main" val="0"/>
                          </a:ext>
                        </a:extLst>
                      </a:blip>
                      <a:stretch>
                        <a:fillRect/>
                      </a:stretch>
                    </p:blipFill>
                    <p:spPr>
                      <a:xfrm>
                        <a:off x="947730" y="1494323"/>
                        <a:ext cx="4620227" cy="457664"/>
                      </a:xfrm>
                      <a:prstGeom prst="rect">
                        <a:avLst/>
                      </a:prstGeom>
                      <a:noFill/>
                    </p:spPr>
                  </p:pic>
                </p:oleObj>
              </mc:Fallback>
            </mc:AlternateContent>
          </a:graphicData>
        </a:graphic>
      </p:graphicFrame>
      <p:sp>
        <p:nvSpPr>
          <p:cNvPr id="13" name="Rectangle 11"/>
          <p:cNvSpPr>
            <a:spLocks noChangeArrowheads="1"/>
          </p:cNvSpPr>
          <p:nvPr>
            <p:custDataLst>
              <p:tags r:id="rId5"/>
            </p:custDataLst>
          </p:nvPr>
        </p:nvSpPr>
        <p:spPr bwMode="auto">
          <a:xfrm>
            <a:off x="298782" y="5244474"/>
            <a:ext cx="6619120" cy="1126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ctr" latinLnBrk="0" hangingPunct="0">
              <a:lnSpc>
                <a:spcPct val="12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cs typeface="+mn-ea"/>
                <a:sym typeface="+mn-lt"/>
              </a:rPr>
              <a:t>(2)</a:t>
            </a:r>
            <a:r>
              <a:rPr kumimoji="0" lang="zh-CN" altLang="en-US" sz="2800" b="0" i="0" u="none" strike="noStrike" cap="none" normalizeH="0" baseline="0">
                <a:ln>
                  <a:noFill/>
                </a:ln>
                <a:solidFill>
                  <a:schemeClr val="tx1"/>
                </a:solidFill>
                <a:effectLst/>
                <a:cs typeface="+mn-ea"/>
                <a:sym typeface="+mn-lt"/>
              </a:rPr>
              <a:t>该反应的逆反应活化能是</a:t>
            </a:r>
            <a:r>
              <a:rPr kumimoji="0" lang="zh-CN" altLang="en-US" sz="2800" b="0" i="0" u="sng" strike="noStrike" cap="none" normalizeH="0" baseline="0">
                <a:ln>
                  <a:noFill/>
                </a:ln>
                <a:solidFill>
                  <a:schemeClr val="tx1"/>
                </a:solidFill>
                <a:effectLst/>
                <a:cs typeface="+mn-ea"/>
                <a:sym typeface="+mn-lt"/>
              </a:rPr>
              <a:t>                   </a:t>
            </a:r>
            <a:r>
              <a:rPr kumimoji="0" lang="zh-CN" altLang="en-US" sz="2800" b="0" i="0" u="none" strike="noStrike" cap="none" normalizeH="0" baseline="0">
                <a:ln>
                  <a:noFill/>
                </a:ln>
                <a:solidFill>
                  <a:schemeClr val="tx1"/>
                </a:solidFill>
                <a:effectLst/>
                <a:cs typeface="+mn-ea"/>
                <a:sym typeface="+mn-lt"/>
              </a:rPr>
              <a:t>。</a:t>
            </a:r>
          </a:p>
          <a:p>
            <a:pPr marL="0" marR="0" lvl="0" indent="0" algn="just" defTabSz="914400" rtl="0" eaLnBrk="0" fontAlgn="ctr" latinLnBrk="0" hangingPunct="0">
              <a:lnSpc>
                <a:spcPct val="12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cs typeface="+mn-ea"/>
                <a:sym typeface="+mn-lt"/>
              </a:rPr>
              <a:t>(3)</a:t>
            </a:r>
            <a:r>
              <a:rPr kumimoji="0" lang="zh-CN" altLang="en-US" sz="2800" b="0" i="0" u="none" strike="noStrike" cap="none" normalizeH="0" baseline="0">
                <a:ln>
                  <a:noFill/>
                </a:ln>
                <a:solidFill>
                  <a:schemeClr val="tx1"/>
                </a:solidFill>
                <a:effectLst/>
                <a:cs typeface="+mn-ea"/>
                <a:sym typeface="+mn-lt"/>
              </a:rPr>
              <a:t>若没有</a:t>
            </a:r>
          </a:p>
        </p:txBody>
      </p:sp>
      <p:sp>
        <p:nvSpPr>
          <p:cNvPr id="14" name="Rectangle 12"/>
          <p:cNvSpPr>
            <a:spLocks noChangeArrowheads="1"/>
          </p:cNvSpPr>
          <p:nvPr>
            <p:custDataLst>
              <p:tags r:id="rId6"/>
            </p:custDataLst>
          </p:nvPr>
        </p:nvSpPr>
        <p:spPr bwMode="auto">
          <a:xfrm>
            <a:off x="2680451" y="5747489"/>
            <a:ext cx="4729180"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ctr" latinLnBrk="0" hangingPunct="0">
              <a:lnSpc>
                <a:spcPct val="120000"/>
              </a:lnSpc>
              <a:spcBef>
                <a:spcPct val="0"/>
              </a:spcBef>
              <a:spcAft>
                <a:spcPct val="0"/>
              </a:spcAft>
              <a:buClrTx/>
              <a:buSzTx/>
              <a:buFontTx/>
              <a:buNone/>
            </a:pPr>
            <a:r>
              <a:rPr kumimoji="0" lang="zh-CN" altLang="zh-CN" sz="2800" b="0" i="0" u="none" strike="noStrike" cap="none" normalizeH="0" baseline="0">
                <a:ln>
                  <a:noFill/>
                </a:ln>
                <a:solidFill>
                  <a:schemeClr val="tx1"/>
                </a:solidFill>
                <a:effectLst/>
                <a:cs typeface="+mn-ea"/>
                <a:sym typeface="+mn-lt"/>
              </a:rPr>
              <a:t>参与该转化过程，</a:t>
            </a:r>
            <a:r>
              <a:rPr kumimoji="0" lang="en-US" altLang="zh-CN" sz="2800" b="0" i="0" u="none" strike="noStrike" cap="none" normalizeH="0" baseline="0" err="1">
                <a:ln>
                  <a:noFill/>
                </a:ln>
                <a:solidFill>
                  <a:schemeClr val="tx1"/>
                </a:solidFill>
                <a:effectLst/>
                <a:cs typeface="+mn-ea"/>
                <a:sym typeface="+mn-lt"/>
              </a:rPr>
              <a:t>E</a:t>
            </a:r>
            <a:r>
              <a:rPr kumimoji="0" lang="en-US" altLang="zh-CN" sz="2800" b="0" i="0" u="none" strike="noStrike" cap="none" normalizeH="0" baseline="-30000" err="1">
                <a:ln>
                  <a:noFill/>
                </a:ln>
                <a:solidFill>
                  <a:schemeClr val="tx1"/>
                </a:solidFill>
                <a:effectLst/>
                <a:cs typeface="+mn-ea"/>
                <a:sym typeface="+mn-lt"/>
              </a:rPr>
              <a:t>a</a:t>
            </a:r>
            <a:r>
              <a:rPr kumimoji="0" lang="en-US" altLang="zh-CN" sz="2800" b="0" i="0" u="sng" strike="noStrike" cap="none" normalizeH="0" baseline="0">
                <a:ln>
                  <a:noFill/>
                </a:ln>
                <a:solidFill>
                  <a:schemeClr val="tx1"/>
                </a:solidFill>
                <a:effectLst/>
                <a:cs typeface="+mn-ea"/>
                <a:sym typeface="+mn-lt"/>
              </a:rPr>
              <a:t>           </a:t>
            </a:r>
            <a:r>
              <a:rPr kumimoji="0" lang="zh-CN" altLang="en-US" sz="2800" b="0" i="0" u="none" strike="noStrike" cap="none" normalizeH="0" baseline="0">
                <a:ln>
                  <a:noFill/>
                </a:ln>
                <a:solidFill>
                  <a:schemeClr val="tx1"/>
                </a:solidFill>
                <a:effectLst/>
                <a:cs typeface="+mn-ea"/>
                <a:sym typeface="+mn-lt"/>
              </a:rPr>
              <a:t>，</a:t>
            </a:r>
          </a:p>
        </p:txBody>
      </p:sp>
      <p:sp>
        <p:nvSpPr>
          <p:cNvPr id="15" name="Rectangle 13"/>
          <p:cNvSpPr>
            <a:spLocks noChangeArrowheads="1"/>
          </p:cNvSpPr>
          <p:nvPr>
            <p:custDataLst>
              <p:tags r:id="rId7"/>
            </p:custDataLst>
          </p:nvPr>
        </p:nvSpPr>
        <p:spPr bwMode="auto">
          <a:xfrm>
            <a:off x="7076172" y="5723565"/>
            <a:ext cx="2021707" cy="6093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0" fontAlgn="ctr" latinLnBrk="0" hangingPunct="0">
              <a:lnSpc>
                <a:spcPct val="120000"/>
              </a:lnSpc>
              <a:spcBef>
                <a:spcPct val="0"/>
              </a:spcBef>
              <a:spcAft>
                <a:spcPct val="0"/>
              </a:spcAft>
              <a:buClrTx/>
              <a:buSzTx/>
              <a:buFontTx/>
              <a:buNone/>
            </a:pPr>
            <a:r>
              <a:rPr kumimoji="0" lang="en-US" altLang="zh-CN" sz="2800" b="0" i="0" u="none" strike="noStrike" cap="none" normalizeH="0" baseline="0">
                <a:ln>
                  <a:noFill/>
                </a:ln>
                <a:solidFill>
                  <a:schemeClr val="tx1"/>
                </a:solidFill>
                <a:effectLst/>
                <a:cs typeface="+mn-ea"/>
                <a:sym typeface="+mn-lt"/>
              </a:rPr>
              <a:t>ΔH</a:t>
            </a:r>
            <a:r>
              <a:rPr kumimoji="0" lang="en-US" altLang="zh-CN" sz="2800" b="0" i="0" u="sng" strike="noStrike" cap="none" normalizeH="0" baseline="0">
                <a:ln>
                  <a:noFill/>
                </a:ln>
                <a:solidFill>
                  <a:schemeClr val="tx1"/>
                </a:solidFill>
                <a:effectLst/>
                <a:cs typeface="+mn-ea"/>
                <a:sym typeface="+mn-lt"/>
              </a:rPr>
              <a:t>           </a:t>
            </a:r>
            <a:r>
              <a:rPr kumimoji="0" lang="zh-CN" altLang="en-US" sz="2800" b="0" i="0" u="none" strike="noStrike" cap="none" normalizeH="0" baseline="0">
                <a:ln>
                  <a:noFill/>
                </a:ln>
                <a:solidFill>
                  <a:schemeClr val="tx1"/>
                </a:solidFill>
                <a:effectLst/>
                <a:cs typeface="+mn-ea"/>
                <a:sym typeface="+mn-lt"/>
              </a:rPr>
              <a:t>。</a:t>
            </a:r>
          </a:p>
        </p:txBody>
      </p:sp>
      <p:sp>
        <p:nvSpPr>
          <p:cNvPr id="16" name="Rectangle 10"/>
          <p:cNvSpPr>
            <a:spLocks noChangeArrowheads="1"/>
          </p:cNvSpPr>
          <p:nvPr>
            <p:custDataLst>
              <p:tags r:id="rId8"/>
            </p:custDataLst>
          </p:nvPr>
        </p:nvSpPr>
        <p:spPr bwMode="auto">
          <a:xfrm>
            <a:off x="334963" y="3787604"/>
            <a:ext cx="11522075" cy="1643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0" fontAlgn="ctr" latinLnBrk="0" hangingPunct="0">
              <a:lnSpc>
                <a:spcPct val="120000"/>
              </a:lnSpc>
              <a:spcBef>
                <a:spcPct val="0"/>
              </a:spcBef>
              <a:spcAft>
                <a:spcPct val="0"/>
              </a:spcAft>
              <a:buClrTx/>
              <a:buSzTx/>
              <a:buFontTx/>
              <a:buNone/>
            </a:pPr>
            <a:r>
              <a:rPr kumimoji="0" lang="zh-CN" altLang="en-US" sz="2800" b="0" i="0" u="none" strike="noStrike" cap="none" normalizeH="0" baseline="0">
                <a:ln>
                  <a:noFill/>
                </a:ln>
                <a:solidFill>
                  <a:schemeClr val="tx1"/>
                </a:solidFill>
                <a:effectLst/>
                <a:cs typeface="+mn-ea"/>
                <a:sym typeface="+mn-lt"/>
              </a:rPr>
              <a:t>回答下列问题：</a:t>
            </a:r>
          </a:p>
          <a:p>
            <a:pPr algn="just" eaLnBrk="0" fontAlgn="ctr" hangingPunct="0">
              <a:lnSpc>
                <a:spcPct val="120000"/>
              </a:lnSpc>
              <a:spcBef>
                <a:spcPct val="0"/>
              </a:spcBef>
              <a:spcAft>
                <a:spcPct val="0"/>
              </a:spcAft>
            </a:pPr>
            <a:r>
              <a:rPr kumimoji="0" lang="en-US" altLang="zh-CN" sz="2800" b="0" i="0" u="none" strike="noStrike" cap="none" normalizeH="0" baseline="0">
                <a:ln>
                  <a:noFill/>
                </a:ln>
                <a:solidFill>
                  <a:schemeClr val="tx1"/>
                </a:solidFill>
                <a:effectLst/>
                <a:cs typeface="+mn-ea"/>
                <a:sym typeface="+mn-lt"/>
              </a:rPr>
              <a:t>(1)</a:t>
            </a:r>
            <a:r>
              <a:rPr kumimoji="0" lang="zh-CN" altLang="en-US" sz="2800" b="0" i="0" u="none" strike="noStrike" cap="none" normalizeH="0" baseline="0">
                <a:ln>
                  <a:noFill/>
                </a:ln>
                <a:solidFill>
                  <a:schemeClr val="tx1"/>
                </a:solidFill>
                <a:effectLst/>
                <a:cs typeface="+mn-ea"/>
                <a:sym typeface="+mn-lt"/>
              </a:rPr>
              <a:t>图</a:t>
            </a:r>
            <a:r>
              <a:rPr kumimoji="0" lang="en-US" altLang="zh-CN" sz="2800" b="0" i="0" u="none" strike="noStrike" cap="none" normalizeH="0" baseline="0">
                <a:ln>
                  <a:noFill/>
                </a:ln>
                <a:solidFill>
                  <a:schemeClr val="tx1"/>
                </a:solidFill>
                <a:effectLst/>
                <a:cs typeface="+mn-ea"/>
                <a:sym typeface="+mn-lt"/>
              </a:rPr>
              <a:t>1</a:t>
            </a:r>
            <a:r>
              <a:rPr kumimoji="0" lang="zh-CN" altLang="en-US" sz="2800" b="0" i="0" u="none" strike="noStrike" cap="none" normalizeH="0" baseline="0">
                <a:ln>
                  <a:noFill/>
                </a:ln>
                <a:solidFill>
                  <a:schemeClr val="tx1"/>
                </a:solidFill>
                <a:effectLst/>
                <a:cs typeface="+mn-ea"/>
                <a:sym typeface="+mn-lt"/>
              </a:rPr>
              <a:t>中反应是</a:t>
            </a:r>
            <a:r>
              <a:rPr kumimoji="0" lang="zh-CN" altLang="en-US" sz="2800" b="0" i="0" u="sng" strike="noStrike" cap="none" normalizeH="0" baseline="0">
                <a:ln>
                  <a:noFill/>
                </a:ln>
                <a:solidFill>
                  <a:schemeClr val="tx1"/>
                </a:solidFill>
                <a:effectLst/>
                <a:cs typeface="+mn-ea"/>
                <a:sym typeface="+mn-lt"/>
              </a:rPr>
              <a:t>           </a:t>
            </a:r>
            <a:r>
              <a:rPr kumimoji="0" lang="en-US" altLang="zh-CN" sz="2800" b="0" i="0" u="none" strike="noStrike" cap="none" normalizeH="0" baseline="0">
                <a:ln>
                  <a:noFill/>
                </a:ln>
                <a:solidFill>
                  <a:schemeClr val="tx1"/>
                </a:solidFill>
                <a:effectLst/>
                <a:cs typeface="+mn-ea"/>
                <a:sym typeface="+mn-lt"/>
              </a:rPr>
              <a:t>(</a:t>
            </a:r>
            <a:r>
              <a:rPr kumimoji="0" lang="zh-CN" altLang="en-US" sz="2800" b="0" i="0" u="none" strike="noStrike" cap="none" normalizeH="0" baseline="0">
                <a:ln>
                  <a:noFill/>
                </a:ln>
                <a:solidFill>
                  <a:schemeClr val="tx1"/>
                </a:solidFill>
                <a:effectLst/>
                <a:cs typeface="+mn-ea"/>
                <a:sym typeface="+mn-lt"/>
              </a:rPr>
              <a:t>填“放热”或“吸热”</a:t>
            </a:r>
            <a:r>
              <a:rPr kumimoji="0" lang="en-US" altLang="zh-CN" sz="2800" b="0" i="0" u="none" strike="noStrike" cap="none" normalizeH="0" baseline="0">
                <a:ln>
                  <a:noFill/>
                </a:ln>
                <a:solidFill>
                  <a:schemeClr val="tx1"/>
                </a:solidFill>
                <a:effectLst/>
                <a:cs typeface="+mn-ea"/>
                <a:sym typeface="+mn-lt"/>
              </a:rPr>
              <a:t>)</a:t>
            </a:r>
            <a:r>
              <a:rPr kumimoji="0" lang="zh-CN" altLang="en-US" sz="2800" b="0" i="0" u="none" strike="noStrike" cap="none" normalizeH="0" baseline="0">
                <a:ln>
                  <a:noFill/>
                </a:ln>
                <a:solidFill>
                  <a:schemeClr val="tx1"/>
                </a:solidFill>
                <a:effectLst/>
                <a:cs typeface="+mn-ea"/>
                <a:sym typeface="+mn-lt"/>
              </a:rPr>
              <a:t>反应，该反应</a:t>
            </a:r>
            <a:r>
              <a:rPr kumimoji="0" lang="zh-CN" altLang="en-US" sz="2800" b="0" i="0" u="sng" strike="noStrike" cap="none" normalizeH="0" baseline="0">
                <a:ln>
                  <a:noFill/>
                </a:ln>
                <a:solidFill>
                  <a:schemeClr val="tx1"/>
                </a:solidFill>
                <a:effectLst/>
                <a:cs typeface="+mn-ea"/>
                <a:sym typeface="+mn-lt"/>
              </a:rPr>
              <a:t>           </a:t>
            </a:r>
            <a:r>
              <a:rPr kumimoji="0" lang="en-US" altLang="zh-CN" sz="2800" b="0" i="0" u="none" strike="noStrike" cap="none" normalizeH="0" baseline="0">
                <a:ln>
                  <a:noFill/>
                </a:ln>
                <a:solidFill>
                  <a:schemeClr val="tx1"/>
                </a:solidFill>
                <a:effectLst/>
                <a:cs typeface="+mn-ea"/>
                <a:sym typeface="+mn-lt"/>
              </a:rPr>
              <a:t>(</a:t>
            </a:r>
            <a:r>
              <a:rPr kumimoji="0" lang="zh-CN" altLang="en-US" sz="2800" b="0" i="0" u="none" strike="noStrike" cap="none" normalizeH="0" baseline="0">
                <a:ln>
                  <a:noFill/>
                </a:ln>
                <a:solidFill>
                  <a:schemeClr val="tx1"/>
                </a:solidFill>
                <a:effectLst/>
                <a:cs typeface="+mn-ea"/>
                <a:sym typeface="+mn-lt"/>
              </a:rPr>
              <a:t>填“需要”或“不需要”</a:t>
            </a:r>
            <a:r>
              <a:rPr kumimoji="0" lang="en-US" altLang="zh-CN" sz="2800" b="0" i="0" u="none" strike="noStrike" cap="none" normalizeH="0" baseline="0">
                <a:ln>
                  <a:noFill/>
                </a:ln>
                <a:solidFill>
                  <a:schemeClr val="tx1"/>
                </a:solidFill>
                <a:effectLst/>
                <a:cs typeface="+mn-ea"/>
                <a:sym typeface="+mn-lt"/>
              </a:rPr>
              <a:t>)</a:t>
            </a:r>
            <a:r>
              <a:rPr kumimoji="0" lang="zh-CN" altLang="en-US" sz="2800" b="0" i="0" u="none" strike="noStrike" cap="none" normalizeH="0" baseline="0">
                <a:ln>
                  <a:noFill/>
                </a:ln>
                <a:solidFill>
                  <a:schemeClr val="tx1"/>
                </a:solidFill>
                <a:effectLst/>
                <a:cs typeface="+mn-ea"/>
                <a:sym typeface="+mn-lt"/>
              </a:rPr>
              <a:t>环境先提供能量，该反应的</a:t>
            </a:r>
            <a:r>
              <a:rPr kumimoji="0" lang="en-US" altLang="zh-CN" sz="2800" b="0" i="0" u="none" strike="noStrike" cap="none" normalizeH="0" baseline="0">
                <a:ln>
                  <a:noFill/>
                </a:ln>
                <a:solidFill>
                  <a:schemeClr val="tx1"/>
                </a:solidFill>
                <a:effectLst/>
                <a:cs typeface="+mn-ea"/>
                <a:sym typeface="+mn-lt"/>
              </a:rPr>
              <a:t>ΔH=</a:t>
            </a:r>
            <a:r>
              <a:rPr kumimoji="0" lang="en-US" altLang="zh-CN" sz="2800" b="0" i="0" u="sng" strike="noStrike" cap="none" normalizeH="0" baseline="0">
                <a:ln>
                  <a:noFill/>
                </a:ln>
                <a:solidFill>
                  <a:schemeClr val="tx1"/>
                </a:solidFill>
                <a:effectLst/>
                <a:cs typeface="+mn-ea"/>
                <a:sym typeface="+mn-lt"/>
              </a:rPr>
              <a:t>                      </a:t>
            </a:r>
            <a:r>
              <a:rPr kumimoji="0" lang="zh-CN" altLang="en-US" sz="2800" b="0" i="0" u="none" strike="noStrike" cap="none" normalizeH="0" baseline="0">
                <a:ln>
                  <a:noFill/>
                </a:ln>
                <a:solidFill>
                  <a:schemeClr val="tx1"/>
                </a:solidFill>
                <a:effectLst/>
                <a:cs typeface="+mn-ea"/>
                <a:sym typeface="+mn-lt"/>
              </a:rPr>
              <a:t>。</a:t>
            </a:r>
          </a:p>
        </p:txBody>
      </p:sp>
      <p:graphicFrame>
        <p:nvGraphicFramePr>
          <p:cNvPr id="17" name="对象 16"/>
          <p:cNvGraphicFramePr>
            <a:graphicFrameLocks noChangeAspect="1"/>
          </p:cNvGraphicFramePr>
          <p:nvPr>
            <p:custDataLst>
              <p:tags r:id="rId9"/>
            </p:custDataLst>
          </p:nvPr>
        </p:nvGraphicFramePr>
        <p:xfrm>
          <a:off x="1902419" y="5906248"/>
          <a:ext cx="790511" cy="457664"/>
        </p:xfrm>
        <a:graphic>
          <a:graphicData uri="http://schemas.openxmlformats.org/presentationml/2006/ole">
            <mc:AlternateContent xmlns:mc="http://schemas.openxmlformats.org/markup-compatibility/2006">
              <mc:Choice xmlns:v="urn:schemas-microsoft-com:vml" Requires="v">
                <p:oleObj name="Equation" r:id="rId23" imgW="406400" imgH="241300" progId="Equation.DSMT4">
                  <p:embed/>
                </p:oleObj>
              </mc:Choice>
              <mc:Fallback>
                <p:oleObj name="Equation" r:id="rId23" imgW="406400" imgH="241300" progId="Equation.DSMT4">
                  <p:embed/>
                  <p:pic>
                    <p:nvPicPr>
                      <p:cNvPr id="17" name="对象 16"/>
                      <p:cNvPicPr/>
                      <p:nvPr/>
                    </p:nvPicPr>
                    <p:blipFill>
                      <a:blip r:embed="rId20">
                        <a:extLst>
                          <a:ext uri="{28A0092B-C50C-407E-A947-70E740481C1C}">
                            <a14:useLocalDpi xmlns:a14="http://schemas.microsoft.com/office/drawing/2010/main" val="0"/>
                          </a:ext>
                        </a:extLst>
                      </a:blip>
                      <a:stretch>
                        <a:fillRect/>
                      </a:stretch>
                    </p:blipFill>
                    <p:spPr>
                      <a:xfrm>
                        <a:off x="1902419" y="5906248"/>
                        <a:ext cx="790511" cy="457664"/>
                      </a:xfrm>
                      <a:prstGeom prst="rect">
                        <a:avLst/>
                      </a:prstGeom>
                      <a:noFill/>
                    </p:spPr>
                  </p:pic>
                </p:oleObj>
              </mc:Fallback>
            </mc:AlternateContent>
          </a:graphicData>
        </a:graphic>
      </p:graphicFrame>
      <p:sp>
        <p:nvSpPr>
          <p:cNvPr id="20" name="文本框 19"/>
          <p:cNvSpPr txBox="1"/>
          <p:nvPr>
            <p:custDataLst>
              <p:tags r:id="rId10"/>
            </p:custDataLst>
          </p:nvPr>
        </p:nvSpPr>
        <p:spPr>
          <a:xfrm>
            <a:off x="2858154" y="4189299"/>
            <a:ext cx="902811" cy="609398"/>
          </a:xfrm>
          <a:prstGeom prst="rect">
            <a:avLst/>
          </a:prstGeom>
          <a:noFill/>
        </p:spPr>
        <p:txBody>
          <a:bodyPr wrap="none">
            <a:spAutoFit/>
          </a:bodyPr>
          <a:lstStyle/>
          <a:p>
            <a:pPr algn="just" fontAlgn="ctr">
              <a:lnSpc>
                <a:spcPct val="120000"/>
              </a:lnSpc>
              <a:buNone/>
            </a:pPr>
            <a:r>
              <a:rPr kumimoji="0" lang="zh-CN" altLang="zh-CN" sz="2800" b="0" i="0" u="none" strike="noStrike" kern="100" cap="none" spc="0" normalizeH="0" baseline="0" noProof="0">
                <a:ln>
                  <a:noFill/>
                </a:ln>
                <a:solidFill>
                  <a:srgbClr val="FF0000"/>
                </a:solidFill>
                <a:effectLst/>
                <a:uLnTx/>
                <a:uFillTx/>
                <a:cs typeface="+mn-ea"/>
                <a:sym typeface="+mn-lt"/>
              </a:rPr>
              <a:t>放热</a:t>
            </a:r>
            <a:endParaRPr lang="zh-CN" altLang="zh-CN" sz="2800" kern="100">
              <a:effectLst/>
              <a:cs typeface="+mn-ea"/>
              <a:sym typeface="+mn-lt"/>
            </a:endParaRPr>
          </a:p>
        </p:txBody>
      </p:sp>
      <p:sp>
        <p:nvSpPr>
          <p:cNvPr id="21" name="文本框 20"/>
          <p:cNvSpPr txBox="1"/>
          <p:nvPr>
            <p:custDataLst>
              <p:tags r:id="rId11"/>
            </p:custDataLst>
          </p:nvPr>
        </p:nvSpPr>
        <p:spPr>
          <a:xfrm>
            <a:off x="9880597" y="4189299"/>
            <a:ext cx="902811" cy="609398"/>
          </a:xfrm>
          <a:prstGeom prst="rect">
            <a:avLst/>
          </a:prstGeom>
          <a:noFill/>
        </p:spPr>
        <p:txBody>
          <a:bodyPr wrap="none">
            <a:spAutoFit/>
          </a:bodyPr>
          <a:lstStyle/>
          <a:p>
            <a:pPr algn="just" fontAlgn="ctr">
              <a:lnSpc>
                <a:spcPct val="120000"/>
              </a:lnSpc>
              <a:buNone/>
            </a:pPr>
            <a:r>
              <a:rPr kumimoji="0" lang="zh-CN" altLang="zh-CN" sz="2800" b="0" i="0" u="none" strike="noStrike" kern="100" cap="none" spc="0" normalizeH="0" baseline="0" noProof="0">
                <a:ln>
                  <a:noFill/>
                </a:ln>
                <a:solidFill>
                  <a:srgbClr val="FF0000"/>
                </a:solidFill>
                <a:effectLst/>
                <a:uLnTx/>
                <a:uFillTx/>
                <a:cs typeface="+mn-ea"/>
                <a:sym typeface="+mn-lt"/>
              </a:rPr>
              <a:t>需要</a:t>
            </a:r>
            <a:endParaRPr lang="zh-CN" altLang="zh-CN" sz="2800" kern="100">
              <a:effectLst/>
              <a:cs typeface="+mn-ea"/>
              <a:sym typeface="+mn-lt"/>
            </a:endParaRPr>
          </a:p>
        </p:txBody>
      </p:sp>
      <p:sp>
        <p:nvSpPr>
          <p:cNvPr id="22" name="文本框 21"/>
          <p:cNvSpPr txBox="1"/>
          <p:nvPr>
            <p:custDataLst>
              <p:tags r:id="rId12"/>
            </p:custDataLst>
          </p:nvPr>
        </p:nvSpPr>
        <p:spPr>
          <a:xfrm>
            <a:off x="8806967" y="4737283"/>
            <a:ext cx="1819729" cy="609398"/>
          </a:xfrm>
          <a:prstGeom prst="rect">
            <a:avLst/>
          </a:prstGeom>
          <a:noFill/>
        </p:spPr>
        <p:txBody>
          <a:bodyPr wrap="none">
            <a:spAutoFit/>
          </a:bodyPr>
          <a:lstStyle/>
          <a:p>
            <a:pPr algn="just" fontAlgn="ctr">
              <a:lnSpc>
                <a:spcPct val="120000"/>
              </a:lnSpc>
              <a:buNone/>
            </a:pPr>
            <a:r>
              <a:rPr lang="en-US" altLang="zh-CN" sz="2800" kern="100">
                <a:solidFill>
                  <a:srgbClr val="FF0000"/>
                </a:solidFill>
                <a:effectLst/>
                <a:cs typeface="+mn-ea"/>
                <a:sym typeface="+mn-lt"/>
              </a:rPr>
              <a:t>-226kJ/mol</a:t>
            </a:r>
            <a:endParaRPr lang="zh-CN" altLang="zh-CN" sz="2800" kern="100">
              <a:effectLst/>
              <a:cs typeface="+mn-ea"/>
              <a:sym typeface="+mn-lt"/>
            </a:endParaRPr>
          </a:p>
        </p:txBody>
      </p:sp>
      <p:sp>
        <p:nvSpPr>
          <p:cNvPr id="23" name="文本框 22"/>
          <p:cNvSpPr txBox="1"/>
          <p:nvPr>
            <p:custDataLst>
              <p:tags r:id="rId13"/>
            </p:custDataLst>
          </p:nvPr>
        </p:nvSpPr>
        <p:spPr>
          <a:xfrm>
            <a:off x="4718205" y="5198307"/>
            <a:ext cx="1699504" cy="609398"/>
          </a:xfrm>
          <a:prstGeom prst="rect">
            <a:avLst/>
          </a:prstGeom>
          <a:noFill/>
        </p:spPr>
        <p:txBody>
          <a:bodyPr wrap="none">
            <a:spAutoFit/>
          </a:bodyPr>
          <a:lstStyle/>
          <a:p>
            <a:pPr algn="just" fontAlgn="ctr">
              <a:lnSpc>
                <a:spcPct val="120000"/>
              </a:lnSpc>
              <a:buNone/>
            </a:pPr>
            <a:r>
              <a:rPr kumimoji="0" lang="en-US" altLang="zh-CN" sz="2800" b="0" i="0" u="none" strike="noStrike" kern="100" cap="none" spc="0" normalizeH="0" baseline="0" noProof="0">
                <a:ln>
                  <a:noFill/>
                </a:ln>
                <a:solidFill>
                  <a:srgbClr val="FF0000"/>
                </a:solidFill>
                <a:effectLst/>
                <a:uLnTx/>
                <a:uFillTx/>
                <a:cs typeface="+mn-ea"/>
                <a:sym typeface="+mn-lt"/>
              </a:rPr>
              <a:t>360kJ/mol</a:t>
            </a:r>
            <a:endParaRPr lang="zh-CN" altLang="zh-CN" sz="2800" kern="100">
              <a:effectLst/>
              <a:cs typeface="+mn-ea"/>
              <a:sym typeface="+mn-lt"/>
            </a:endParaRPr>
          </a:p>
        </p:txBody>
      </p:sp>
      <p:sp>
        <p:nvSpPr>
          <p:cNvPr id="24" name="文本框 23"/>
          <p:cNvSpPr txBox="1"/>
          <p:nvPr>
            <p:custDataLst>
              <p:tags r:id="rId14"/>
            </p:custDataLst>
          </p:nvPr>
        </p:nvSpPr>
        <p:spPr>
          <a:xfrm>
            <a:off x="5966303" y="5660297"/>
            <a:ext cx="902811" cy="609398"/>
          </a:xfrm>
          <a:prstGeom prst="rect">
            <a:avLst/>
          </a:prstGeom>
          <a:noFill/>
        </p:spPr>
        <p:txBody>
          <a:bodyPr wrap="none">
            <a:spAutoFit/>
          </a:bodyPr>
          <a:lstStyle/>
          <a:p>
            <a:pPr algn="just" fontAlgn="ctr">
              <a:lnSpc>
                <a:spcPct val="120000"/>
              </a:lnSpc>
              <a:buNone/>
            </a:pPr>
            <a:r>
              <a:rPr kumimoji="0" lang="zh-CN" altLang="zh-CN" sz="2800" b="0" i="0" u="none" strike="noStrike" kern="100" cap="none" spc="0" normalizeH="0" baseline="0" noProof="0">
                <a:ln>
                  <a:noFill/>
                </a:ln>
                <a:solidFill>
                  <a:srgbClr val="FF0000"/>
                </a:solidFill>
                <a:effectLst/>
                <a:uLnTx/>
                <a:uFillTx/>
                <a:cs typeface="+mn-ea"/>
                <a:sym typeface="+mn-lt"/>
              </a:rPr>
              <a:t>增大</a:t>
            </a:r>
            <a:endParaRPr lang="zh-CN" altLang="zh-CN" sz="2800" kern="100">
              <a:effectLst/>
              <a:cs typeface="+mn-ea"/>
              <a:sym typeface="+mn-lt"/>
            </a:endParaRPr>
          </a:p>
        </p:txBody>
      </p:sp>
      <p:sp>
        <p:nvSpPr>
          <p:cNvPr id="25" name="文本框 24"/>
          <p:cNvSpPr txBox="1"/>
          <p:nvPr>
            <p:custDataLst>
              <p:tags r:id="rId15"/>
            </p:custDataLst>
          </p:nvPr>
        </p:nvSpPr>
        <p:spPr>
          <a:xfrm>
            <a:off x="7676171" y="5601549"/>
            <a:ext cx="902811" cy="609398"/>
          </a:xfrm>
          <a:prstGeom prst="rect">
            <a:avLst/>
          </a:prstGeom>
          <a:noFill/>
        </p:spPr>
        <p:txBody>
          <a:bodyPr wrap="none">
            <a:spAutoFit/>
          </a:bodyPr>
          <a:lstStyle/>
          <a:p>
            <a:pPr algn="just" fontAlgn="ctr">
              <a:lnSpc>
                <a:spcPct val="120000"/>
              </a:lnSpc>
              <a:buNone/>
            </a:pPr>
            <a:r>
              <a:rPr lang="zh-CN" altLang="en-US" sz="2800" kern="100">
                <a:solidFill>
                  <a:srgbClr val="FF0000"/>
                </a:solidFill>
                <a:effectLst/>
                <a:cs typeface="+mn-ea"/>
                <a:sym typeface="+mn-lt"/>
              </a:rPr>
              <a:t>不变</a:t>
            </a:r>
            <a:endParaRPr lang="zh-CN" altLang="zh-CN" sz="2800" kern="100">
              <a:effectLst/>
              <a:cs typeface="+mn-ea"/>
              <a:sym typeface="+mn-lt"/>
            </a:endParaRPr>
          </a:p>
        </p:txBody>
      </p:sp>
      <p:pic>
        <p:nvPicPr>
          <p:cNvPr id="3" name="Picture 3"/>
          <p:cNvPicPr>
            <a:picLocks noChangeAspect="1"/>
          </p:cNvPicPr>
          <p:nvPr>
            <p:custDataLst>
              <p:tags r:id="rId16"/>
            </p:custDataLst>
          </p:nvPr>
        </p:nvPicPr>
        <p:blipFill>
          <a:blip r:embed="rId24"/>
          <a:stretch>
            <a:fillRect/>
          </a:stretch>
        </p:blipFill>
        <p:spPr>
          <a:xfrm flipH="1">
            <a:off x="10972800" y="10287000"/>
            <a:ext cx="0" cy="0"/>
          </a:xfrm>
          <a:prstGeom prst="rect">
            <a:avLst/>
          </a:prstGeom>
          <a:ln>
            <a:noFill/>
          </a:ln>
        </p:spPr>
      </p:pic>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500"/>
                                        <p:tgtEl>
                                          <p:spTgt spid="21"/>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500"/>
                                        <p:tgtEl>
                                          <p:spTgt spid="22"/>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500"/>
                                        <p:tgtEl>
                                          <p:spTgt spid="23"/>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00"/>
                                        <p:tgtEl>
                                          <p:spTgt spid="24"/>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3" grpId="0"/>
      <p:bldP spid="24" grpId="0"/>
      <p:bldP spid="2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custDataLst>
              <p:tags r:id="rId1"/>
            </p:custDataLst>
          </p:nvPr>
        </p:nvGrpSpPr>
        <p:grpSpPr>
          <a:xfrm>
            <a:off x="608704" y="2062960"/>
            <a:ext cx="10974592" cy="3229529"/>
            <a:chOff x="675287" y="2588611"/>
            <a:chExt cx="7680811" cy="1835211"/>
          </a:xfrm>
        </p:grpSpPr>
        <p:sp>
          <p:nvSpPr>
            <p:cNvPr id="27" name="MMConnector"/>
            <p:cNvSpPr/>
            <p:nvPr>
              <p:custDataLst>
                <p:tags r:id="rId2"/>
              </p:custDataLst>
            </p:nvPr>
          </p:nvSpPr>
          <p:spPr>
            <a:xfrm>
              <a:off x="3925813" y="3532145"/>
              <a:ext cx="715666" cy="269800"/>
            </a:xfrm>
            <a:custGeom>
              <a:avLst/>
              <a:gdLst/>
              <a:ahLst/>
              <a:cxnLst/>
              <a:rect l="0" t="0" r="0" b="0"/>
              <a:pathLst>
                <a:path w="715666" h="269800">
                  <a:moveTo>
                    <a:pt x="-418805" y="142884"/>
                  </a:moveTo>
                  <a:lnTo>
                    <a:pt x="-612437" y="139141"/>
                  </a:lnTo>
                  <a:cubicBezTo>
                    <a:pt x="-627755" y="138845"/>
                    <a:pt x="-640964" y="131211"/>
                    <a:pt x="-625646" y="130915"/>
                  </a:cubicBezTo>
                  <a:lnTo>
                    <a:pt x="-418805" y="126916"/>
                  </a:lnTo>
                  <a:cubicBezTo>
                    <a:pt x="-403486" y="126620"/>
                    <a:pt x="-389582" y="122651"/>
                    <a:pt x="-376415" y="114817"/>
                  </a:cubicBezTo>
                  <a:lnTo>
                    <a:pt x="51475" y="-139773"/>
                  </a:lnTo>
                  <a:cubicBezTo>
                    <a:pt x="64642" y="-147608"/>
                    <a:pt x="79160" y="-160083"/>
                    <a:pt x="92847" y="-153196"/>
                  </a:cubicBezTo>
                  <a:cubicBezTo>
                    <a:pt x="95946" y="-151637"/>
                    <a:pt x="98521" y="-149228"/>
                    <a:pt x="100272" y="-146138"/>
                  </a:cubicBezTo>
                  <a:cubicBezTo>
                    <a:pt x="102022" y="-143048"/>
                    <a:pt x="102764" y="-139601"/>
                    <a:pt x="102509" y="-136141"/>
                  </a:cubicBezTo>
                  <a:cubicBezTo>
                    <a:pt x="101379" y="-120861"/>
                    <a:pt x="83215" y="-114822"/>
                    <a:pt x="69726" y="-107556"/>
                  </a:cubicBezTo>
                  <a:lnTo>
                    <a:pt x="-375936" y="132512"/>
                  </a:lnTo>
                  <a:cubicBezTo>
                    <a:pt x="-389425" y="139778"/>
                    <a:pt x="-403486" y="143180"/>
                    <a:pt x="-418805" y="142884"/>
                  </a:cubicBezTo>
                  <a:close/>
                </a:path>
              </a:pathLst>
            </a:custGeom>
            <a:solidFill>
              <a:srgbClr val="354ECE"/>
            </a:solidFill>
            <a:ln w="7600" cap="rnd">
              <a:solidFill>
                <a:srgbClr val="354ECE"/>
              </a:solidFill>
              <a:round/>
            </a:ln>
          </p:spPr>
          <p:txBody>
            <a:bodyPr/>
            <a:lstStyle/>
            <a:p>
              <a:pPr>
                <a:lnSpc>
                  <a:spcPct val="120000"/>
                </a:lnSpc>
              </a:pPr>
              <a:endParaRPr lang="zh-CN" altLang="en-US">
                <a:cs typeface="+mn-ea"/>
                <a:sym typeface="+mn-lt"/>
              </a:endParaRPr>
            </a:p>
          </p:txBody>
        </p:sp>
        <p:sp>
          <p:nvSpPr>
            <p:cNvPr id="28" name="MMConnector"/>
            <p:cNvSpPr/>
            <p:nvPr>
              <p:custDataLst>
                <p:tags r:id="rId3"/>
              </p:custDataLst>
            </p:nvPr>
          </p:nvSpPr>
          <p:spPr>
            <a:xfrm>
              <a:off x="4058367" y="3833700"/>
              <a:ext cx="775523" cy="590122"/>
            </a:xfrm>
            <a:custGeom>
              <a:avLst/>
              <a:gdLst/>
              <a:ahLst/>
              <a:cxnLst/>
              <a:rect l="0" t="0" r="0" b="0"/>
              <a:pathLst>
                <a:path w="775523" h="590122">
                  <a:moveTo>
                    <a:pt x="-425520" y="411666"/>
                  </a:moveTo>
                  <a:lnTo>
                    <a:pt x="-612435" y="408844"/>
                  </a:lnTo>
                  <a:cubicBezTo>
                    <a:pt x="-627755" y="408613"/>
                    <a:pt x="-640972" y="400987"/>
                    <a:pt x="-625652" y="400755"/>
                  </a:cubicBezTo>
                  <a:lnTo>
                    <a:pt x="-425520" y="397734"/>
                  </a:lnTo>
                  <a:cubicBezTo>
                    <a:pt x="-410200" y="397503"/>
                    <a:pt x="-397757" y="391798"/>
                    <a:pt x="-387583" y="380342"/>
                  </a:cubicBezTo>
                  <a:lnTo>
                    <a:pt x="111087" y="-181151"/>
                  </a:lnTo>
                  <a:cubicBezTo>
                    <a:pt x="121262" y="-192607"/>
                    <a:pt x="131241" y="-208897"/>
                    <a:pt x="146399" y="-206659"/>
                  </a:cubicBezTo>
                  <a:cubicBezTo>
                    <a:pt x="149814" y="-206155"/>
                    <a:pt x="152997" y="-204683"/>
                    <a:pt x="155622" y="-202298"/>
                  </a:cubicBezTo>
                  <a:cubicBezTo>
                    <a:pt x="158251" y="-199909"/>
                    <a:pt x="160037" y="-196862"/>
                    <a:pt x="160878" y="-193492"/>
                  </a:cubicBezTo>
                  <a:cubicBezTo>
                    <a:pt x="164588" y="-178626"/>
                    <a:pt x="149195" y="-167232"/>
                    <a:pt x="138626" y="-156139"/>
                  </a:cubicBezTo>
                  <a:lnTo>
                    <a:pt x="-386995" y="395503"/>
                  </a:lnTo>
                  <a:cubicBezTo>
                    <a:pt x="-397564" y="406596"/>
                    <a:pt x="-410200" y="411897"/>
                    <a:pt x="-425520" y="411666"/>
                  </a:cubicBezTo>
                  <a:close/>
                </a:path>
              </a:pathLst>
            </a:custGeom>
            <a:solidFill>
              <a:srgbClr val="354ECE"/>
            </a:solidFill>
            <a:ln w="7600" cap="rnd">
              <a:solidFill>
                <a:srgbClr val="354ECE"/>
              </a:solidFill>
              <a:round/>
            </a:ln>
          </p:spPr>
          <p:txBody>
            <a:bodyPr/>
            <a:lstStyle/>
            <a:p>
              <a:pPr>
                <a:lnSpc>
                  <a:spcPct val="120000"/>
                </a:lnSpc>
              </a:pPr>
              <a:endParaRPr lang="zh-CN" altLang="en-US">
                <a:cs typeface="+mn-ea"/>
                <a:sym typeface="+mn-lt"/>
              </a:endParaRPr>
            </a:p>
          </p:txBody>
        </p:sp>
        <p:sp>
          <p:nvSpPr>
            <p:cNvPr id="29" name="MMConnector"/>
            <p:cNvSpPr/>
            <p:nvPr>
              <p:custDataLst>
                <p:tags r:id="rId4"/>
              </p:custDataLst>
            </p:nvPr>
          </p:nvSpPr>
          <p:spPr>
            <a:xfrm>
              <a:off x="5328832" y="3833700"/>
              <a:ext cx="766306" cy="579977"/>
            </a:xfrm>
            <a:custGeom>
              <a:avLst/>
              <a:gdLst/>
              <a:ahLst/>
              <a:cxnLst/>
              <a:rect l="0" t="0" r="0" b="0"/>
              <a:pathLst>
                <a:path w="766306" h="579977">
                  <a:moveTo>
                    <a:pt x="419414" y="397683"/>
                  </a:moveTo>
                  <a:lnTo>
                    <a:pt x="612435" y="400560"/>
                  </a:lnTo>
                  <a:cubicBezTo>
                    <a:pt x="627755" y="400789"/>
                    <a:pt x="640972" y="408414"/>
                    <a:pt x="625652" y="408643"/>
                  </a:cubicBezTo>
                  <a:lnTo>
                    <a:pt x="419414" y="411717"/>
                  </a:lnTo>
                  <a:cubicBezTo>
                    <a:pt x="404094" y="411946"/>
                    <a:pt x="391486" y="406616"/>
                    <a:pt x="380975" y="395468"/>
                  </a:cubicBezTo>
                  <a:lnTo>
                    <a:pt x="-129495" y="-145912"/>
                  </a:lnTo>
                  <a:cubicBezTo>
                    <a:pt x="-140006" y="-157060"/>
                    <a:pt x="-155344" y="-168495"/>
                    <a:pt x="-151648" y="-183365"/>
                  </a:cubicBezTo>
                  <a:cubicBezTo>
                    <a:pt x="-150812" y="-186727"/>
                    <a:pt x="-149033" y="-189765"/>
                    <a:pt x="-146405" y="-192153"/>
                  </a:cubicBezTo>
                  <a:cubicBezTo>
                    <a:pt x="-143778" y="-194539"/>
                    <a:pt x="-140585" y="-196018"/>
                    <a:pt x="-137160" y="-196527"/>
                  </a:cubicBezTo>
                  <a:cubicBezTo>
                    <a:pt x="-122005" y="-198781"/>
                    <a:pt x="-112079" y="-182432"/>
                    <a:pt x="-101974" y="-170915"/>
                  </a:cubicBezTo>
                  <a:lnTo>
                    <a:pt x="381579" y="380205"/>
                  </a:lnTo>
                  <a:cubicBezTo>
                    <a:pt x="391684" y="391721"/>
                    <a:pt x="404094" y="397454"/>
                    <a:pt x="419414" y="397683"/>
                  </a:cubicBezTo>
                  <a:close/>
                </a:path>
              </a:pathLst>
            </a:custGeom>
            <a:solidFill>
              <a:srgbClr val="354ECE"/>
            </a:solidFill>
            <a:ln w="7600" cap="rnd">
              <a:solidFill>
                <a:srgbClr val="354ECE"/>
              </a:solidFill>
              <a:round/>
            </a:ln>
          </p:spPr>
          <p:txBody>
            <a:bodyPr/>
            <a:lstStyle/>
            <a:p>
              <a:pPr>
                <a:lnSpc>
                  <a:spcPct val="120000"/>
                </a:lnSpc>
              </a:pPr>
              <a:endParaRPr lang="zh-CN" altLang="en-US">
                <a:cs typeface="+mn-ea"/>
                <a:sym typeface="+mn-lt"/>
              </a:endParaRPr>
            </a:p>
          </p:txBody>
        </p:sp>
        <p:sp>
          <p:nvSpPr>
            <p:cNvPr id="30" name="MMConnector"/>
            <p:cNvSpPr/>
            <p:nvPr>
              <p:custDataLst>
                <p:tags r:id="rId5"/>
              </p:custDataLst>
            </p:nvPr>
          </p:nvSpPr>
          <p:spPr>
            <a:xfrm>
              <a:off x="5328832" y="3563900"/>
              <a:ext cx="548789" cy="175266"/>
            </a:xfrm>
            <a:custGeom>
              <a:avLst/>
              <a:gdLst/>
              <a:ahLst/>
              <a:cxnLst/>
              <a:rect l="0" t="0" r="0" b="0"/>
              <a:pathLst>
                <a:path w="548789" h="175266">
                  <a:moveTo>
                    <a:pt x="424608" y="125581"/>
                  </a:moveTo>
                  <a:lnTo>
                    <a:pt x="612440" y="130503"/>
                  </a:lnTo>
                  <a:cubicBezTo>
                    <a:pt x="627757" y="130904"/>
                    <a:pt x="640952" y="138550"/>
                    <a:pt x="625636" y="138951"/>
                  </a:cubicBezTo>
                  <a:lnTo>
                    <a:pt x="424608" y="144219"/>
                  </a:lnTo>
                  <a:cubicBezTo>
                    <a:pt x="409292" y="144620"/>
                    <a:pt x="395179" y="141369"/>
                    <a:pt x="381582" y="134308"/>
                  </a:cubicBezTo>
                  <a:lnTo>
                    <a:pt x="97312" y="-13326"/>
                  </a:lnTo>
                  <a:cubicBezTo>
                    <a:pt x="83715" y="-20387"/>
                    <a:pt x="65438" y="-26263"/>
                    <a:pt x="64348" y="-41546"/>
                  </a:cubicBezTo>
                  <a:cubicBezTo>
                    <a:pt x="64099" y="-45033"/>
                    <a:pt x="64852" y="-48508"/>
                    <a:pt x="66605" y="-51604"/>
                  </a:cubicBezTo>
                  <a:cubicBezTo>
                    <a:pt x="68356" y="-54694"/>
                    <a:pt x="70931" y="-57102"/>
                    <a:pt x="74029" y="-58661"/>
                  </a:cubicBezTo>
                  <a:cubicBezTo>
                    <a:pt x="87716" y="-65547"/>
                    <a:pt x="102237" y="-53077"/>
                    <a:pt x="115408" y="-45248"/>
                  </a:cubicBezTo>
                  <a:lnTo>
                    <a:pt x="382217" y="113335"/>
                  </a:lnTo>
                  <a:cubicBezTo>
                    <a:pt x="395388" y="121163"/>
                    <a:pt x="409292" y="125180"/>
                    <a:pt x="424608" y="125581"/>
                  </a:cubicBezTo>
                  <a:close/>
                </a:path>
              </a:pathLst>
            </a:custGeom>
            <a:solidFill>
              <a:srgbClr val="354ECE"/>
            </a:solidFill>
            <a:ln w="7600" cap="rnd">
              <a:solidFill>
                <a:srgbClr val="354ECE"/>
              </a:solidFill>
              <a:round/>
            </a:ln>
          </p:spPr>
          <p:txBody>
            <a:bodyPr/>
            <a:lstStyle/>
            <a:p>
              <a:pPr>
                <a:lnSpc>
                  <a:spcPct val="120000"/>
                </a:lnSpc>
              </a:pPr>
              <a:endParaRPr lang="zh-CN" altLang="en-US">
                <a:cs typeface="+mn-ea"/>
                <a:sym typeface="+mn-lt"/>
              </a:endParaRPr>
            </a:p>
          </p:txBody>
        </p:sp>
        <p:sp>
          <p:nvSpPr>
            <p:cNvPr id="31" name="MMConnector"/>
            <p:cNvSpPr/>
            <p:nvPr>
              <p:custDataLst>
                <p:tags r:id="rId6"/>
              </p:custDataLst>
            </p:nvPr>
          </p:nvSpPr>
          <p:spPr>
            <a:xfrm flipH="1">
              <a:off x="3323293" y="3137673"/>
              <a:ext cx="663444" cy="240216"/>
            </a:xfrm>
            <a:custGeom>
              <a:avLst/>
              <a:gdLst/>
              <a:ahLst/>
              <a:cxnLst/>
              <a:rect l="0" t="0" r="0" b="0"/>
              <a:pathLst>
                <a:path w="663444" h="240216">
                  <a:moveTo>
                    <a:pt x="419584" y="-143228"/>
                  </a:moveTo>
                  <a:lnTo>
                    <a:pt x="612437" y="-139179"/>
                  </a:lnTo>
                  <a:cubicBezTo>
                    <a:pt x="627756" y="-138857"/>
                    <a:pt x="640961" y="-131220"/>
                    <a:pt x="625643" y="-130899"/>
                  </a:cubicBezTo>
                  <a:lnTo>
                    <a:pt x="419584" y="-126572"/>
                  </a:lnTo>
                  <a:cubicBezTo>
                    <a:pt x="404266" y="-126250"/>
                    <a:pt x="390367" y="-122262"/>
                    <a:pt x="377209" y="-114412"/>
                  </a:cubicBezTo>
                  <a:lnTo>
                    <a:pt x="735" y="110168"/>
                  </a:lnTo>
                  <a:cubicBezTo>
                    <a:pt x="-12424" y="118017"/>
                    <a:pt x="-26936" y="130506"/>
                    <a:pt x="-40621" y="123616"/>
                  </a:cubicBezTo>
                  <a:cubicBezTo>
                    <a:pt x="-43722" y="122056"/>
                    <a:pt x="-46298" y="119645"/>
                    <a:pt x="-48049" y="116554"/>
                  </a:cubicBezTo>
                  <a:cubicBezTo>
                    <a:pt x="-49800" y="113464"/>
                    <a:pt x="-50544" y="110011"/>
                    <a:pt x="-50290" y="106546"/>
                  </a:cubicBezTo>
                  <a:cubicBezTo>
                    <a:pt x="-49167" y="91266"/>
                    <a:pt x="-30983" y="85256"/>
                    <a:pt x="-17474" y="78025"/>
                  </a:cubicBezTo>
                  <a:lnTo>
                    <a:pt x="376688" y="-132948"/>
                  </a:lnTo>
                  <a:cubicBezTo>
                    <a:pt x="390196" y="-140178"/>
                    <a:pt x="404266" y="-143550"/>
                    <a:pt x="419584" y="-143228"/>
                  </a:cubicBezTo>
                  <a:close/>
                </a:path>
              </a:pathLst>
            </a:custGeom>
            <a:solidFill>
              <a:srgbClr val="354ECE"/>
            </a:solidFill>
            <a:ln w="7600" cap="rnd">
              <a:solidFill>
                <a:srgbClr val="354ECE"/>
              </a:solidFill>
              <a:round/>
            </a:ln>
          </p:spPr>
          <p:txBody>
            <a:bodyPr/>
            <a:lstStyle/>
            <a:p>
              <a:pPr>
                <a:lnSpc>
                  <a:spcPct val="120000"/>
                </a:lnSpc>
              </a:pPr>
              <a:endParaRPr lang="zh-CN" altLang="en-US">
                <a:cs typeface="+mn-ea"/>
                <a:sym typeface="+mn-lt"/>
              </a:endParaRPr>
            </a:p>
          </p:txBody>
        </p:sp>
        <p:sp>
          <p:nvSpPr>
            <p:cNvPr id="32" name="MMConnector"/>
            <p:cNvSpPr/>
            <p:nvPr>
              <p:custDataLst>
                <p:tags r:id="rId7"/>
              </p:custDataLst>
            </p:nvPr>
          </p:nvSpPr>
          <p:spPr>
            <a:xfrm>
              <a:off x="5328832" y="3095461"/>
              <a:ext cx="742716" cy="482847"/>
            </a:xfrm>
            <a:custGeom>
              <a:avLst/>
              <a:gdLst/>
              <a:ahLst/>
              <a:cxnLst/>
              <a:rect l="0" t="0" r="0" b="0"/>
              <a:pathLst>
                <a:path w="742716" h="554010">
                  <a:moveTo>
                    <a:pt x="422331" y="-411827"/>
                  </a:moveTo>
                  <a:lnTo>
                    <a:pt x="612435" y="-408856"/>
                  </a:lnTo>
                  <a:cubicBezTo>
                    <a:pt x="627755" y="-408617"/>
                    <a:pt x="640971" y="-400990"/>
                    <a:pt x="625651" y="-400750"/>
                  </a:cubicBezTo>
                  <a:lnTo>
                    <a:pt x="422331" y="-397573"/>
                  </a:lnTo>
                  <a:cubicBezTo>
                    <a:pt x="407011" y="-397333"/>
                    <a:pt x="394589" y="-391606"/>
                    <a:pt x="384458" y="-380112"/>
                  </a:cubicBezTo>
                  <a:lnTo>
                    <a:pt x="-78345" y="144982"/>
                  </a:lnTo>
                  <a:cubicBezTo>
                    <a:pt x="-88476" y="156476"/>
                    <a:pt x="-98422" y="172804"/>
                    <a:pt x="-113578" y="170556"/>
                  </a:cubicBezTo>
                  <a:cubicBezTo>
                    <a:pt x="-116999" y="170049"/>
                    <a:pt x="-120188" y="168572"/>
                    <a:pt x="-122815" y="166186"/>
                  </a:cubicBezTo>
                  <a:cubicBezTo>
                    <a:pt x="-125444" y="163798"/>
                    <a:pt x="-127227" y="160754"/>
                    <a:pt x="-128066" y="157386"/>
                  </a:cubicBezTo>
                  <a:cubicBezTo>
                    <a:pt x="-131772" y="142519"/>
                    <a:pt x="-116397" y="131111"/>
                    <a:pt x="-105846" y="120001"/>
                  </a:cubicBezTo>
                  <a:lnTo>
                    <a:pt x="383834" y="-395650"/>
                  </a:lnTo>
                  <a:cubicBezTo>
                    <a:pt x="394384" y="-406761"/>
                    <a:pt x="407011" y="-412067"/>
                    <a:pt x="422331" y="-411827"/>
                  </a:cubicBezTo>
                  <a:close/>
                </a:path>
              </a:pathLst>
            </a:custGeom>
            <a:solidFill>
              <a:srgbClr val="354ECE"/>
            </a:solidFill>
            <a:ln w="7600" cap="rnd">
              <a:solidFill>
                <a:srgbClr val="354ECE"/>
              </a:solidFill>
              <a:round/>
            </a:ln>
          </p:spPr>
          <p:txBody>
            <a:bodyPr/>
            <a:lstStyle/>
            <a:p>
              <a:pPr>
                <a:lnSpc>
                  <a:spcPct val="120000"/>
                </a:lnSpc>
              </a:pPr>
              <a:endParaRPr lang="zh-CN" altLang="en-US">
                <a:cs typeface="+mn-ea"/>
                <a:sym typeface="+mn-lt"/>
              </a:endParaRPr>
            </a:p>
          </p:txBody>
        </p:sp>
        <p:sp>
          <p:nvSpPr>
            <p:cNvPr id="33" name="MainIdea"/>
            <p:cNvSpPr/>
            <p:nvPr>
              <p:custDataLst>
                <p:tags r:id="rId8"/>
              </p:custDataLst>
            </p:nvPr>
          </p:nvSpPr>
          <p:spPr>
            <a:xfrm>
              <a:off x="3662847" y="2852476"/>
              <a:ext cx="1957264" cy="1050825"/>
            </a:xfrm>
            <a:custGeom>
              <a:avLst/>
              <a:gdLst>
                <a:gd name="rtl" fmla="*/ 358475 w 1583330"/>
                <a:gd name="rtt" fmla="*/ 392729 h 1225219"/>
                <a:gd name="rtr" fmla="*/ 1255275 w 1583330"/>
                <a:gd name="rtb" fmla="*/ 772729 h 1225219"/>
              </a:gdLst>
              <a:ahLst/>
              <a:cxnLst/>
              <a:rect l="rtl" t="rtt" r="rtr" b="rtb"/>
              <a:pathLst>
                <a:path w="1583330" h="1225219">
                  <a:moveTo>
                    <a:pt x="635775" y="53538"/>
                  </a:moveTo>
                  <a:cubicBezTo>
                    <a:pt x="647644" y="333937"/>
                    <a:pt x="783583" y="209304"/>
                    <a:pt x="884741" y="51048"/>
                  </a:cubicBezTo>
                  <a:cubicBezTo>
                    <a:pt x="891144" y="149077"/>
                    <a:pt x="939926" y="412755"/>
                    <a:pt x="1184484" y="0"/>
                  </a:cubicBezTo>
                  <a:cubicBezTo>
                    <a:pt x="991275" y="484825"/>
                    <a:pt x="1304081" y="288037"/>
                    <a:pt x="1375853" y="237515"/>
                  </a:cubicBezTo>
                  <a:cubicBezTo>
                    <a:pt x="1217215" y="389883"/>
                    <a:pt x="1348156" y="361400"/>
                    <a:pt x="1406196" y="343637"/>
                  </a:cubicBezTo>
                  <a:cubicBezTo>
                    <a:pt x="1225847" y="503945"/>
                    <a:pt x="1495917" y="675777"/>
                    <a:pt x="1583330" y="738323"/>
                  </a:cubicBezTo>
                  <a:cubicBezTo>
                    <a:pt x="1332603" y="615172"/>
                    <a:pt x="1403302" y="748503"/>
                    <a:pt x="1448308" y="803062"/>
                  </a:cubicBezTo>
                  <a:cubicBezTo>
                    <a:pt x="1263393" y="684303"/>
                    <a:pt x="1355422" y="849340"/>
                    <a:pt x="1385130" y="903597"/>
                  </a:cubicBezTo>
                  <a:cubicBezTo>
                    <a:pt x="1291071" y="830498"/>
                    <a:pt x="1205270" y="782347"/>
                    <a:pt x="1271181" y="896097"/>
                  </a:cubicBezTo>
                  <a:cubicBezTo>
                    <a:pt x="1172065" y="783301"/>
                    <a:pt x="1241867" y="983689"/>
                    <a:pt x="1371505" y="1145829"/>
                  </a:cubicBezTo>
                  <a:cubicBezTo>
                    <a:pt x="1091158" y="864896"/>
                    <a:pt x="1178410" y="1078483"/>
                    <a:pt x="1196866" y="1117418"/>
                  </a:cubicBezTo>
                  <a:cubicBezTo>
                    <a:pt x="1095916" y="976489"/>
                    <a:pt x="1120109" y="1048085"/>
                    <a:pt x="1129144" y="1086093"/>
                  </a:cubicBezTo>
                  <a:cubicBezTo>
                    <a:pt x="990816" y="924892"/>
                    <a:pt x="984867" y="955291"/>
                    <a:pt x="1010299" y="1004130"/>
                  </a:cubicBezTo>
                  <a:cubicBezTo>
                    <a:pt x="930136" y="964890"/>
                    <a:pt x="971384" y="1095282"/>
                    <a:pt x="990639" y="1160401"/>
                  </a:cubicBezTo>
                  <a:cubicBezTo>
                    <a:pt x="908720" y="1029285"/>
                    <a:pt x="872628" y="1047684"/>
                    <a:pt x="880113" y="1108105"/>
                  </a:cubicBezTo>
                  <a:cubicBezTo>
                    <a:pt x="842884" y="1002888"/>
                    <a:pt x="784980" y="1076082"/>
                    <a:pt x="776973" y="1086939"/>
                  </a:cubicBezTo>
                  <a:cubicBezTo>
                    <a:pt x="763166" y="939691"/>
                    <a:pt x="688208" y="992888"/>
                    <a:pt x="596141" y="1225219"/>
                  </a:cubicBezTo>
                  <a:cubicBezTo>
                    <a:pt x="694554" y="842098"/>
                    <a:pt x="591437" y="994488"/>
                    <a:pt x="578800" y="1007882"/>
                  </a:cubicBezTo>
                  <a:cubicBezTo>
                    <a:pt x="596990" y="841298"/>
                    <a:pt x="426053" y="1012486"/>
                    <a:pt x="397965" y="1042113"/>
                  </a:cubicBezTo>
                  <a:cubicBezTo>
                    <a:pt x="408206" y="975289"/>
                    <a:pt x="337610" y="1063284"/>
                    <a:pt x="323029" y="1078848"/>
                  </a:cubicBezTo>
                  <a:cubicBezTo>
                    <a:pt x="323729" y="981689"/>
                    <a:pt x="247582" y="1089682"/>
                    <a:pt x="225149" y="1104842"/>
                  </a:cubicBezTo>
                  <a:cubicBezTo>
                    <a:pt x="306279" y="979688"/>
                    <a:pt x="257187" y="981818"/>
                    <a:pt x="244848" y="981818"/>
                  </a:cubicBezTo>
                  <a:cubicBezTo>
                    <a:pt x="396705" y="806900"/>
                    <a:pt x="278517" y="817299"/>
                    <a:pt x="190647" y="843560"/>
                  </a:cubicBezTo>
                  <a:cubicBezTo>
                    <a:pt x="366563" y="732904"/>
                    <a:pt x="224578" y="757702"/>
                    <a:pt x="113725" y="790744"/>
                  </a:cubicBezTo>
                  <a:cubicBezTo>
                    <a:pt x="255513" y="731704"/>
                    <a:pt x="211888" y="718505"/>
                    <a:pt x="162823" y="716469"/>
                  </a:cubicBezTo>
                  <a:cubicBezTo>
                    <a:pt x="336817" y="557315"/>
                    <a:pt x="237780" y="456835"/>
                    <a:pt x="0" y="427057"/>
                  </a:cubicBezTo>
                  <a:cubicBezTo>
                    <a:pt x="398065" y="452150"/>
                    <a:pt x="237780" y="247162"/>
                    <a:pt x="141573" y="153144"/>
                  </a:cubicBezTo>
                  <a:cubicBezTo>
                    <a:pt x="509325" y="421089"/>
                    <a:pt x="413950" y="248598"/>
                    <a:pt x="398950" y="212934"/>
                  </a:cubicBezTo>
                  <a:cubicBezTo>
                    <a:pt x="527250" y="331123"/>
                    <a:pt x="410803" y="148088"/>
                    <a:pt x="368476" y="79753"/>
                  </a:cubicBezTo>
                  <a:cubicBezTo>
                    <a:pt x="522268" y="279015"/>
                    <a:pt x="621143" y="263146"/>
                    <a:pt x="635775" y="53538"/>
                  </a:cubicBezTo>
                  <a:close/>
                </a:path>
              </a:pathLst>
            </a:custGeom>
            <a:solidFill>
              <a:srgbClr val="354ECE"/>
            </a:solidFill>
            <a:ln w="15200" cap="rnd">
              <a:noFill/>
              <a:round/>
            </a:ln>
          </p:spPr>
          <p:txBody>
            <a:bodyPr wrap="square" lIns="0" tIns="0" rIns="0" bIns="11000" rtlCol="0" anchor="ctr"/>
            <a:lstStyle/>
            <a:p>
              <a:pPr algn="ctr">
                <a:lnSpc>
                  <a:spcPct val="120000"/>
                </a:lnSpc>
              </a:pPr>
              <a:r>
                <a:rPr lang="zh-CN" altLang="en-US" sz="2400" b="1">
                  <a:solidFill>
                    <a:schemeClr val="bg1"/>
                  </a:solidFill>
                  <a:cs typeface="+mn-ea"/>
                  <a:sym typeface="+mn-lt"/>
                </a:rPr>
                <a:t>课时</a:t>
              </a:r>
              <a:r>
                <a:rPr lang="en-US" altLang="zh-CN" sz="2400" b="1">
                  <a:solidFill>
                    <a:schemeClr val="bg1"/>
                  </a:solidFill>
                  <a:cs typeface="+mn-ea"/>
                  <a:sym typeface="+mn-lt"/>
                </a:rPr>
                <a:t>2 </a:t>
              </a:r>
              <a:r>
                <a:rPr lang="zh-CN" altLang="en-US" sz="2400" b="1">
                  <a:solidFill>
                    <a:schemeClr val="bg1"/>
                  </a:solidFill>
                  <a:cs typeface="+mn-ea"/>
                  <a:sym typeface="+mn-lt"/>
                </a:rPr>
                <a:t>反应热的计算</a:t>
              </a:r>
              <a:endParaRPr sz="2400" b="1">
                <a:solidFill>
                  <a:schemeClr val="bg1"/>
                </a:solidFill>
                <a:cs typeface="+mn-ea"/>
                <a:sym typeface="+mn-lt"/>
              </a:endParaRPr>
            </a:p>
          </p:txBody>
        </p:sp>
        <p:sp>
          <p:nvSpPr>
            <p:cNvPr id="36" name="MainTopic"/>
            <p:cNvSpPr/>
            <p:nvPr>
              <p:custDataLst>
                <p:tags r:id="rId9"/>
              </p:custDataLst>
            </p:nvPr>
          </p:nvSpPr>
          <p:spPr>
            <a:xfrm>
              <a:off x="912281" y="2869520"/>
              <a:ext cx="2816296" cy="288800"/>
            </a:xfrm>
            <a:custGeom>
              <a:avLst/>
              <a:gdLst>
                <a:gd name="rtl" fmla="*/ 135280 w 1725200"/>
                <a:gd name="rtt" fmla="*/ 60420 h 288800"/>
                <a:gd name="rtr" fmla="*/ 1594480 w 1725200"/>
                <a:gd name="rtb" fmla="*/ 220020 h 288800"/>
              </a:gdLst>
              <a:ahLst/>
              <a:cxnLst/>
              <a:rect l="rtl" t="rtt" r="rtr" b="rtb"/>
              <a:pathLst>
                <a:path w="1725200" h="288800">
                  <a:moveTo>
                    <a:pt x="30400" y="0"/>
                  </a:moveTo>
                  <a:lnTo>
                    <a:pt x="1694800" y="0"/>
                  </a:lnTo>
                  <a:cubicBezTo>
                    <a:pt x="1715229" y="0"/>
                    <a:pt x="1725200" y="9971"/>
                    <a:pt x="1725200" y="30400"/>
                  </a:cubicBezTo>
                  <a:lnTo>
                    <a:pt x="1725200" y="258400"/>
                  </a:lnTo>
                  <a:cubicBezTo>
                    <a:pt x="1725200" y="278829"/>
                    <a:pt x="1715229" y="288800"/>
                    <a:pt x="1694800" y="288800"/>
                  </a:cubicBezTo>
                  <a:lnTo>
                    <a:pt x="30400" y="288800"/>
                  </a:lnTo>
                  <a:cubicBezTo>
                    <a:pt x="9971" y="288800"/>
                    <a:pt x="0" y="278829"/>
                    <a:pt x="0" y="258400"/>
                  </a:cubicBezTo>
                  <a:lnTo>
                    <a:pt x="0" y="30400"/>
                  </a:lnTo>
                  <a:cubicBezTo>
                    <a:pt x="0" y="9971"/>
                    <a:pt x="9971" y="0"/>
                    <a:pt x="30400" y="0"/>
                  </a:cubicBezTo>
                  <a:close/>
                </a:path>
              </a:pathLst>
            </a:custGeom>
            <a:solidFill>
              <a:schemeClr val="bg1"/>
            </a:solidFill>
            <a:ln w="15200" cap="rnd">
              <a:solidFill>
                <a:srgbClr val="354ECE"/>
              </a:solidFill>
              <a:round/>
            </a:ln>
          </p:spPr>
          <p:txBody>
            <a:bodyPr wrap="none" lIns="0" tIns="0" rIns="0" bIns="11000" rtlCol="0" anchor="ctr"/>
            <a:lstStyle/>
            <a:p>
              <a:pPr algn="ctr">
                <a:lnSpc>
                  <a:spcPct val="120000"/>
                </a:lnSpc>
              </a:pPr>
              <a:r>
                <a:rPr lang="zh-CN" altLang="en-US" sz="2400">
                  <a:cs typeface="+mn-ea"/>
                  <a:sym typeface="+mn-lt"/>
                </a:rPr>
                <a:t>类型</a:t>
              </a:r>
              <a:r>
                <a:rPr lang="en-US" altLang="zh-CN" sz="2400">
                  <a:cs typeface="+mn-ea"/>
                  <a:sym typeface="+mn-lt"/>
                </a:rPr>
                <a:t>01</a:t>
              </a:r>
              <a:r>
                <a:rPr sz="2400">
                  <a:cs typeface="+mn-ea"/>
                  <a:sym typeface="+mn-lt"/>
                </a:rPr>
                <a:t>：利用键能计算 Δ</a:t>
              </a:r>
              <a:r>
                <a:rPr sz="2400" i="1">
                  <a:cs typeface="+mn-ea"/>
                  <a:sym typeface="+mn-lt"/>
                </a:rPr>
                <a:t>H</a:t>
              </a:r>
            </a:p>
          </p:txBody>
        </p:sp>
        <p:sp>
          <p:nvSpPr>
            <p:cNvPr id="37" name="MainTopic"/>
            <p:cNvSpPr/>
            <p:nvPr>
              <p:custDataLst>
                <p:tags r:id="rId10"/>
              </p:custDataLst>
            </p:nvPr>
          </p:nvSpPr>
          <p:spPr>
            <a:xfrm>
              <a:off x="963448" y="3479552"/>
              <a:ext cx="2765129" cy="288800"/>
            </a:xfrm>
            <a:custGeom>
              <a:avLst/>
              <a:gdLst>
                <a:gd name="rtl" fmla="*/ 135280 w 1846800"/>
                <a:gd name="rtt" fmla="*/ 60420 h 288800"/>
                <a:gd name="rtr" fmla="*/ 1716080 w 1846800"/>
                <a:gd name="rtb" fmla="*/ 220020 h 288800"/>
              </a:gdLst>
              <a:ahLst/>
              <a:cxnLst/>
              <a:rect l="rtl" t="rtt" r="rtr" b="rtb"/>
              <a:pathLst>
                <a:path w="1846799" h="288800">
                  <a:moveTo>
                    <a:pt x="30400" y="0"/>
                  </a:moveTo>
                  <a:lnTo>
                    <a:pt x="1816400" y="0"/>
                  </a:lnTo>
                  <a:cubicBezTo>
                    <a:pt x="1836829" y="0"/>
                    <a:pt x="1846800" y="9971"/>
                    <a:pt x="1846800" y="30400"/>
                  </a:cubicBezTo>
                  <a:lnTo>
                    <a:pt x="1846800" y="258400"/>
                  </a:lnTo>
                  <a:cubicBezTo>
                    <a:pt x="1846800" y="278829"/>
                    <a:pt x="1836829" y="288800"/>
                    <a:pt x="1816400" y="288800"/>
                  </a:cubicBezTo>
                  <a:lnTo>
                    <a:pt x="30400" y="288800"/>
                  </a:lnTo>
                  <a:cubicBezTo>
                    <a:pt x="9971" y="288800"/>
                    <a:pt x="0" y="278829"/>
                    <a:pt x="0" y="258400"/>
                  </a:cubicBezTo>
                  <a:lnTo>
                    <a:pt x="0" y="30400"/>
                  </a:lnTo>
                  <a:cubicBezTo>
                    <a:pt x="0" y="9971"/>
                    <a:pt x="9971" y="0"/>
                    <a:pt x="30400" y="0"/>
                  </a:cubicBezTo>
                  <a:close/>
                </a:path>
              </a:pathLst>
            </a:custGeom>
            <a:solidFill>
              <a:schemeClr val="bg1"/>
            </a:solidFill>
            <a:ln w="15200" cap="rnd">
              <a:solidFill>
                <a:srgbClr val="354ECE"/>
              </a:solidFill>
              <a:round/>
            </a:ln>
          </p:spPr>
          <p:txBody>
            <a:bodyPr wrap="none" lIns="0" tIns="0" rIns="0" bIns="11000" rtlCol="0" anchor="ctr"/>
            <a:lstStyle/>
            <a:p>
              <a:pPr algn="ctr">
                <a:lnSpc>
                  <a:spcPct val="120000"/>
                </a:lnSpc>
              </a:pPr>
              <a:r>
                <a:rPr sz="2400">
                  <a:cs typeface="+mn-ea"/>
                  <a:sym typeface="+mn-lt"/>
                </a:rPr>
                <a:t>类型</a:t>
              </a:r>
              <a:r>
                <a:rPr lang="en-US" sz="2400">
                  <a:cs typeface="+mn-ea"/>
                  <a:sym typeface="+mn-lt"/>
                </a:rPr>
                <a:t>02</a:t>
              </a:r>
              <a:r>
                <a:rPr sz="2400">
                  <a:cs typeface="+mn-ea"/>
                  <a:sym typeface="+mn-lt"/>
                </a:rPr>
                <a:t>：利用能量图计算 Δ</a:t>
              </a:r>
              <a:r>
                <a:rPr sz="2400" i="1">
                  <a:cs typeface="+mn-ea"/>
                  <a:sym typeface="+mn-lt"/>
                </a:rPr>
                <a:t>H</a:t>
              </a:r>
            </a:p>
          </p:txBody>
        </p:sp>
        <p:sp>
          <p:nvSpPr>
            <p:cNvPr id="38" name="MainTopic"/>
            <p:cNvSpPr/>
            <p:nvPr>
              <p:custDataLst>
                <p:tags r:id="rId11"/>
              </p:custDataLst>
            </p:nvPr>
          </p:nvSpPr>
          <p:spPr>
            <a:xfrm>
              <a:off x="675287" y="4067083"/>
              <a:ext cx="3053290" cy="288800"/>
            </a:xfrm>
            <a:custGeom>
              <a:avLst/>
              <a:gdLst>
                <a:gd name="rtl" fmla="*/ 135280 w 1930400"/>
                <a:gd name="rtt" fmla="*/ 60420 h 288800"/>
                <a:gd name="rtr" fmla="*/ 1799680 w 1930400"/>
                <a:gd name="rtb" fmla="*/ 220020 h 288800"/>
              </a:gdLst>
              <a:ahLst/>
              <a:cxnLst/>
              <a:rect l="rtl" t="rtt" r="rtr" b="rtb"/>
              <a:pathLst>
                <a:path w="1930400" h="288800">
                  <a:moveTo>
                    <a:pt x="30400" y="0"/>
                  </a:moveTo>
                  <a:lnTo>
                    <a:pt x="1900000" y="0"/>
                  </a:lnTo>
                  <a:cubicBezTo>
                    <a:pt x="1920429" y="0"/>
                    <a:pt x="1930400" y="9971"/>
                    <a:pt x="1930400" y="30400"/>
                  </a:cubicBezTo>
                  <a:lnTo>
                    <a:pt x="1930400" y="258400"/>
                  </a:lnTo>
                  <a:cubicBezTo>
                    <a:pt x="1930400" y="278829"/>
                    <a:pt x="1920429" y="288800"/>
                    <a:pt x="1900000" y="288800"/>
                  </a:cubicBezTo>
                  <a:lnTo>
                    <a:pt x="30400" y="288800"/>
                  </a:lnTo>
                  <a:cubicBezTo>
                    <a:pt x="9971" y="288800"/>
                    <a:pt x="0" y="278829"/>
                    <a:pt x="0" y="258400"/>
                  </a:cubicBezTo>
                  <a:lnTo>
                    <a:pt x="0" y="30400"/>
                  </a:lnTo>
                  <a:cubicBezTo>
                    <a:pt x="0" y="9971"/>
                    <a:pt x="9971" y="0"/>
                    <a:pt x="30400" y="0"/>
                  </a:cubicBezTo>
                  <a:close/>
                </a:path>
              </a:pathLst>
            </a:custGeom>
            <a:solidFill>
              <a:schemeClr val="bg1"/>
            </a:solidFill>
            <a:ln w="15200" cap="rnd">
              <a:solidFill>
                <a:srgbClr val="354ECE"/>
              </a:solidFill>
              <a:round/>
            </a:ln>
          </p:spPr>
          <p:txBody>
            <a:bodyPr wrap="none" lIns="0" tIns="0" rIns="0" bIns="11000" rtlCol="0" anchor="ctr"/>
            <a:lstStyle/>
            <a:p>
              <a:pPr algn="ctr">
                <a:lnSpc>
                  <a:spcPct val="120000"/>
                </a:lnSpc>
              </a:pPr>
              <a:r>
                <a:rPr sz="2400">
                  <a:cs typeface="+mn-ea"/>
                  <a:sym typeface="+mn-lt"/>
                </a:rPr>
                <a:t>类型</a:t>
              </a:r>
              <a:r>
                <a:rPr lang="en-US" sz="2400">
                  <a:cs typeface="+mn-ea"/>
                  <a:sym typeface="+mn-lt"/>
                </a:rPr>
                <a:t>03</a:t>
              </a:r>
              <a:r>
                <a:rPr sz="2400">
                  <a:cs typeface="+mn-ea"/>
                  <a:sym typeface="+mn-lt"/>
                </a:rPr>
                <a:t>：利用盖斯定律计算 Δ</a:t>
              </a:r>
              <a:r>
                <a:rPr sz="2400" i="1">
                  <a:cs typeface="+mn-ea"/>
                  <a:sym typeface="+mn-lt"/>
                </a:rPr>
                <a:t>H</a:t>
              </a:r>
            </a:p>
          </p:txBody>
        </p:sp>
        <p:sp>
          <p:nvSpPr>
            <p:cNvPr id="39" name="MainTopic"/>
            <p:cNvSpPr/>
            <p:nvPr>
              <p:custDataLst>
                <p:tags r:id="rId12"/>
              </p:custDataLst>
            </p:nvPr>
          </p:nvSpPr>
          <p:spPr>
            <a:xfrm>
              <a:off x="5424998" y="4067083"/>
              <a:ext cx="2921063" cy="288800"/>
            </a:xfrm>
            <a:custGeom>
              <a:avLst/>
              <a:gdLst>
                <a:gd name="rtl" fmla="*/ 135280 w 1846800"/>
                <a:gd name="rtt" fmla="*/ 60420 h 288800"/>
                <a:gd name="rtr" fmla="*/ 1716080 w 1846800"/>
                <a:gd name="rtb" fmla="*/ 220020 h 288800"/>
              </a:gdLst>
              <a:ahLst/>
              <a:cxnLst/>
              <a:rect l="rtl" t="rtt" r="rtr" b="rtb"/>
              <a:pathLst>
                <a:path w="1846799" h="288800">
                  <a:moveTo>
                    <a:pt x="30400" y="0"/>
                  </a:moveTo>
                  <a:lnTo>
                    <a:pt x="1816400" y="0"/>
                  </a:lnTo>
                  <a:cubicBezTo>
                    <a:pt x="1836829" y="0"/>
                    <a:pt x="1846800" y="9971"/>
                    <a:pt x="1846800" y="30400"/>
                  </a:cubicBezTo>
                  <a:lnTo>
                    <a:pt x="1846800" y="258400"/>
                  </a:lnTo>
                  <a:cubicBezTo>
                    <a:pt x="1846800" y="278829"/>
                    <a:pt x="1836829" y="288800"/>
                    <a:pt x="1816400" y="288800"/>
                  </a:cubicBezTo>
                  <a:lnTo>
                    <a:pt x="30400" y="288800"/>
                  </a:lnTo>
                  <a:cubicBezTo>
                    <a:pt x="9971" y="288800"/>
                    <a:pt x="0" y="278829"/>
                    <a:pt x="0" y="258400"/>
                  </a:cubicBezTo>
                  <a:lnTo>
                    <a:pt x="0" y="30400"/>
                  </a:lnTo>
                  <a:cubicBezTo>
                    <a:pt x="0" y="9971"/>
                    <a:pt x="9971" y="0"/>
                    <a:pt x="30400" y="0"/>
                  </a:cubicBezTo>
                  <a:close/>
                </a:path>
              </a:pathLst>
            </a:custGeom>
            <a:solidFill>
              <a:schemeClr val="bg1"/>
            </a:solidFill>
            <a:ln w="15200" cap="rnd">
              <a:solidFill>
                <a:srgbClr val="354ECE"/>
              </a:solidFill>
              <a:round/>
            </a:ln>
          </p:spPr>
          <p:txBody>
            <a:bodyPr wrap="none" lIns="0" tIns="0" rIns="0" bIns="11000" rtlCol="0" anchor="ctr"/>
            <a:lstStyle/>
            <a:p>
              <a:pPr algn="ctr">
                <a:lnSpc>
                  <a:spcPct val="120000"/>
                </a:lnSpc>
              </a:pPr>
              <a:r>
                <a:rPr sz="2400">
                  <a:cs typeface="+mn-ea"/>
                  <a:sym typeface="+mn-lt"/>
                </a:rPr>
                <a:t>类型</a:t>
              </a:r>
              <a:r>
                <a:rPr lang="en-US" sz="2400">
                  <a:cs typeface="+mn-ea"/>
                  <a:sym typeface="+mn-lt"/>
                </a:rPr>
                <a:t>04</a:t>
              </a:r>
              <a:r>
                <a:rPr sz="2400">
                  <a:cs typeface="+mn-ea"/>
                  <a:sym typeface="+mn-lt"/>
                </a:rPr>
                <a:t>：利用燃烧热计算 Δ</a:t>
              </a:r>
              <a:r>
                <a:rPr sz="2400" i="1">
                  <a:cs typeface="+mn-ea"/>
                  <a:sym typeface="+mn-lt"/>
                </a:rPr>
                <a:t>H</a:t>
              </a:r>
            </a:p>
          </p:txBody>
        </p:sp>
        <p:sp>
          <p:nvSpPr>
            <p:cNvPr id="40" name="MainTopic"/>
            <p:cNvSpPr/>
            <p:nvPr>
              <p:custDataLst>
                <p:tags r:id="rId13"/>
              </p:custDataLst>
            </p:nvPr>
          </p:nvSpPr>
          <p:spPr>
            <a:xfrm>
              <a:off x="5495140" y="3580903"/>
              <a:ext cx="2860958" cy="288800"/>
            </a:xfrm>
            <a:custGeom>
              <a:avLst/>
              <a:gdLst>
                <a:gd name="rtl" fmla="*/ 135280 w 1808800"/>
                <a:gd name="rtt" fmla="*/ 60420 h 288800"/>
                <a:gd name="rtr" fmla="*/ 1678080 w 1808800"/>
                <a:gd name="rtb" fmla="*/ 220020 h 288800"/>
              </a:gdLst>
              <a:ahLst/>
              <a:cxnLst/>
              <a:rect l="rtl" t="rtt" r="rtr" b="rtb"/>
              <a:pathLst>
                <a:path w="1808799" h="288800">
                  <a:moveTo>
                    <a:pt x="30400" y="0"/>
                  </a:moveTo>
                  <a:lnTo>
                    <a:pt x="1778400" y="0"/>
                  </a:lnTo>
                  <a:cubicBezTo>
                    <a:pt x="1798829" y="0"/>
                    <a:pt x="1808800" y="9971"/>
                    <a:pt x="1808800" y="30400"/>
                  </a:cubicBezTo>
                  <a:lnTo>
                    <a:pt x="1808800" y="258400"/>
                  </a:lnTo>
                  <a:cubicBezTo>
                    <a:pt x="1808800" y="278829"/>
                    <a:pt x="1798829" y="288800"/>
                    <a:pt x="1778400" y="288800"/>
                  </a:cubicBezTo>
                  <a:lnTo>
                    <a:pt x="30400" y="288800"/>
                  </a:lnTo>
                  <a:cubicBezTo>
                    <a:pt x="9971" y="288800"/>
                    <a:pt x="0" y="278829"/>
                    <a:pt x="0" y="258400"/>
                  </a:cubicBezTo>
                  <a:lnTo>
                    <a:pt x="0" y="30400"/>
                  </a:lnTo>
                  <a:cubicBezTo>
                    <a:pt x="0" y="9971"/>
                    <a:pt x="9971" y="0"/>
                    <a:pt x="30400" y="0"/>
                  </a:cubicBezTo>
                  <a:close/>
                </a:path>
              </a:pathLst>
            </a:custGeom>
            <a:solidFill>
              <a:schemeClr val="bg1"/>
            </a:solidFill>
            <a:ln w="15200" cap="rnd">
              <a:solidFill>
                <a:srgbClr val="354ECE"/>
              </a:solidFill>
              <a:round/>
            </a:ln>
          </p:spPr>
          <p:txBody>
            <a:bodyPr wrap="none" lIns="0" tIns="0" rIns="0" bIns="11000" rtlCol="0" anchor="ctr"/>
            <a:lstStyle/>
            <a:p>
              <a:pPr algn="ctr">
                <a:lnSpc>
                  <a:spcPct val="120000"/>
                </a:lnSpc>
              </a:pPr>
              <a:r>
                <a:rPr sz="2400">
                  <a:cs typeface="+mn-ea"/>
                  <a:sym typeface="+mn-lt"/>
                </a:rPr>
                <a:t>类型</a:t>
              </a:r>
              <a:r>
                <a:rPr lang="en-US" sz="2400">
                  <a:cs typeface="+mn-ea"/>
                  <a:sym typeface="+mn-lt"/>
                </a:rPr>
                <a:t>05</a:t>
              </a:r>
              <a:r>
                <a:rPr sz="2400">
                  <a:cs typeface="+mn-ea"/>
                  <a:sym typeface="+mn-lt"/>
                </a:rPr>
                <a:t>：利用活化能计算Δ</a:t>
              </a:r>
              <a:r>
                <a:rPr sz="2400" i="1">
                  <a:cs typeface="+mn-ea"/>
                  <a:sym typeface="+mn-lt"/>
                </a:rPr>
                <a:t>H</a:t>
              </a:r>
            </a:p>
          </p:txBody>
        </p:sp>
        <p:sp>
          <p:nvSpPr>
            <p:cNvPr id="41" name="MainTopic"/>
            <p:cNvSpPr/>
            <p:nvPr>
              <p:custDataLst>
                <p:tags r:id="rId14"/>
              </p:custDataLst>
            </p:nvPr>
          </p:nvSpPr>
          <p:spPr>
            <a:xfrm>
              <a:off x="5292771" y="2588611"/>
              <a:ext cx="3053290" cy="288800"/>
            </a:xfrm>
            <a:custGeom>
              <a:avLst/>
              <a:gdLst>
                <a:gd name="rtl" fmla="*/ 135280 w 1930400"/>
                <a:gd name="rtt" fmla="*/ 60420 h 288800"/>
                <a:gd name="rtr" fmla="*/ 1799680 w 1930400"/>
                <a:gd name="rtb" fmla="*/ 220020 h 288800"/>
              </a:gdLst>
              <a:ahLst/>
              <a:cxnLst/>
              <a:rect l="rtl" t="rtt" r="rtr" b="rtb"/>
              <a:pathLst>
                <a:path w="1930400" h="288800">
                  <a:moveTo>
                    <a:pt x="30400" y="0"/>
                  </a:moveTo>
                  <a:lnTo>
                    <a:pt x="1900000" y="0"/>
                  </a:lnTo>
                  <a:cubicBezTo>
                    <a:pt x="1920429" y="0"/>
                    <a:pt x="1930400" y="9971"/>
                    <a:pt x="1930400" y="30400"/>
                  </a:cubicBezTo>
                  <a:lnTo>
                    <a:pt x="1930400" y="258400"/>
                  </a:lnTo>
                  <a:cubicBezTo>
                    <a:pt x="1930400" y="278829"/>
                    <a:pt x="1920429" y="288800"/>
                    <a:pt x="1900000" y="288800"/>
                  </a:cubicBezTo>
                  <a:lnTo>
                    <a:pt x="30400" y="288800"/>
                  </a:lnTo>
                  <a:cubicBezTo>
                    <a:pt x="9971" y="288800"/>
                    <a:pt x="0" y="278829"/>
                    <a:pt x="0" y="258400"/>
                  </a:cubicBezTo>
                  <a:lnTo>
                    <a:pt x="0" y="30400"/>
                  </a:lnTo>
                  <a:cubicBezTo>
                    <a:pt x="0" y="9971"/>
                    <a:pt x="9971" y="0"/>
                    <a:pt x="30400" y="0"/>
                  </a:cubicBezTo>
                  <a:close/>
                </a:path>
              </a:pathLst>
            </a:custGeom>
            <a:solidFill>
              <a:schemeClr val="bg1"/>
            </a:solidFill>
            <a:ln w="15200" cap="rnd">
              <a:solidFill>
                <a:srgbClr val="354ECE"/>
              </a:solidFill>
              <a:round/>
            </a:ln>
          </p:spPr>
          <p:txBody>
            <a:bodyPr wrap="none" lIns="0" tIns="0" rIns="0" bIns="11000" rtlCol="0" anchor="ctr"/>
            <a:lstStyle/>
            <a:p>
              <a:pPr algn="ctr">
                <a:lnSpc>
                  <a:spcPct val="120000"/>
                </a:lnSpc>
              </a:pPr>
              <a:r>
                <a:rPr sz="2400">
                  <a:cs typeface="+mn-ea"/>
                  <a:sym typeface="+mn-lt"/>
                </a:rPr>
                <a:t>类型</a:t>
              </a:r>
              <a:r>
                <a:rPr lang="en-US" sz="2400">
                  <a:cs typeface="+mn-ea"/>
                  <a:sym typeface="+mn-lt"/>
                </a:rPr>
                <a:t>06</a:t>
              </a:r>
              <a:r>
                <a:rPr sz="2400">
                  <a:cs typeface="+mn-ea"/>
                  <a:sym typeface="+mn-lt"/>
                </a:rPr>
                <a:t>：根据题目信息计算Δ</a:t>
              </a:r>
              <a:r>
                <a:rPr sz="2400" i="1">
                  <a:cs typeface="+mn-ea"/>
                  <a:sym typeface="+mn-lt"/>
                </a:rPr>
                <a:t>H</a:t>
              </a:r>
            </a:p>
          </p:txBody>
        </p:sp>
      </p:grpSp>
    </p:spTree>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AS_OS" val="Unix 3.10 unknown"/>
  <p:tag name="AS_RELEASE_DATE" val="2023.03.31"/>
  <p:tag name="AS_TITLE" val="Aspose.Slides for Java"/>
  <p:tag name="AS_VERSION" val="23.3"/>
  <p:tag name="COMMONDATA" val="eyJoZGlkIjoiMzIwNmM2M2Y1NDIzMjFjYjU0OTk1Y2FiNzZmYmZmZTc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AS_UNIQUEID" val="1673"/>
</p:tagLst>
</file>

<file path=ppt/tags/tag4.xml><?xml version="1.0" encoding="utf-8"?>
<p:tagLst xmlns:a="http://schemas.openxmlformats.org/drawingml/2006/main" xmlns:r="http://schemas.openxmlformats.org/officeDocument/2006/relationships" xmlns:p="http://schemas.openxmlformats.org/presentationml/2006/main">
  <p:tag name="AS_UNIQUEID" val="1599"/>
</p:tagLst>
</file>

<file path=ppt/tags/tag5.xml><?xml version="1.0" encoding="utf-8"?>
<p:tagLst xmlns:a="http://schemas.openxmlformats.org/drawingml/2006/main" xmlns:r="http://schemas.openxmlformats.org/officeDocument/2006/relationships" xmlns:p="http://schemas.openxmlformats.org/presentationml/2006/main">
  <p:tag name="AS_UNIQUEID" val="1600"/>
</p:tagLst>
</file>

<file path=ppt/tags/tag6.xml><?xml version="1.0" encoding="utf-8"?>
<p:tagLst xmlns:a="http://schemas.openxmlformats.org/drawingml/2006/main" xmlns:r="http://schemas.openxmlformats.org/officeDocument/2006/relationships" xmlns:p="http://schemas.openxmlformats.org/presentationml/2006/main">
  <p:tag name="AS_UNIQUEID" val="1601"/>
</p:tagLst>
</file>

<file path=ppt/tags/tag7.xml><?xml version="1.0" encoding="utf-8"?>
<p:tagLst xmlns:a="http://schemas.openxmlformats.org/drawingml/2006/main" xmlns:r="http://schemas.openxmlformats.org/officeDocument/2006/relationships" xmlns:p="http://schemas.openxmlformats.org/presentationml/2006/main">
  <p:tag name="AS_UNIQUEID" val="1602"/>
</p:tagLst>
</file>

<file path=ppt/tags/tag8.xml><?xml version="1.0" encoding="utf-8"?>
<p:tagLst xmlns:a="http://schemas.openxmlformats.org/drawingml/2006/main" xmlns:r="http://schemas.openxmlformats.org/officeDocument/2006/relationships" xmlns:p="http://schemas.openxmlformats.org/presentationml/2006/main">
  <p:tag name="AS_UNIQUEID" val="1604"/>
</p:tagLst>
</file>

<file path=ppt/tags/tag9.xml><?xml version="1.0" encoding="utf-8"?>
<p:tagLst xmlns:a="http://schemas.openxmlformats.org/drawingml/2006/main" xmlns:r="http://schemas.openxmlformats.org/officeDocument/2006/relationships" xmlns:p="http://schemas.openxmlformats.org/presentationml/2006/main">
  <p:tag name="AS_UNIQUEID" val="1605"/>
</p:tagLst>
</file>

<file path=ppt/tags/tag10.xml><?xml version="1.0" encoding="utf-8"?>
<p:tagLst xmlns:a="http://schemas.openxmlformats.org/drawingml/2006/main" xmlns:r="http://schemas.openxmlformats.org/officeDocument/2006/relationships" xmlns:p="http://schemas.openxmlformats.org/presentationml/2006/main">
  <p:tag name="AS_UNIQUEID" val="1606"/>
</p:tagLst>
</file>

<file path=ppt/tags/tag11.xml><?xml version="1.0" encoding="utf-8"?>
<p:tagLst xmlns:a="http://schemas.openxmlformats.org/drawingml/2006/main" xmlns:r="http://schemas.openxmlformats.org/officeDocument/2006/relationships" xmlns:p="http://schemas.openxmlformats.org/presentationml/2006/main">
  <p:tag name="AS_UNIQUEID" val="1611"/>
</p:tagLst>
</file>

<file path=ppt/tags/tag12.xml><?xml version="1.0" encoding="utf-8"?>
<p:tagLst xmlns:a="http://schemas.openxmlformats.org/drawingml/2006/main" xmlns:r="http://schemas.openxmlformats.org/officeDocument/2006/relationships" xmlns:p="http://schemas.openxmlformats.org/presentationml/2006/main">
  <p:tag name="AS_UNIQUEID" val="1615"/>
</p:tagLst>
</file>

<file path=ppt/tags/tag13.xml><?xml version="1.0" encoding="utf-8"?>
<p:tagLst xmlns:a="http://schemas.openxmlformats.org/drawingml/2006/main" xmlns:r="http://schemas.openxmlformats.org/officeDocument/2006/relationships" xmlns:p="http://schemas.openxmlformats.org/presentationml/2006/main">
  <p:tag name="AS_UNIQUEID" val="1616"/>
</p:tagLst>
</file>

<file path=ppt/tags/tag14.xml><?xml version="1.0" encoding="utf-8"?>
<p:tagLst xmlns:a="http://schemas.openxmlformats.org/drawingml/2006/main" xmlns:r="http://schemas.openxmlformats.org/officeDocument/2006/relationships" xmlns:p="http://schemas.openxmlformats.org/presentationml/2006/main">
  <p:tag name="AS_UNIQUEID" val="1612"/>
</p:tagLst>
</file>

<file path=ppt/tags/tag15.xml><?xml version="1.0" encoding="utf-8"?>
<p:tagLst xmlns:a="http://schemas.openxmlformats.org/drawingml/2006/main" xmlns:r="http://schemas.openxmlformats.org/officeDocument/2006/relationships" xmlns:p="http://schemas.openxmlformats.org/presentationml/2006/main">
  <p:tag name="AS_UNIQUEID" val="1613"/>
</p:tagLst>
</file>

<file path=ppt/tags/tag16.xml><?xml version="1.0" encoding="utf-8"?>
<p:tagLst xmlns:a="http://schemas.openxmlformats.org/drawingml/2006/main" xmlns:r="http://schemas.openxmlformats.org/officeDocument/2006/relationships" xmlns:p="http://schemas.openxmlformats.org/presentationml/2006/main">
  <p:tag name="AS_UNIQUEID" val="1614"/>
</p:tagLst>
</file>

<file path=ppt/tags/tag17.xml><?xml version="1.0" encoding="utf-8"?>
<p:tagLst xmlns:a="http://schemas.openxmlformats.org/drawingml/2006/main" xmlns:r="http://schemas.openxmlformats.org/officeDocument/2006/relationships" xmlns:p="http://schemas.openxmlformats.org/presentationml/2006/main">
  <p:tag name="AS_UNIQUEID" val="1607"/>
</p:tagLst>
</file>

<file path=ppt/tags/tag18.xml><?xml version="1.0" encoding="utf-8"?>
<p:tagLst xmlns:a="http://schemas.openxmlformats.org/drawingml/2006/main" xmlns:r="http://schemas.openxmlformats.org/officeDocument/2006/relationships" xmlns:p="http://schemas.openxmlformats.org/presentationml/2006/main">
  <p:tag name="AS_UNIQUEID" val="1608"/>
</p:tagLst>
</file>

<file path=ppt/tags/tag19.xml><?xml version="1.0" encoding="utf-8"?>
<p:tagLst xmlns:a="http://schemas.openxmlformats.org/drawingml/2006/main" xmlns:r="http://schemas.openxmlformats.org/officeDocument/2006/relationships" xmlns:p="http://schemas.openxmlformats.org/presentationml/2006/main">
  <p:tag name="AS_UNIQUEID" val="1609"/>
</p:tagLst>
</file>

<file path=ppt/tags/tag20.xml><?xml version="1.0" encoding="utf-8"?>
<p:tagLst xmlns:a="http://schemas.openxmlformats.org/drawingml/2006/main" xmlns:r="http://schemas.openxmlformats.org/officeDocument/2006/relationships" xmlns:p="http://schemas.openxmlformats.org/presentationml/2006/main">
  <p:tag name="AS_UNIQUEID" val="1610"/>
</p:tagLst>
</file>

<file path=ppt/tags/tag21.xml><?xml version="1.0" encoding="utf-8"?>
<p:tagLst xmlns:a="http://schemas.openxmlformats.org/drawingml/2006/main" xmlns:r="http://schemas.openxmlformats.org/officeDocument/2006/relationships" xmlns:p="http://schemas.openxmlformats.org/presentationml/2006/main">
  <p:tag name="AS_UNIQUEID" val="1618"/>
  <p:tag name="KSO_WM_UNIT_PLACING_PICTURE_USER_VIEWPORT" val="{&quot;height&quot;:7077,&quot;width&quot;:8293}"/>
</p:tagLst>
</file>

<file path=ppt/tags/tag22.xml><?xml version="1.0" encoding="utf-8"?>
<p:tagLst xmlns:a="http://schemas.openxmlformats.org/drawingml/2006/main" xmlns:r="http://schemas.openxmlformats.org/officeDocument/2006/relationships" xmlns:p="http://schemas.openxmlformats.org/presentationml/2006/main">
  <p:tag name="AS_UNIQUEID" val="1619"/>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AS_UNIQUEID" val="1620"/>
</p:tagLst>
</file>

<file path=ppt/tags/tag24.xml><?xml version="1.0" encoding="utf-8"?>
<p:tagLst xmlns:a="http://schemas.openxmlformats.org/drawingml/2006/main" xmlns:r="http://schemas.openxmlformats.org/officeDocument/2006/relationships" xmlns:p="http://schemas.openxmlformats.org/presentationml/2006/main">
  <p:tag name="AS_UNIQUEID" val="1623"/>
</p:tagLst>
</file>

<file path=ppt/tags/tag25.xml><?xml version="1.0" encoding="utf-8"?>
<p:tagLst xmlns:a="http://schemas.openxmlformats.org/drawingml/2006/main" xmlns:r="http://schemas.openxmlformats.org/officeDocument/2006/relationships" xmlns:p="http://schemas.openxmlformats.org/presentationml/2006/main">
  <p:tag name="AS_UNIQUEID" val="1624"/>
  <p:tag name="KSO_WM_UNIT_PLACING_PICTURE_USER_VIEWPORT" val="{&quot;height&quot;:7077,&quot;width&quot;:8293}"/>
</p:tagLst>
</file>

<file path=ppt/tags/tag26.xml><?xml version="1.0" encoding="utf-8"?>
<p:tagLst xmlns:a="http://schemas.openxmlformats.org/drawingml/2006/main" xmlns:r="http://schemas.openxmlformats.org/officeDocument/2006/relationships" xmlns:p="http://schemas.openxmlformats.org/presentationml/2006/main">
  <p:tag name="AS_UNIQUEID" val="1621"/>
</p:tagLst>
</file>

<file path=ppt/tags/tag27.xml><?xml version="1.0" encoding="utf-8"?>
<p:tagLst xmlns:a="http://schemas.openxmlformats.org/drawingml/2006/main" xmlns:r="http://schemas.openxmlformats.org/officeDocument/2006/relationships" xmlns:p="http://schemas.openxmlformats.org/presentationml/2006/main">
  <p:tag name="AS_UNIQUEID" val="1622"/>
</p:tagLst>
</file>

<file path=ppt/tags/tag28.xml><?xml version="1.0" encoding="utf-8"?>
<p:tagLst xmlns:a="http://schemas.openxmlformats.org/drawingml/2006/main" xmlns:r="http://schemas.openxmlformats.org/officeDocument/2006/relationships" xmlns:p="http://schemas.openxmlformats.org/presentationml/2006/main">
  <p:tag name="AS_UNIQUEID" val="1626"/>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AS_UNIQUEID" val="1627"/>
</p:tagLst>
</file>

<file path=ppt/tags/tag30.xml><?xml version="1.0" encoding="utf-8"?>
<p:tagLst xmlns:a="http://schemas.openxmlformats.org/drawingml/2006/main" xmlns:r="http://schemas.openxmlformats.org/officeDocument/2006/relationships" xmlns:p="http://schemas.openxmlformats.org/presentationml/2006/main">
  <p:tag name="AS_UNIQUEID" val="1628"/>
</p:tagLst>
</file>

<file path=ppt/tags/tag31.xml><?xml version="1.0" encoding="utf-8"?>
<p:tagLst xmlns:a="http://schemas.openxmlformats.org/drawingml/2006/main" xmlns:r="http://schemas.openxmlformats.org/officeDocument/2006/relationships" xmlns:p="http://schemas.openxmlformats.org/presentationml/2006/main">
  <p:tag name="AS_UNIQUEID" val="1629"/>
</p:tagLst>
</file>

<file path=ppt/tags/tag32.xml><?xml version="1.0" encoding="utf-8"?>
<p:tagLst xmlns:a="http://schemas.openxmlformats.org/drawingml/2006/main" xmlns:r="http://schemas.openxmlformats.org/officeDocument/2006/relationships" xmlns:p="http://schemas.openxmlformats.org/presentationml/2006/main">
  <p:tag name="AS_UNIQUEID" val="1632"/>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AS_UNIQUEID" val="1627"/>
</p:tagLst>
</file>

<file path=ppt/tags/tag34.xml><?xml version="1.0" encoding="utf-8"?>
<p:tagLst xmlns:a="http://schemas.openxmlformats.org/drawingml/2006/main" xmlns:r="http://schemas.openxmlformats.org/officeDocument/2006/relationships" xmlns:p="http://schemas.openxmlformats.org/presentationml/2006/main">
  <p:tag name="AS_UNIQUEID" val="1628"/>
</p:tagLst>
</file>

<file path=ppt/tags/tag35.xml><?xml version="1.0" encoding="utf-8"?>
<p:tagLst xmlns:a="http://schemas.openxmlformats.org/drawingml/2006/main" xmlns:r="http://schemas.openxmlformats.org/officeDocument/2006/relationships" xmlns:p="http://schemas.openxmlformats.org/presentationml/2006/main">
  <p:tag name="AS_UNIQUEID" val="1629"/>
</p:tagLst>
</file>

<file path=ppt/tags/tag36.xml><?xml version="1.0" encoding="utf-8"?>
<p:tagLst xmlns:a="http://schemas.openxmlformats.org/drawingml/2006/main" xmlns:r="http://schemas.openxmlformats.org/officeDocument/2006/relationships" xmlns:p="http://schemas.openxmlformats.org/presentationml/2006/main">
  <p:tag name="AS_UNIQUEID" val="1638"/>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AS_UNIQUEID" val="1627"/>
</p:tagLst>
</file>

<file path=ppt/tags/tag38.xml><?xml version="1.0" encoding="utf-8"?>
<p:tagLst xmlns:a="http://schemas.openxmlformats.org/drawingml/2006/main" xmlns:r="http://schemas.openxmlformats.org/officeDocument/2006/relationships" xmlns:p="http://schemas.openxmlformats.org/presentationml/2006/main">
  <p:tag name="AS_UNIQUEID" val="1628"/>
</p:tagLst>
</file>

<file path=ppt/tags/tag39.xml><?xml version="1.0" encoding="utf-8"?>
<p:tagLst xmlns:a="http://schemas.openxmlformats.org/drawingml/2006/main" xmlns:r="http://schemas.openxmlformats.org/officeDocument/2006/relationships" xmlns:p="http://schemas.openxmlformats.org/presentationml/2006/main">
  <p:tag name="AS_UNIQUEID" val="1629"/>
</p:tagLst>
</file>

<file path=ppt/tags/tag40.xml><?xml version="1.0" encoding="utf-8"?>
<p:tagLst xmlns:a="http://schemas.openxmlformats.org/drawingml/2006/main" xmlns:r="http://schemas.openxmlformats.org/officeDocument/2006/relationships" xmlns:p="http://schemas.openxmlformats.org/presentationml/2006/main">
  <p:tag name="AS_UNIQUEID" val="1644"/>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AS_UNIQUEID" val="1627"/>
</p:tagLst>
</file>

<file path=ppt/tags/tag42.xml><?xml version="1.0" encoding="utf-8"?>
<p:tagLst xmlns:a="http://schemas.openxmlformats.org/drawingml/2006/main" xmlns:r="http://schemas.openxmlformats.org/officeDocument/2006/relationships" xmlns:p="http://schemas.openxmlformats.org/presentationml/2006/main">
  <p:tag name="AS_UNIQUEID" val="1628"/>
</p:tagLst>
</file>

<file path=ppt/tags/tag43.xml><?xml version="1.0" encoding="utf-8"?>
<p:tagLst xmlns:a="http://schemas.openxmlformats.org/drawingml/2006/main" xmlns:r="http://schemas.openxmlformats.org/officeDocument/2006/relationships" xmlns:p="http://schemas.openxmlformats.org/presentationml/2006/main">
  <p:tag name="AS_UNIQUEID" val="1629"/>
</p:tagLst>
</file>

<file path=ppt/tags/tag44.xml><?xml version="1.0" encoding="utf-8"?>
<p:tagLst xmlns:a="http://schemas.openxmlformats.org/drawingml/2006/main" xmlns:r="http://schemas.openxmlformats.org/officeDocument/2006/relationships" xmlns:p="http://schemas.openxmlformats.org/presentationml/2006/main">
  <p:tag name="AS_UNIQUEID" val="1650"/>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AS_UNIQUEID" val="1627"/>
</p:tagLst>
</file>

<file path=ppt/tags/tag46.xml><?xml version="1.0" encoding="utf-8"?>
<p:tagLst xmlns:a="http://schemas.openxmlformats.org/drawingml/2006/main" xmlns:r="http://schemas.openxmlformats.org/officeDocument/2006/relationships" xmlns:p="http://schemas.openxmlformats.org/presentationml/2006/main">
  <p:tag name="AS_UNIQUEID" val="1628"/>
</p:tagLst>
</file>

<file path=ppt/tags/tag47.xml><?xml version="1.0" encoding="utf-8"?>
<p:tagLst xmlns:a="http://schemas.openxmlformats.org/drawingml/2006/main" xmlns:r="http://schemas.openxmlformats.org/officeDocument/2006/relationships" xmlns:p="http://schemas.openxmlformats.org/presentationml/2006/main">
  <p:tag name="AS_UNIQUEID" val="1629"/>
</p:tagLst>
</file>

<file path=ppt/tags/tag48.xml><?xml version="1.0" encoding="utf-8"?>
<p:tagLst xmlns:a="http://schemas.openxmlformats.org/drawingml/2006/main" xmlns:r="http://schemas.openxmlformats.org/officeDocument/2006/relationships" xmlns:p="http://schemas.openxmlformats.org/presentationml/2006/main">
  <p:tag name="AS_UNIQUEID" val="1656"/>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AS_UNIQUEID" val="1627"/>
</p:tagLst>
</file>

<file path=ppt/tags/tag50.xml><?xml version="1.0" encoding="utf-8"?>
<p:tagLst xmlns:a="http://schemas.openxmlformats.org/drawingml/2006/main" xmlns:r="http://schemas.openxmlformats.org/officeDocument/2006/relationships" xmlns:p="http://schemas.openxmlformats.org/presentationml/2006/main">
  <p:tag name="AS_UNIQUEID" val="1628"/>
</p:tagLst>
</file>

<file path=ppt/tags/tag51.xml><?xml version="1.0" encoding="utf-8"?>
<p:tagLst xmlns:a="http://schemas.openxmlformats.org/drawingml/2006/main" xmlns:r="http://schemas.openxmlformats.org/officeDocument/2006/relationships" xmlns:p="http://schemas.openxmlformats.org/presentationml/2006/main">
  <p:tag name="AS_UNIQUEID" val="1629"/>
</p:tagLst>
</file>

<file path=ppt/tags/tag52.xml><?xml version="1.0" encoding="utf-8"?>
<p:tagLst xmlns:a="http://schemas.openxmlformats.org/drawingml/2006/main" xmlns:r="http://schemas.openxmlformats.org/officeDocument/2006/relationships" xmlns:p="http://schemas.openxmlformats.org/presentationml/2006/main">
  <p:tag name="AS_UNIQUEID" val="1662"/>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AS_UNIQUEID" val="1627"/>
</p:tagLst>
</file>

<file path=ppt/tags/tag54.xml><?xml version="1.0" encoding="utf-8"?>
<p:tagLst xmlns:a="http://schemas.openxmlformats.org/drawingml/2006/main" xmlns:r="http://schemas.openxmlformats.org/officeDocument/2006/relationships" xmlns:p="http://schemas.openxmlformats.org/presentationml/2006/main">
  <p:tag name="AS_UNIQUEID" val="1628"/>
</p:tagLst>
</file>

<file path=ppt/tags/tag55.xml><?xml version="1.0" encoding="utf-8"?>
<p:tagLst xmlns:a="http://schemas.openxmlformats.org/drawingml/2006/main" xmlns:r="http://schemas.openxmlformats.org/officeDocument/2006/relationships" xmlns:p="http://schemas.openxmlformats.org/presentationml/2006/main">
  <p:tag name="AS_UNIQUEID" val="1629"/>
</p:tagLst>
</file>

<file path=ppt/tags/tag56.xml><?xml version="1.0" encoding="utf-8"?>
<p:tagLst xmlns:a="http://schemas.openxmlformats.org/drawingml/2006/main" xmlns:r="http://schemas.openxmlformats.org/officeDocument/2006/relationships" xmlns:p="http://schemas.openxmlformats.org/presentationml/2006/main">
  <p:tag name="AS_UNIQUEID" val="1668"/>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AS_UNIQUEID" val="1627"/>
</p:tagLst>
</file>

<file path=ppt/tags/tag58.xml><?xml version="1.0" encoding="utf-8"?>
<p:tagLst xmlns:a="http://schemas.openxmlformats.org/drawingml/2006/main" xmlns:r="http://schemas.openxmlformats.org/officeDocument/2006/relationships" xmlns:p="http://schemas.openxmlformats.org/presentationml/2006/main">
  <p:tag name="AS_UNIQUEID" val="1628"/>
</p:tagLst>
</file>

<file path=ppt/tags/tag59.xml><?xml version="1.0" encoding="utf-8"?>
<p:tagLst xmlns:a="http://schemas.openxmlformats.org/drawingml/2006/main" xmlns:r="http://schemas.openxmlformats.org/officeDocument/2006/relationships" xmlns:p="http://schemas.openxmlformats.org/presentationml/2006/main">
  <p:tag name="AS_UNIQUEID" val="1629"/>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CATEGORY" val="custom"/>
  <p:tag name="KSO_WM_TEMPLATE_COLOR_TYPE" val="1"/>
  <p:tag name="KSO_WM_TEMPLATE_INDEX" val="20205081"/>
  <p:tag name="KSO_WM_TEMPLATE_MASTER_TYPE" val="0"/>
  <p:tag name="KSO_WM_TEMPLATE_SUBCATEGORY" val="19"/>
  <p:tag name="KSO_WM_TEMPLATE_THUMBS_INDEX" val="1、4、7、12、13、14、15、16、17、18、20、24、25、28、33、36、40、43、44"/>
  <p:tag name="KSO_WM_UNIT_SHOW_EDIT_AREA_INDICATION" val="1"/>
</p:tagLst>
</file>

<file path=ppt/tags/tag61.xml><?xml version="1.0" encoding="utf-8"?>
<p:tagLst xmlns:a="http://schemas.openxmlformats.org/drawingml/2006/main" xmlns:r="http://schemas.openxmlformats.org/officeDocument/2006/relationships" xmlns:p="http://schemas.openxmlformats.org/presentationml/2006/main">
  <p:tag name="AS_UNIQUEID" val="1798"/>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62.xml><?xml version="1.0" encoding="utf-8"?>
<p:tagLst xmlns:a="http://schemas.openxmlformats.org/drawingml/2006/main" xmlns:r="http://schemas.openxmlformats.org/officeDocument/2006/relationships" xmlns:p="http://schemas.openxmlformats.org/presentationml/2006/main">
  <p:tag name="AS_UNIQUEID" val="1799"/>
  <p:tag name="KSO_WM_BEAUTIFY_FLAG" val="#wm#"/>
  <p:tag name="KSO_WM_TAG_VERSION" val="1.0"/>
  <p:tag name="KSO_WM_TEMPLATE_CATEGORY" val="custom"/>
  <p:tag name="KSO_WM_TEMPLATE_INDEX" val="20205081"/>
  <p:tag name="KSO_WM_UNIT_COMPATIBLE" val="0"/>
  <p:tag name="KSO_WM_UNIT_DIAGRAM_ISNUMVISUAL" val="0"/>
  <p:tag name="KSO_WM_UNIT_DIAGRAM_ISREFERUNIT" val="0"/>
  <p:tag name="KSO_WM_UNIT_HIGHLIGHT" val="0"/>
  <p:tag name="KSO_WM_UNIT_ID" val="_0**"/>
  <p:tag name="KSO_WM_UNIT_LAYERLEVEL" val="1"/>
</p:tagLst>
</file>

<file path=ppt/tags/tag63.xml><?xml version="1.0" encoding="utf-8"?>
<p:tagLst xmlns:a="http://schemas.openxmlformats.org/drawingml/2006/main" xmlns:r="http://schemas.openxmlformats.org/officeDocument/2006/relationships" xmlns:p="http://schemas.openxmlformats.org/presentationml/2006/main">
  <p:tag name="AS_UNIQUEID" val="1800"/>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4.xml><?xml version="1.0" encoding="utf-8"?>
<p:tagLst xmlns:a="http://schemas.openxmlformats.org/drawingml/2006/main" xmlns:r="http://schemas.openxmlformats.org/officeDocument/2006/relationships" xmlns:p="http://schemas.openxmlformats.org/presentationml/2006/main">
  <p:tag name="AS_UNIQUEID" val="1801"/>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5.xml><?xml version="1.0" encoding="utf-8"?>
<p:tagLst xmlns:a="http://schemas.openxmlformats.org/drawingml/2006/main" xmlns:r="http://schemas.openxmlformats.org/officeDocument/2006/relationships" xmlns:p="http://schemas.openxmlformats.org/presentationml/2006/main">
  <p:tag name="AS_UNIQUEID" val="1802"/>
  <p:tag name="KSO_WM_BEAUTIFY_FLAG" val="#wm#"/>
  <p:tag name="KSO_WM_TAG_VERSION" val="1.0"/>
  <p:tag name="KSO_WM_UNIT_COMPATIBLE" val="0"/>
  <p:tag name="KSO_WM_UNIT_DIAGRAM_ISNUMVISUAL" val="0"/>
  <p:tag name="KSO_WM_UNIT_DIAGRAM_ISREFERUNIT" val="0"/>
  <p:tag name="KSO_WM_UNIT_HIGHLIGHT" val="0"/>
  <p:tag name="KSO_WM_UNIT_ID" val="_0**"/>
  <p:tag name="KSO_WM_UNIT_LAYERLEVEL" val="1"/>
</p:tagLst>
</file>

<file path=ppt/tags/tag66.xml><?xml version="1.0" encoding="utf-8"?>
<p:tagLst xmlns:a="http://schemas.openxmlformats.org/drawingml/2006/main" xmlns:r="http://schemas.openxmlformats.org/officeDocument/2006/relationships" xmlns:p="http://schemas.openxmlformats.org/presentationml/2006/main">
  <p:tag name="AS_UNIQUEID" val="1803"/>
</p:tagLst>
</file>

<file path=ppt/tags/tag67.xml><?xml version="1.0" encoding="utf-8"?>
<p:tagLst xmlns:a="http://schemas.openxmlformats.org/drawingml/2006/main" xmlns:r="http://schemas.openxmlformats.org/officeDocument/2006/relationships" xmlns:p="http://schemas.openxmlformats.org/presentationml/2006/main">
  <p:tag name="AS_UNIQUEID" val="1675"/>
</p:tagLst>
</file>

<file path=ppt/tags/tag68.xml><?xml version="1.0" encoding="utf-8"?>
<p:tagLst xmlns:a="http://schemas.openxmlformats.org/drawingml/2006/main" xmlns:r="http://schemas.openxmlformats.org/officeDocument/2006/relationships" xmlns:p="http://schemas.openxmlformats.org/presentationml/2006/main">
  <p:tag name="AS_UNIQUEID" val="1676"/>
</p:tagLst>
</file>

<file path=ppt/tags/tag69.xml><?xml version="1.0" encoding="utf-8"?>
<p:tagLst xmlns:a="http://schemas.openxmlformats.org/drawingml/2006/main" xmlns:r="http://schemas.openxmlformats.org/officeDocument/2006/relationships" xmlns:p="http://schemas.openxmlformats.org/presentationml/2006/main">
  <p:tag name="AS_UNIQUEID" val="1677"/>
</p:tagLst>
</file>

<file path=ppt/tags/tag70.xml><?xml version="1.0" encoding="utf-8"?>
<p:tagLst xmlns:a="http://schemas.openxmlformats.org/drawingml/2006/main" xmlns:r="http://schemas.openxmlformats.org/officeDocument/2006/relationships" xmlns:p="http://schemas.openxmlformats.org/presentationml/2006/main">
  <p:tag name="AS_UNIQUEID" val="1678"/>
</p:tagLst>
</file>

<file path=ppt/tags/tag71.xml><?xml version="1.0" encoding="utf-8"?>
<p:tagLst xmlns:a="http://schemas.openxmlformats.org/drawingml/2006/main" xmlns:r="http://schemas.openxmlformats.org/officeDocument/2006/relationships" xmlns:p="http://schemas.openxmlformats.org/presentationml/2006/main">
  <p:tag name="AS_UNIQUEID" val="1680"/>
</p:tagLst>
</file>

<file path=ppt/tags/tag72.xml><?xml version="1.0" encoding="utf-8"?>
<p:tagLst xmlns:a="http://schemas.openxmlformats.org/drawingml/2006/main" xmlns:r="http://schemas.openxmlformats.org/officeDocument/2006/relationships" xmlns:p="http://schemas.openxmlformats.org/presentationml/2006/main">
  <p:tag name="AS_UNIQUEID" val="1681"/>
</p:tagLst>
</file>

<file path=ppt/tags/tag73.xml><?xml version="1.0" encoding="utf-8"?>
<p:tagLst xmlns:a="http://schemas.openxmlformats.org/drawingml/2006/main" xmlns:r="http://schemas.openxmlformats.org/officeDocument/2006/relationships" xmlns:p="http://schemas.openxmlformats.org/presentationml/2006/main">
  <p:tag name="AS_UNIQUEID" val="1682"/>
</p:tagLst>
</file>

<file path=ppt/tags/tag74.xml><?xml version="1.0" encoding="utf-8"?>
<p:tagLst xmlns:a="http://schemas.openxmlformats.org/drawingml/2006/main" xmlns:r="http://schemas.openxmlformats.org/officeDocument/2006/relationships" xmlns:p="http://schemas.openxmlformats.org/presentationml/2006/main">
  <p:tag name="AS_UNIQUEID" val="1687"/>
</p:tagLst>
</file>

<file path=ppt/tags/tag75.xml><?xml version="1.0" encoding="utf-8"?>
<p:tagLst xmlns:a="http://schemas.openxmlformats.org/drawingml/2006/main" xmlns:r="http://schemas.openxmlformats.org/officeDocument/2006/relationships" xmlns:p="http://schemas.openxmlformats.org/presentationml/2006/main">
  <p:tag name="AS_UNIQUEID" val="1691"/>
</p:tagLst>
</file>

<file path=ppt/tags/tag76.xml><?xml version="1.0" encoding="utf-8"?>
<p:tagLst xmlns:a="http://schemas.openxmlformats.org/drawingml/2006/main" xmlns:r="http://schemas.openxmlformats.org/officeDocument/2006/relationships" xmlns:p="http://schemas.openxmlformats.org/presentationml/2006/main">
  <p:tag name="AS_UNIQUEID" val="1688"/>
</p:tagLst>
</file>

<file path=ppt/tags/tag77.xml><?xml version="1.0" encoding="utf-8"?>
<p:tagLst xmlns:a="http://schemas.openxmlformats.org/drawingml/2006/main" xmlns:r="http://schemas.openxmlformats.org/officeDocument/2006/relationships" xmlns:p="http://schemas.openxmlformats.org/presentationml/2006/main">
  <p:tag name="AS_UNIQUEID" val="1689"/>
</p:tagLst>
</file>

<file path=ppt/tags/tag78.xml><?xml version="1.0" encoding="utf-8"?>
<p:tagLst xmlns:a="http://schemas.openxmlformats.org/drawingml/2006/main" xmlns:r="http://schemas.openxmlformats.org/officeDocument/2006/relationships" xmlns:p="http://schemas.openxmlformats.org/presentationml/2006/main">
  <p:tag name="AS_UNIQUEID" val="1690"/>
</p:tagLst>
</file>

<file path=ppt/tags/tag79.xml><?xml version="1.0" encoding="utf-8"?>
<p:tagLst xmlns:a="http://schemas.openxmlformats.org/drawingml/2006/main" xmlns:r="http://schemas.openxmlformats.org/officeDocument/2006/relationships" xmlns:p="http://schemas.openxmlformats.org/presentationml/2006/main">
  <p:tag name="AS_UNIQUEID" val="1683"/>
</p:tagLst>
</file>

<file path=ppt/tags/tag80.xml><?xml version="1.0" encoding="utf-8"?>
<p:tagLst xmlns:a="http://schemas.openxmlformats.org/drawingml/2006/main" xmlns:r="http://schemas.openxmlformats.org/officeDocument/2006/relationships" xmlns:p="http://schemas.openxmlformats.org/presentationml/2006/main">
  <p:tag name="AS_UNIQUEID" val="1684"/>
</p:tagLst>
</file>

<file path=ppt/tags/tag81.xml><?xml version="1.0" encoding="utf-8"?>
<p:tagLst xmlns:a="http://schemas.openxmlformats.org/drawingml/2006/main" xmlns:r="http://schemas.openxmlformats.org/officeDocument/2006/relationships" xmlns:p="http://schemas.openxmlformats.org/presentationml/2006/main">
  <p:tag name="AS_UNIQUEID" val="1685"/>
</p:tagLst>
</file>

<file path=ppt/tags/tag82.xml><?xml version="1.0" encoding="utf-8"?>
<p:tagLst xmlns:a="http://schemas.openxmlformats.org/drawingml/2006/main" xmlns:r="http://schemas.openxmlformats.org/officeDocument/2006/relationships" xmlns:p="http://schemas.openxmlformats.org/presentationml/2006/main">
  <p:tag name="AS_UNIQUEID" val="1686"/>
</p:tagLst>
</file>

<file path=ppt/tags/tag83.xml><?xml version="1.0" encoding="utf-8"?>
<p:tagLst xmlns:a="http://schemas.openxmlformats.org/drawingml/2006/main" xmlns:r="http://schemas.openxmlformats.org/officeDocument/2006/relationships" xmlns:p="http://schemas.openxmlformats.org/presentationml/2006/main">
  <p:tag name="AS_UNIQUEID" val="1693"/>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AS_UNIQUEID" val="1694"/>
</p:tagLst>
</file>

<file path=ppt/tags/tag85.xml><?xml version="1.0" encoding="utf-8"?>
<p:tagLst xmlns:a="http://schemas.openxmlformats.org/drawingml/2006/main" xmlns:r="http://schemas.openxmlformats.org/officeDocument/2006/relationships" xmlns:p="http://schemas.openxmlformats.org/presentationml/2006/main">
  <p:tag name="AS_UNIQUEID" val="1695"/>
</p:tagLst>
</file>

<file path=ppt/tags/tag86.xml><?xml version="1.0" encoding="utf-8"?>
<p:tagLst xmlns:a="http://schemas.openxmlformats.org/drawingml/2006/main" xmlns:r="http://schemas.openxmlformats.org/officeDocument/2006/relationships" xmlns:p="http://schemas.openxmlformats.org/presentationml/2006/main">
  <p:tag name="AS_UNIQUEID" val="1696"/>
</p:tagLst>
</file>

<file path=ppt/tags/tag87.xml><?xml version="1.0" encoding="utf-8"?>
<p:tagLst xmlns:a="http://schemas.openxmlformats.org/drawingml/2006/main" xmlns:r="http://schemas.openxmlformats.org/officeDocument/2006/relationships" xmlns:p="http://schemas.openxmlformats.org/presentationml/2006/main">
  <p:tag name="AS_UNIQUEID" val="1698"/>
  <p:tag name="KSO_WM_UNIT_PLACING_PICTURE_USER_VIEWPORT" val="{&quot;height&quot;:7077,&quot;width&quot;:8293}"/>
</p:tagLst>
</file>

<file path=ppt/tags/tag88.xml><?xml version="1.0" encoding="utf-8"?>
<p:tagLst xmlns:a="http://schemas.openxmlformats.org/drawingml/2006/main" xmlns:r="http://schemas.openxmlformats.org/officeDocument/2006/relationships" xmlns:p="http://schemas.openxmlformats.org/presentationml/2006/main">
  <p:tag name="AS_UNIQUEID" val="1699"/>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AS_UNIQUEID" val="1700"/>
</p:tagLst>
</file>

<file path=ppt/tags/tag90.xml><?xml version="1.0" encoding="utf-8"?>
<p:tagLst xmlns:a="http://schemas.openxmlformats.org/drawingml/2006/main" xmlns:r="http://schemas.openxmlformats.org/officeDocument/2006/relationships" xmlns:p="http://schemas.openxmlformats.org/presentationml/2006/main">
  <p:tag name="AS_UNIQUEID" val="1703"/>
</p:tagLst>
</file>

<file path=ppt/tags/tag91.xml><?xml version="1.0" encoding="utf-8"?>
<p:tagLst xmlns:a="http://schemas.openxmlformats.org/drawingml/2006/main" xmlns:r="http://schemas.openxmlformats.org/officeDocument/2006/relationships" xmlns:p="http://schemas.openxmlformats.org/presentationml/2006/main">
  <p:tag name="AS_UNIQUEID" val="1704"/>
</p:tagLst>
</file>

<file path=ppt/tags/tag92.xml><?xml version="1.0" encoding="utf-8"?>
<p:tagLst xmlns:a="http://schemas.openxmlformats.org/drawingml/2006/main" xmlns:r="http://schemas.openxmlformats.org/officeDocument/2006/relationships" xmlns:p="http://schemas.openxmlformats.org/presentationml/2006/main">
  <p:tag name="AS_UNIQUEID" val="1709"/>
</p:tagLst>
</file>

<file path=ppt/tags/tag93.xml><?xml version="1.0" encoding="utf-8"?>
<p:tagLst xmlns:a="http://schemas.openxmlformats.org/drawingml/2006/main" xmlns:r="http://schemas.openxmlformats.org/officeDocument/2006/relationships" xmlns:p="http://schemas.openxmlformats.org/presentationml/2006/main">
  <p:tag name="AS_UNIQUEID" val="1710"/>
</p:tagLst>
</file>

<file path=ppt/tags/tag94.xml><?xml version="1.0" encoding="utf-8"?>
<p:tagLst xmlns:a="http://schemas.openxmlformats.org/drawingml/2006/main" xmlns:r="http://schemas.openxmlformats.org/officeDocument/2006/relationships" xmlns:p="http://schemas.openxmlformats.org/presentationml/2006/main">
  <p:tag name="AS_UNIQUEID" val="1711"/>
</p:tagLst>
</file>

<file path=ppt/tags/tag95.xml><?xml version="1.0" encoding="utf-8"?>
<p:tagLst xmlns:a="http://schemas.openxmlformats.org/drawingml/2006/main" xmlns:r="http://schemas.openxmlformats.org/officeDocument/2006/relationships" xmlns:p="http://schemas.openxmlformats.org/presentationml/2006/main">
  <p:tag name="AS_UNIQUEID" val="1712"/>
</p:tagLst>
</file>

<file path=ppt/tags/tag96.xml><?xml version="1.0" encoding="utf-8"?>
<p:tagLst xmlns:a="http://schemas.openxmlformats.org/drawingml/2006/main" xmlns:r="http://schemas.openxmlformats.org/officeDocument/2006/relationships" xmlns:p="http://schemas.openxmlformats.org/presentationml/2006/main">
  <p:tag name="AS_UNIQUEID" val="1705"/>
</p:tagLst>
</file>

<file path=ppt/tags/tag97.xml><?xml version="1.0" encoding="utf-8"?>
<p:tagLst xmlns:a="http://schemas.openxmlformats.org/drawingml/2006/main" xmlns:r="http://schemas.openxmlformats.org/officeDocument/2006/relationships" xmlns:p="http://schemas.openxmlformats.org/presentationml/2006/main">
  <p:tag name="AS_UNIQUEID" val="1706"/>
</p:tagLst>
</file>

<file path=ppt/tags/tag98.xml><?xml version="1.0" encoding="utf-8"?>
<p:tagLst xmlns:a="http://schemas.openxmlformats.org/drawingml/2006/main" xmlns:r="http://schemas.openxmlformats.org/officeDocument/2006/relationships" xmlns:p="http://schemas.openxmlformats.org/presentationml/2006/main">
  <p:tag name="AS_UNIQUEID" val="1707"/>
</p:tagLst>
</file>

<file path=ppt/tags/tag99.xml><?xml version="1.0" encoding="utf-8"?>
<p:tagLst xmlns:a="http://schemas.openxmlformats.org/drawingml/2006/main" xmlns:r="http://schemas.openxmlformats.org/officeDocument/2006/relationships" xmlns:p="http://schemas.openxmlformats.org/presentationml/2006/main">
  <p:tag name="AS_UNIQUEID" val="1708"/>
</p:tagLst>
</file>

<file path=ppt/tags/tag100.xml><?xml version="1.0" encoding="utf-8"?>
<p:tagLst xmlns:a="http://schemas.openxmlformats.org/drawingml/2006/main" xmlns:r="http://schemas.openxmlformats.org/officeDocument/2006/relationships" xmlns:p="http://schemas.openxmlformats.org/presentationml/2006/main">
  <p:tag name="AS_UNIQUEID" val="1701"/>
</p:tagLst>
</file>

<file path=ppt/tags/tag101.xml><?xml version="1.0" encoding="utf-8"?>
<p:tagLst xmlns:a="http://schemas.openxmlformats.org/drawingml/2006/main" xmlns:r="http://schemas.openxmlformats.org/officeDocument/2006/relationships" xmlns:p="http://schemas.openxmlformats.org/presentationml/2006/main">
  <p:tag name="AS_UNIQUEID" val="1702"/>
</p:tagLst>
</file>

<file path=ppt/tags/tag102.xml><?xml version="1.0" encoding="utf-8"?>
<p:tagLst xmlns:a="http://schemas.openxmlformats.org/drawingml/2006/main" xmlns:r="http://schemas.openxmlformats.org/officeDocument/2006/relationships" xmlns:p="http://schemas.openxmlformats.org/presentationml/2006/main">
  <p:tag name="AS_UNIQUEID" val="1714"/>
</p:tagLst>
</file>

<file path=ppt/tags/tag103.xml><?xml version="1.0" encoding="utf-8"?>
<p:tagLst xmlns:a="http://schemas.openxmlformats.org/drawingml/2006/main" xmlns:r="http://schemas.openxmlformats.org/officeDocument/2006/relationships" xmlns:p="http://schemas.openxmlformats.org/presentationml/2006/main">
  <p:tag name="AS_UNIQUEID" val="1715"/>
</p:tagLst>
</file>

<file path=ppt/tags/tag104.xml><?xml version="1.0" encoding="utf-8"?>
<p:tagLst xmlns:a="http://schemas.openxmlformats.org/drawingml/2006/main" xmlns:r="http://schemas.openxmlformats.org/officeDocument/2006/relationships" xmlns:p="http://schemas.openxmlformats.org/presentationml/2006/main">
  <p:tag name="AS_UNIQUEID" val="1716"/>
</p:tagLst>
</file>

<file path=ppt/tags/tag105.xml><?xml version="1.0" encoding="utf-8"?>
<p:tagLst xmlns:a="http://schemas.openxmlformats.org/drawingml/2006/main" xmlns:r="http://schemas.openxmlformats.org/officeDocument/2006/relationships" xmlns:p="http://schemas.openxmlformats.org/presentationml/2006/main">
  <p:tag name="AS_UNIQUEID" val="1721"/>
</p:tagLst>
</file>

<file path=ppt/tags/tag106.xml><?xml version="1.0" encoding="utf-8"?>
<p:tagLst xmlns:a="http://schemas.openxmlformats.org/drawingml/2006/main" xmlns:r="http://schemas.openxmlformats.org/officeDocument/2006/relationships" xmlns:p="http://schemas.openxmlformats.org/presentationml/2006/main">
  <p:tag name="AS_UNIQUEID" val="1725"/>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AS_UNIQUEID" val="1726"/>
</p:tagLst>
</file>

<file path=ppt/tags/tag108.xml><?xml version="1.0" encoding="utf-8"?>
<p:tagLst xmlns:a="http://schemas.openxmlformats.org/drawingml/2006/main" xmlns:r="http://schemas.openxmlformats.org/officeDocument/2006/relationships" xmlns:p="http://schemas.openxmlformats.org/presentationml/2006/main">
  <p:tag name="AS_UNIQUEID" val="1729"/>
  <p:tag name="KSO_WM_UNIT_PLACING_PICTURE_USER_VIEWPORT" val="{&quot;height&quot;:7077,&quot;width&quot;:8293}"/>
</p:tagLst>
</file>

<file path=ppt/tags/tag109.xml><?xml version="1.0" encoding="utf-8"?>
<p:tagLst xmlns:a="http://schemas.openxmlformats.org/drawingml/2006/main" xmlns:r="http://schemas.openxmlformats.org/officeDocument/2006/relationships" xmlns:p="http://schemas.openxmlformats.org/presentationml/2006/main">
  <p:tag name="AS_UNIQUEID" val="1727"/>
</p:tagLst>
</file>

<file path=ppt/tags/tag110.xml><?xml version="1.0" encoding="utf-8"?>
<p:tagLst xmlns:a="http://schemas.openxmlformats.org/drawingml/2006/main" xmlns:r="http://schemas.openxmlformats.org/officeDocument/2006/relationships" xmlns:p="http://schemas.openxmlformats.org/presentationml/2006/main">
  <p:tag name="AS_UNIQUEID" val="1728"/>
</p:tagLst>
</file>

<file path=ppt/tags/tag111.xml><?xml version="1.0" encoding="utf-8"?>
<p:tagLst xmlns:a="http://schemas.openxmlformats.org/drawingml/2006/main" xmlns:r="http://schemas.openxmlformats.org/officeDocument/2006/relationships" xmlns:p="http://schemas.openxmlformats.org/presentationml/2006/main">
  <p:tag name="AS_UNIQUEID" val="1722"/>
</p:tagLst>
</file>

<file path=ppt/tags/tag112.xml><?xml version="1.0" encoding="utf-8"?>
<p:tagLst xmlns:a="http://schemas.openxmlformats.org/drawingml/2006/main" xmlns:r="http://schemas.openxmlformats.org/officeDocument/2006/relationships" xmlns:p="http://schemas.openxmlformats.org/presentationml/2006/main">
  <p:tag name="AS_UNIQUEID" val="1723"/>
</p:tagLst>
</file>

<file path=ppt/tags/tag113.xml><?xml version="1.0" encoding="utf-8"?>
<p:tagLst xmlns:a="http://schemas.openxmlformats.org/drawingml/2006/main" xmlns:r="http://schemas.openxmlformats.org/officeDocument/2006/relationships" xmlns:p="http://schemas.openxmlformats.org/presentationml/2006/main">
  <p:tag name="AS_UNIQUEID" val="1724"/>
</p:tagLst>
</file>

<file path=ppt/tags/tag114.xml><?xml version="1.0" encoding="utf-8"?>
<p:tagLst xmlns:a="http://schemas.openxmlformats.org/drawingml/2006/main" xmlns:r="http://schemas.openxmlformats.org/officeDocument/2006/relationships" xmlns:p="http://schemas.openxmlformats.org/presentationml/2006/main">
  <p:tag name="AS_UNIQUEID" val="1717"/>
</p:tagLst>
</file>

<file path=ppt/tags/tag115.xml><?xml version="1.0" encoding="utf-8"?>
<p:tagLst xmlns:a="http://schemas.openxmlformats.org/drawingml/2006/main" xmlns:r="http://schemas.openxmlformats.org/officeDocument/2006/relationships" xmlns:p="http://schemas.openxmlformats.org/presentationml/2006/main">
  <p:tag name="AS_UNIQUEID" val="1718"/>
</p:tagLst>
</file>

<file path=ppt/tags/tag116.xml><?xml version="1.0" encoding="utf-8"?>
<p:tagLst xmlns:a="http://schemas.openxmlformats.org/drawingml/2006/main" xmlns:r="http://schemas.openxmlformats.org/officeDocument/2006/relationships" xmlns:p="http://schemas.openxmlformats.org/presentationml/2006/main">
  <p:tag name="AS_UNIQUEID" val="1719"/>
</p:tagLst>
</file>

<file path=ppt/tags/tag117.xml><?xml version="1.0" encoding="utf-8"?>
<p:tagLst xmlns:a="http://schemas.openxmlformats.org/drawingml/2006/main" xmlns:r="http://schemas.openxmlformats.org/officeDocument/2006/relationships" xmlns:p="http://schemas.openxmlformats.org/presentationml/2006/main">
  <p:tag name="AS_UNIQUEID" val="1720"/>
</p:tagLst>
</file>

<file path=ppt/tags/tag118.xml><?xml version="1.0" encoding="utf-8"?>
<p:tagLst xmlns:a="http://schemas.openxmlformats.org/drawingml/2006/main" xmlns:r="http://schemas.openxmlformats.org/officeDocument/2006/relationships" xmlns:p="http://schemas.openxmlformats.org/presentationml/2006/main">
  <p:tag name="AS_UNIQUEID" val="1731"/>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19.xml><?xml version="1.0" encoding="utf-8"?>
<p:tagLst xmlns:a="http://schemas.openxmlformats.org/drawingml/2006/main" xmlns:r="http://schemas.openxmlformats.org/officeDocument/2006/relationships" xmlns:p="http://schemas.openxmlformats.org/presentationml/2006/main">
  <p:tag name="AS_UNIQUEID" val="1732"/>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20.xml><?xml version="1.0" encoding="utf-8"?>
<p:tagLst xmlns:a="http://schemas.openxmlformats.org/drawingml/2006/main" xmlns:r="http://schemas.openxmlformats.org/officeDocument/2006/relationships" xmlns:p="http://schemas.openxmlformats.org/presentationml/2006/main">
  <p:tag name="AS_UNIQUEID" val="1733"/>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21.xml><?xml version="1.0" encoding="utf-8"?>
<p:tagLst xmlns:a="http://schemas.openxmlformats.org/drawingml/2006/main" xmlns:r="http://schemas.openxmlformats.org/officeDocument/2006/relationships" xmlns:p="http://schemas.openxmlformats.org/presentationml/2006/main">
  <p:tag name="AS_UNIQUEID" val="1734"/>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22.xml><?xml version="1.0" encoding="utf-8"?>
<p:tagLst xmlns:a="http://schemas.openxmlformats.org/drawingml/2006/main" xmlns:r="http://schemas.openxmlformats.org/officeDocument/2006/relationships" xmlns:p="http://schemas.openxmlformats.org/presentationml/2006/main">
  <p:tag name="AS_UNIQUEID" val="1735"/>
  <p:tag name="KSO_WM_BEAUTIFY_FLAG" val="#wm#"/>
  <p:tag name="KSO_WM_TAG_VERSION" val="1.0"/>
  <p:tag name="KSO_WM_UNIT_COMPATIBLE" val="0"/>
  <p:tag name="KSO_WM_UNIT_DIAGRAM_ISNUMVISUAL" val="0"/>
  <p:tag name="KSO_WM_UNIT_DIAGRAM_ISREFERUNIT" val="0"/>
  <p:tag name="KSO_WM_UNIT_HIGHLIGHT" val="0"/>
  <p:tag name="KSO_WM_UNIT_ID" val="_2**"/>
  <p:tag name="KSO_WM_UNIT_LAYERLEVEL" val="1"/>
</p:tagLst>
</file>

<file path=ppt/tags/tag123.xml><?xml version="1.0" encoding="utf-8"?>
<p:tagLst xmlns:a="http://schemas.openxmlformats.org/drawingml/2006/main" xmlns:r="http://schemas.openxmlformats.org/officeDocument/2006/relationships" xmlns:p="http://schemas.openxmlformats.org/presentationml/2006/main">
  <p:tag name="AS_UNIQUEID" val="1737"/>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4.xml><?xml version="1.0" encoding="utf-8"?>
<p:tagLst xmlns:a="http://schemas.openxmlformats.org/drawingml/2006/main" xmlns:r="http://schemas.openxmlformats.org/officeDocument/2006/relationships" xmlns:p="http://schemas.openxmlformats.org/presentationml/2006/main">
  <p:tag name="AS_UNIQUEID" val="1738"/>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5.xml><?xml version="1.0" encoding="utf-8"?>
<p:tagLst xmlns:a="http://schemas.openxmlformats.org/drawingml/2006/main" xmlns:r="http://schemas.openxmlformats.org/officeDocument/2006/relationships" xmlns:p="http://schemas.openxmlformats.org/presentationml/2006/main">
  <p:tag name="AS_UNIQUEID" val="1739"/>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6.xml><?xml version="1.0" encoding="utf-8"?>
<p:tagLst xmlns:a="http://schemas.openxmlformats.org/drawingml/2006/main" xmlns:r="http://schemas.openxmlformats.org/officeDocument/2006/relationships" xmlns:p="http://schemas.openxmlformats.org/presentationml/2006/main">
  <p:tag name="AS_UNIQUEID" val="1740"/>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7.xml><?xml version="1.0" encoding="utf-8"?>
<p:tagLst xmlns:a="http://schemas.openxmlformats.org/drawingml/2006/main" xmlns:r="http://schemas.openxmlformats.org/officeDocument/2006/relationships" xmlns:p="http://schemas.openxmlformats.org/presentationml/2006/main">
  <p:tag name="AS_UNIQUEID" val="1741"/>
  <p:tag name="KSO_WM_BEAUTIFY_FLAG" val="#wm#"/>
  <p:tag name="KSO_WM_TAG_VERSION" val="1.0"/>
  <p:tag name="KSO_WM_UNIT_COMPATIBLE" val="0"/>
  <p:tag name="KSO_WM_UNIT_DIAGRAM_ISNUMVISUAL" val="0"/>
  <p:tag name="KSO_WM_UNIT_DIAGRAM_ISREFERUNIT" val="0"/>
  <p:tag name="KSO_WM_UNIT_HIGHLIGHT" val="0"/>
  <p:tag name="KSO_WM_UNIT_ID" val="_3**"/>
  <p:tag name="KSO_WM_UNIT_LAYERLEVEL" val="1"/>
</p:tagLst>
</file>

<file path=ppt/tags/tag128.xml><?xml version="1.0" encoding="utf-8"?>
<p:tagLst xmlns:a="http://schemas.openxmlformats.org/drawingml/2006/main" xmlns:r="http://schemas.openxmlformats.org/officeDocument/2006/relationships" xmlns:p="http://schemas.openxmlformats.org/presentationml/2006/main">
  <p:tag name="AS_UNIQUEID" val="1743"/>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29.xml><?xml version="1.0" encoding="utf-8"?>
<p:tagLst xmlns:a="http://schemas.openxmlformats.org/drawingml/2006/main" xmlns:r="http://schemas.openxmlformats.org/officeDocument/2006/relationships" xmlns:p="http://schemas.openxmlformats.org/presentationml/2006/main">
  <p:tag name="AS_UNIQUEID" val="1744"/>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30.xml><?xml version="1.0" encoding="utf-8"?>
<p:tagLst xmlns:a="http://schemas.openxmlformats.org/drawingml/2006/main" xmlns:r="http://schemas.openxmlformats.org/officeDocument/2006/relationships" xmlns:p="http://schemas.openxmlformats.org/presentationml/2006/main">
  <p:tag name="AS_UNIQUEID" val="1745"/>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31.xml><?xml version="1.0" encoding="utf-8"?>
<p:tagLst xmlns:a="http://schemas.openxmlformats.org/drawingml/2006/main" xmlns:r="http://schemas.openxmlformats.org/officeDocument/2006/relationships" xmlns:p="http://schemas.openxmlformats.org/presentationml/2006/main">
  <p:tag name="AS_UNIQUEID" val="1746"/>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32.xml><?xml version="1.0" encoding="utf-8"?>
<p:tagLst xmlns:a="http://schemas.openxmlformats.org/drawingml/2006/main" xmlns:r="http://schemas.openxmlformats.org/officeDocument/2006/relationships" xmlns:p="http://schemas.openxmlformats.org/presentationml/2006/main">
  <p:tag name="AS_UNIQUEID" val="1747"/>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33.xml><?xml version="1.0" encoding="utf-8"?>
<p:tagLst xmlns:a="http://schemas.openxmlformats.org/drawingml/2006/main" xmlns:r="http://schemas.openxmlformats.org/officeDocument/2006/relationships" xmlns:p="http://schemas.openxmlformats.org/presentationml/2006/main">
  <p:tag name="AS_UNIQUEID" val="1748"/>
  <p:tag name="KSO_WM_BEAUTIFY_FLAG" val="#wm#"/>
  <p:tag name="KSO_WM_TAG_VERSION" val="1.0"/>
  <p:tag name="KSO_WM_UNIT_COMPATIBLE" val="0"/>
  <p:tag name="KSO_WM_UNIT_DIAGRAM_ISNUMVISUAL" val="0"/>
  <p:tag name="KSO_WM_UNIT_DIAGRAM_ISREFERUNIT" val="0"/>
  <p:tag name="KSO_WM_UNIT_HIGHLIGHT" val="0"/>
  <p:tag name="KSO_WM_UNIT_ID" val="_4**"/>
  <p:tag name="KSO_WM_UNIT_LAYERLEVEL" val="1"/>
</p:tagLst>
</file>

<file path=ppt/tags/tag134.xml><?xml version="1.0" encoding="utf-8"?>
<p:tagLst xmlns:a="http://schemas.openxmlformats.org/drawingml/2006/main" xmlns:r="http://schemas.openxmlformats.org/officeDocument/2006/relationships" xmlns:p="http://schemas.openxmlformats.org/presentationml/2006/main">
  <p:tag name="AS_UNIQUEID" val="1750"/>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135.xml><?xml version="1.0" encoding="utf-8"?>
<p:tagLst xmlns:a="http://schemas.openxmlformats.org/drawingml/2006/main" xmlns:r="http://schemas.openxmlformats.org/officeDocument/2006/relationships" xmlns:p="http://schemas.openxmlformats.org/presentationml/2006/main">
  <p:tag name="AS_UNIQUEID" val="1751"/>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136.xml><?xml version="1.0" encoding="utf-8"?>
<p:tagLst xmlns:a="http://schemas.openxmlformats.org/drawingml/2006/main" xmlns:r="http://schemas.openxmlformats.org/officeDocument/2006/relationships" xmlns:p="http://schemas.openxmlformats.org/presentationml/2006/main">
  <p:tag name="AS_UNIQUEID" val="1752"/>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137.xml><?xml version="1.0" encoding="utf-8"?>
<p:tagLst xmlns:a="http://schemas.openxmlformats.org/drawingml/2006/main" xmlns:r="http://schemas.openxmlformats.org/officeDocument/2006/relationships" xmlns:p="http://schemas.openxmlformats.org/presentationml/2006/main">
  <p:tag name="AS_UNIQUEID" val="1753"/>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138.xml><?xml version="1.0" encoding="utf-8"?>
<p:tagLst xmlns:a="http://schemas.openxmlformats.org/drawingml/2006/main" xmlns:r="http://schemas.openxmlformats.org/officeDocument/2006/relationships" xmlns:p="http://schemas.openxmlformats.org/presentationml/2006/main">
  <p:tag name="AS_UNIQUEID" val="1754"/>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139.xml><?xml version="1.0" encoding="utf-8"?>
<p:tagLst xmlns:a="http://schemas.openxmlformats.org/drawingml/2006/main" xmlns:r="http://schemas.openxmlformats.org/officeDocument/2006/relationships" xmlns:p="http://schemas.openxmlformats.org/presentationml/2006/main">
  <p:tag name="AS_UNIQUEID" val="1755"/>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140.xml><?xml version="1.0" encoding="utf-8"?>
<p:tagLst xmlns:a="http://schemas.openxmlformats.org/drawingml/2006/main" xmlns:r="http://schemas.openxmlformats.org/officeDocument/2006/relationships" xmlns:p="http://schemas.openxmlformats.org/presentationml/2006/main">
  <p:tag name="AS_UNIQUEID" val="1756"/>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141.xml><?xml version="1.0" encoding="utf-8"?>
<p:tagLst xmlns:a="http://schemas.openxmlformats.org/drawingml/2006/main" xmlns:r="http://schemas.openxmlformats.org/officeDocument/2006/relationships" xmlns:p="http://schemas.openxmlformats.org/presentationml/2006/main">
  <p:tag name="AS_UNIQUEID" val="1757"/>
  <p:tag name="KSO_WM_BEAUTIFY_FLAG" val="#wm#"/>
  <p:tag name="KSO_WM_TAG_VERSION" val="1.0"/>
  <p:tag name="KSO_WM_UNIT_COMPATIBLE" val="0"/>
  <p:tag name="KSO_WM_UNIT_DIAGRAM_ISNUMVISUAL" val="0"/>
  <p:tag name="KSO_WM_UNIT_DIAGRAM_ISREFERUNIT" val="0"/>
  <p:tag name="KSO_WM_UNIT_HIGHLIGHT" val="0"/>
  <p:tag name="KSO_WM_UNIT_ID" val="_5**"/>
  <p:tag name="KSO_WM_UNIT_LAYERLEVEL" val="1"/>
</p:tagLst>
</file>

<file path=ppt/tags/tag142.xml><?xml version="1.0" encoding="utf-8"?>
<p:tagLst xmlns:a="http://schemas.openxmlformats.org/drawingml/2006/main" xmlns:r="http://schemas.openxmlformats.org/officeDocument/2006/relationships" xmlns:p="http://schemas.openxmlformats.org/presentationml/2006/main">
  <p:tag name="AS_UNIQUEID" val="1759"/>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143.xml><?xml version="1.0" encoding="utf-8"?>
<p:tagLst xmlns:a="http://schemas.openxmlformats.org/drawingml/2006/main" xmlns:r="http://schemas.openxmlformats.org/officeDocument/2006/relationships" xmlns:p="http://schemas.openxmlformats.org/presentationml/2006/main">
  <p:tag name="AS_UNIQUEID" val="1760"/>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144.xml><?xml version="1.0" encoding="utf-8"?>
<p:tagLst xmlns:a="http://schemas.openxmlformats.org/drawingml/2006/main" xmlns:r="http://schemas.openxmlformats.org/officeDocument/2006/relationships" xmlns:p="http://schemas.openxmlformats.org/presentationml/2006/main">
  <p:tag name="AS_UNIQUEID" val="1761"/>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145.xml><?xml version="1.0" encoding="utf-8"?>
<p:tagLst xmlns:a="http://schemas.openxmlformats.org/drawingml/2006/main" xmlns:r="http://schemas.openxmlformats.org/officeDocument/2006/relationships" xmlns:p="http://schemas.openxmlformats.org/presentationml/2006/main">
  <p:tag name="AS_UNIQUEID" val="1762"/>
  <p:tag name="KSO_WM_BEAUTIFY_FLAG" val="#wm#"/>
  <p:tag name="KSO_WM_TAG_VERSION" val="1.0"/>
  <p:tag name="KSO_WM_UNIT_COMPATIBLE" val="0"/>
  <p:tag name="KSO_WM_UNIT_DIAGRAM_ISNUMVISUAL" val="0"/>
  <p:tag name="KSO_WM_UNIT_DIAGRAM_ISREFERUNIT" val="0"/>
  <p:tag name="KSO_WM_UNIT_HIGHLIGHT" val="0"/>
  <p:tag name="KSO_WM_UNIT_ID" val="_6**"/>
  <p:tag name="KSO_WM_UNIT_LAYERLEVEL" val="1"/>
</p:tagLst>
</file>

<file path=ppt/tags/tag146.xml><?xml version="1.0" encoding="utf-8"?>
<p:tagLst xmlns:a="http://schemas.openxmlformats.org/drawingml/2006/main" xmlns:r="http://schemas.openxmlformats.org/officeDocument/2006/relationships" xmlns:p="http://schemas.openxmlformats.org/presentationml/2006/main">
  <p:tag name="AS_UNIQUEID" val="1764"/>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147.xml><?xml version="1.0" encoding="utf-8"?>
<p:tagLst xmlns:a="http://schemas.openxmlformats.org/drawingml/2006/main" xmlns:r="http://schemas.openxmlformats.org/officeDocument/2006/relationships" xmlns:p="http://schemas.openxmlformats.org/presentationml/2006/main">
  <p:tag name="AS_UNIQUEID" val="1765"/>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148.xml><?xml version="1.0" encoding="utf-8"?>
<p:tagLst xmlns:a="http://schemas.openxmlformats.org/drawingml/2006/main" xmlns:r="http://schemas.openxmlformats.org/officeDocument/2006/relationships" xmlns:p="http://schemas.openxmlformats.org/presentationml/2006/main">
  <p:tag name="AS_UNIQUEID" val="1766"/>
  <p:tag name="KSO_WM_BEAUTIFY_FLAG" val="#wm#"/>
  <p:tag name="KSO_WM_TAG_VERSION" val="1.0"/>
  <p:tag name="KSO_WM_UNIT_COMPATIBLE" val="0"/>
  <p:tag name="KSO_WM_UNIT_DIAGRAM_ISNUMVISUAL" val="0"/>
  <p:tag name="KSO_WM_UNIT_DIAGRAM_ISREFERUNIT" val="0"/>
  <p:tag name="KSO_WM_UNIT_HIGHLIGHT" val="0"/>
  <p:tag name="KSO_WM_UNIT_ID" val="_7**"/>
  <p:tag name="KSO_WM_UNIT_LAYERLEVEL" val="1"/>
</p:tagLst>
</file>

<file path=ppt/tags/tag149.xml><?xml version="1.0" encoding="utf-8"?>
<p:tagLst xmlns:a="http://schemas.openxmlformats.org/drawingml/2006/main" xmlns:r="http://schemas.openxmlformats.org/officeDocument/2006/relationships" xmlns:p="http://schemas.openxmlformats.org/presentationml/2006/main">
  <p:tag name="AS_UNIQUEID" val="1768"/>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150.xml><?xml version="1.0" encoding="utf-8"?>
<p:tagLst xmlns:a="http://schemas.openxmlformats.org/drawingml/2006/main" xmlns:r="http://schemas.openxmlformats.org/officeDocument/2006/relationships" xmlns:p="http://schemas.openxmlformats.org/presentationml/2006/main">
  <p:tag name="AS_UNIQUEID" val="1769"/>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151.xml><?xml version="1.0" encoding="utf-8"?>
<p:tagLst xmlns:a="http://schemas.openxmlformats.org/drawingml/2006/main" xmlns:r="http://schemas.openxmlformats.org/officeDocument/2006/relationships" xmlns:p="http://schemas.openxmlformats.org/presentationml/2006/main">
  <p:tag name="AS_UNIQUEID" val="1770"/>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152.xml><?xml version="1.0" encoding="utf-8"?>
<p:tagLst xmlns:a="http://schemas.openxmlformats.org/drawingml/2006/main" xmlns:r="http://schemas.openxmlformats.org/officeDocument/2006/relationships" xmlns:p="http://schemas.openxmlformats.org/presentationml/2006/main">
  <p:tag name="AS_UNIQUEID" val="1771"/>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153.xml><?xml version="1.0" encoding="utf-8"?>
<p:tagLst xmlns:a="http://schemas.openxmlformats.org/drawingml/2006/main" xmlns:r="http://schemas.openxmlformats.org/officeDocument/2006/relationships" xmlns:p="http://schemas.openxmlformats.org/presentationml/2006/main">
  <p:tag name="AS_UNIQUEID" val="1772"/>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154.xml><?xml version="1.0" encoding="utf-8"?>
<p:tagLst xmlns:a="http://schemas.openxmlformats.org/drawingml/2006/main" xmlns:r="http://schemas.openxmlformats.org/officeDocument/2006/relationships" xmlns:p="http://schemas.openxmlformats.org/presentationml/2006/main">
  <p:tag name="AS_UNIQUEID" val="1773"/>
  <p:tag name="KSO_WM_BEAUTIFY_FLAG" val="#wm#"/>
  <p:tag name="KSO_WM_TAG_VERSION" val="1.0"/>
  <p:tag name="KSO_WM_UNIT_COMPATIBLE" val="0"/>
  <p:tag name="KSO_WM_UNIT_DIAGRAM_ISNUMVISUAL" val="0"/>
  <p:tag name="KSO_WM_UNIT_DIAGRAM_ISREFERUNIT" val="0"/>
  <p:tag name="KSO_WM_UNIT_HIGHLIGHT" val="0"/>
  <p:tag name="KSO_WM_UNIT_ID" val="_8**"/>
  <p:tag name="KSO_WM_UNIT_LAYERLEVEL" val="1"/>
</p:tagLst>
</file>

<file path=ppt/tags/tag155.xml><?xml version="1.0" encoding="utf-8"?>
<p:tagLst xmlns:a="http://schemas.openxmlformats.org/drawingml/2006/main" xmlns:r="http://schemas.openxmlformats.org/officeDocument/2006/relationships" xmlns:p="http://schemas.openxmlformats.org/presentationml/2006/main">
  <p:tag name="AS_UNIQUEID" val="1775"/>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156.xml><?xml version="1.0" encoding="utf-8"?>
<p:tagLst xmlns:a="http://schemas.openxmlformats.org/drawingml/2006/main" xmlns:r="http://schemas.openxmlformats.org/officeDocument/2006/relationships" xmlns:p="http://schemas.openxmlformats.org/presentationml/2006/main">
  <p:tag name="AS_UNIQUEID" val="1776"/>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157.xml><?xml version="1.0" encoding="utf-8"?>
<p:tagLst xmlns:a="http://schemas.openxmlformats.org/drawingml/2006/main" xmlns:r="http://schemas.openxmlformats.org/officeDocument/2006/relationships" xmlns:p="http://schemas.openxmlformats.org/presentationml/2006/main">
  <p:tag name="AS_UNIQUEID" val="1777"/>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158.xml><?xml version="1.0" encoding="utf-8"?>
<p:tagLst xmlns:a="http://schemas.openxmlformats.org/drawingml/2006/main" xmlns:r="http://schemas.openxmlformats.org/officeDocument/2006/relationships" xmlns:p="http://schemas.openxmlformats.org/presentationml/2006/main">
  <p:tag name="AS_UNIQUEID" val="1778"/>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159.xml><?xml version="1.0" encoding="utf-8"?>
<p:tagLst xmlns:a="http://schemas.openxmlformats.org/drawingml/2006/main" xmlns:r="http://schemas.openxmlformats.org/officeDocument/2006/relationships" xmlns:p="http://schemas.openxmlformats.org/presentationml/2006/main">
  <p:tag name="AS_UNIQUEID" val="1779"/>
  <p:tag name="KSO_WM_BEAUTIFY_FLAG" val="#wm#"/>
  <p:tag name="KSO_WM_TAG_VERSION" val="1.0"/>
  <p:tag name="KSO_WM_UNIT_COMPATIBLE" val="0"/>
  <p:tag name="KSO_WM_UNIT_DIAGRAM_ISNUMVISUAL" val="0"/>
  <p:tag name="KSO_WM_UNIT_DIAGRAM_ISREFERUNIT" val="0"/>
  <p:tag name="KSO_WM_UNIT_HIGHLIGHT" val="0"/>
  <p:tag name="KSO_WM_UNIT_ID" val="_9**"/>
  <p:tag name="KSO_WM_UNIT_LAYERLEVEL" val="1"/>
</p:tagLst>
</file>

<file path=ppt/tags/tag160.xml><?xml version="1.0" encoding="utf-8"?>
<p:tagLst xmlns:a="http://schemas.openxmlformats.org/drawingml/2006/main" xmlns:r="http://schemas.openxmlformats.org/officeDocument/2006/relationships" xmlns:p="http://schemas.openxmlformats.org/presentationml/2006/main">
  <p:tag name="AS_UNIQUEID" val="1781"/>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161.xml><?xml version="1.0" encoding="utf-8"?>
<p:tagLst xmlns:a="http://schemas.openxmlformats.org/drawingml/2006/main" xmlns:r="http://schemas.openxmlformats.org/officeDocument/2006/relationships" xmlns:p="http://schemas.openxmlformats.org/presentationml/2006/main">
  <p:tag name="AS_UNIQUEID" val="1782"/>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162.xml><?xml version="1.0" encoding="utf-8"?>
<p:tagLst xmlns:a="http://schemas.openxmlformats.org/drawingml/2006/main" xmlns:r="http://schemas.openxmlformats.org/officeDocument/2006/relationships" xmlns:p="http://schemas.openxmlformats.org/presentationml/2006/main">
  <p:tag name="AS_UNIQUEID" val="1783"/>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163.xml><?xml version="1.0" encoding="utf-8"?>
<p:tagLst xmlns:a="http://schemas.openxmlformats.org/drawingml/2006/main" xmlns:r="http://schemas.openxmlformats.org/officeDocument/2006/relationships" xmlns:p="http://schemas.openxmlformats.org/presentationml/2006/main">
  <p:tag name="AS_UNIQUEID" val="1784"/>
  <p:tag name="KSO_WM_BEAUTIFY_FLAG" val="#wm#"/>
  <p:tag name="KSO_WM_TAG_VERSION" val="1.0"/>
  <p:tag name="KSO_WM_UNIT_COMPATIBLE" val="0"/>
  <p:tag name="KSO_WM_UNIT_DIAGRAM_ISNUMVISUAL" val="0"/>
  <p:tag name="KSO_WM_UNIT_DIAGRAM_ISREFERUNIT" val="0"/>
  <p:tag name="KSO_WM_UNIT_HIGHLIGHT" val="0"/>
  <p:tag name="KSO_WM_UNIT_ID" val="_10**"/>
  <p:tag name="KSO_WM_UNIT_LAYERLEVEL" val="1"/>
</p:tagLst>
</file>

<file path=ppt/tags/tag164.xml><?xml version="1.0" encoding="utf-8"?>
<p:tagLst xmlns:a="http://schemas.openxmlformats.org/drawingml/2006/main" xmlns:r="http://schemas.openxmlformats.org/officeDocument/2006/relationships" xmlns:p="http://schemas.openxmlformats.org/presentationml/2006/main">
  <p:tag name="AS_UNIQUEID" val="1786"/>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165.xml><?xml version="1.0" encoding="utf-8"?>
<p:tagLst xmlns:a="http://schemas.openxmlformats.org/drawingml/2006/main" xmlns:r="http://schemas.openxmlformats.org/officeDocument/2006/relationships" xmlns:p="http://schemas.openxmlformats.org/presentationml/2006/main">
  <p:tag name="AS_UNIQUEID" val="1787"/>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166.xml><?xml version="1.0" encoding="utf-8"?>
<p:tagLst xmlns:a="http://schemas.openxmlformats.org/drawingml/2006/main" xmlns:r="http://schemas.openxmlformats.org/officeDocument/2006/relationships" xmlns:p="http://schemas.openxmlformats.org/presentationml/2006/main">
  <p:tag name="AS_UNIQUEID" val="1788"/>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167.xml><?xml version="1.0" encoding="utf-8"?>
<p:tagLst xmlns:a="http://schemas.openxmlformats.org/drawingml/2006/main" xmlns:r="http://schemas.openxmlformats.org/officeDocument/2006/relationships" xmlns:p="http://schemas.openxmlformats.org/presentationml/2006/main">
  <p:tag name="AS_UNIQUEID" val="1789"/>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168.xml><?xml version="1.0" encoding="utf-8"?>
<p:tagLst xmlns:a="http://schemas.openxmlformats.org/drawingml/2006/main" xmlns:r="http://schemas.openxmlformats.org/officeDocument/2006/relationships" xmlns:p="http://schemas.openxmlformats.org/presentationml/2006/main">
  <p:tag name="AS_UNIQUEID" val="1790"/>
  <p:tag name="KSO_WM_BEAUTIFY_FLAG" val="#wm#"/>
  <p:tag name="KSO_WM_TAG_VERSION" val="1.0"/>
  <p:tag name="KSO_WM_UNIT_COMPATIBLE" val="0"/>
  <p:tag name="KSO_WM_UNIT_DIAGRAM_ISNUMVISUAL" val="0"/>
  <p:tag name="KSO_WM_UNIT_DIAGRAM_ISREFERUNIT" val="0"/>
  <p:tag name="KSO_WM_UNIT_HIGHLIGHT" val="0"/>
  <p:tag name="KSO_WM_UNIT_ID" val="_11**"/>
  <p:tag name="KSO_WM_UNIT_LAYERLEVEL" val="1"/>
</p:tagLst>
</file>

<file path=ppt/tags/tag169.xml><?xml version="1.0" encoding="utf-8"?>
<p:tagLst xmlns:a="http://schemas.openxmlformats.org/drawingml/2006/main" xmlns:r="http://schemas.openxmlformats.org/officeDocument/2006/relationships" xmlns:p="http://schemas.openxmlformats.org/presentationml/2006/main">
  <p:tag name="AS_UNIQUEID" val="1792"/>
</p:tagLst>
</file>

<file path=ppt/tags/tag170.xml><?xml version="1.0" encoding="utf-8"?>
<p:tagLst xmlns:a="http://schemas.openxmlformats.org/drawingml/2006/main" xmlns:r="http://schemas.openxmlformats.org/officeDocument/2006/relationships" xmlns:p="http://schemas.openxmlformats.org/presentationml/2006/main">
  <p:tag name="AS_UNIQUEID" val="1793"/>
</p:tagLst>
</file>

<file path=ppt/tags/tag171.xml><?xml version="1.0" encoding="utf-8"?>
<p:tagLst xmlns:a="http://schemas.openxmlformats.org/drawingml/2006/main" xmlns:r="http://schemas.openxmlformats.org/officeDocument/2006/relationships" xmlns:p="http://schemas.openxmlformats.org/presentationml/2006/main">
  <p:tag name="AS_UNIQUEID" val="1794"/>
</p:tagLst>
</file>

<file path=ppt/tags/tag172.xml><?xml version="1.0" encoding="utf-8"?>
<p:tagLst xmlns:a="http://schemas.openxmlformats.org/drawingml/2006/main" xmlns:r="http://schemas.openxmlformats.org/officeDocument/2006/relationships" xmlns:p="http://schemas.openxmlformats.org/presentationml/2006/main">
  <p:tag name="AS_UNIQUEID" val="1795"/>
</p:tagLst>
</file>

<file path=ppt/tags/tag173.xml><?xml version="1.0" encoding="utf-8"?>
<p:tagLst xmlns:a="http://schemas.openxmlformats.org/drawingml/2006/main" xmlns:r="http://schemas.openxmlformats.org/officeDocument/2006/relationships" xmlns:p="http://schemas.openxmlformats.org/presentationml/2006/main">
  <p:tag name="AS_UNIQUEID" val="1796"/>
</p:tagLst>
</file>

<file path=ppt/tags/tag174.xml><?xml version="1.0" encoding="utf-8"?>
<p:tagLst xmlns:a="http://schemas.openxmlformats.org/drawingml/2006/main" xmlns:r="http://schemas.openxmlformats.org/officeDocument/2006/relationships" xmlns:p="http://schemas.openxmlformats.org/presentationml/2006/main">
  <p:tag name="AS_UNIQUEID" val="1805"/>
</p:tagLst>
</file>

<file path=ppt/tags/tag175.xml><?xml version="1.0" encoding="utf-8"?>
<p:tagLst xmlns:a="http://schemas.openxmlformats.org/drawingml/2006/main" xmlns:r="http://schemas.openxmlformats.org/officeDocument/2006/relationships" xmlns:p="http://schemas.openxmlformats.org/presentationml/2006/main">
  <p:tag name="AS_UNIQUEID" val="1806"/>
</p:tagLst>
</file>

<file path=ppt/tags/tag176.xml><?xml version="1.0" encoding="utf-8"?>
<p:tagLst xmlns:a="http://schemas.openxmlformats.org/drawingml/2006/main" xmlns:r="http://schemas.openxmlformats.org/officeDocument/2006/relationships" xmlns:p="http://schemas.openxmlformats.org/presentationml/2006/main">
  <p:tag name="AS_UNIQUEID" val="1807"/>
</p:tagLst>
</file>

<file path=ppt/tags/tag177.xml><?xml version="1.0" encoding="utf-8"?>
<p:tagLst xmlns:a="http://schemas.openxmlformats.org/drawingml/2006/main" xmlns:r="http://schemas.openxmlformats.org/officeDocument/2006/relationships" xmlns:p="http://schemas.openxmlformats.org/presentationml/2006/main">
  <p:tag name="AS_UNIQUEID" val="1808"/>
</p:tagLst>
</file>

<file path=ppt/tags/tag178.xml><?xml version="1.0" encoding="utf-8"?>
<p:tagLst xmlns:a="http://schemas.openxmlformats.org/drawingml/2006/main" xmlns:r="http://schemas.openxmlformats.org/officeDocument/2006/relationships" xmlns:p="http://schemas.openxmlformats.org/presentationml/2006/main">
  <p:tag name="AS_UNIQUEID" val="1809"/>
</p:tagLst>
</file>

<file path=ppt/tags/tag179.xml><?xml version="1.0" encoding="utf-8"?>
<p:tagLst xmlns:a="http://schemas.openxmlformats.org/drawingml/2006/main" xmlns:r="http://schemas.openxmlformats.org/officeDocument/2006/relationships" xmlns:p="http://schemas.openxmlformats.org/presentationml/2006/main">
  <p:tag name="AS_UNIQUEID" val="1810"/>
</p:tagLst>
</file>

<file path=ppt/tags/tag180.xml><?xml version="1.0" encoding="utf-8"?>
<p:tagLst xmlns:a="http://schemas.openxmlformats.org/drawingml/2006/main" xmlns:r="http://schemas.openxmlformats.org/officeDocument/2006/relationships" xmlns:p="http://schemas.openxmlformats.org/presentationml/2006/main">
  <p:tag name="AS_UNIQUEID" val="1812"/>
</p:tagLst>
</file>

<file path=ppt/tags/tag181.xml><?xml version="1.0" encoding="utf-8"?>
<p:tagLst xmlns:a="http://schemas.openxmlformats.org/drawingml/2006/main" xmlns:r="http://schemas.openxmlformats.org/officeDocument/2006/relationships" xmlns:p="http://schemas.openxmlformats.org/presentationml/2006/main">
  <p:tag name="AS_UNIQUEID" val="1813"/>
</p:tagLst>
</file>

<file path=ppt/tags/tag182.xml><?xml version="1.0" encoding="utf-8"?>
<p:tagLst xmlns:a="http://schemas.openxmlformats.org/drawingml/2006/main" xmlns:r="http://schemas.openxmlformats.org/officeDocument/2006/relationships" xmlns:p="http://schemas.openxmlformats.org/presentationml/2006/main">
  <p:tag name="AS_UNIQUEID" val="1814"/>
</p:tagLst>
</file>

<file path=ppt/tags/tag183.xml><?xml version="1.0" encoding="utf-8"?>
<p:tagLst xmlns:a="http://schemas.openxmlformats.org/drawingml/2006/main" xmlns:r="http://schemas.openxmlformats.org/officeDocument/2006/relationships" xmlns:p="http://schemas.openxmlformats.org/presentationml/2006/main">
  <p:tag name="AS_UNIQUEID" val="1815"/>
</p:tagLst>
</file>

<file path=ppt/tags/tag184.xml><?xml version="1.0" encoding="utf-8"?>
<p:tagLst xmlns:a="http://schemas.openxmlformats.org/drawingml/2006/main" xmlns:r="http://schemas.openxmlformats.org/officeDocument/2006/relationships" xmlns:p="http://schemas.openxmlformats.org/presentationml/2006/main">
  <p:tag name="AS_UNIQUEID" val="1840"/>
</p:tagLst>
</file>

<file path=ppt/tags/tag185.xml><?xml version="1.0" encoding="utf-8"?>
<p:tagLst xmlns:a="http://schemas.openxmlformats.org/drawingml/2006/main" xmlns:r="http://schemas.openxmlformats.org/officeDocument/2006/relationships" xmlns:p="http://schemas.openxmlformats.org/presentationml/2006/main">
  <p:tag name="AS_UNIQUEID" val="1850"/>
</p:tagLst>
</file>

<file path=ppt/tags/tag186.xml><?xml version="1.0" encoding="utf-8"?>
<p:tagLst xmlns:a="http://schemas.openxmlformats.org/drawingml/2006/main" xmlns:r="http://schemas.openxmlformats.org/officeDocument/2006/relationships" xmlns:p="http://schemas.openxmlformats.org/presentationml/2006/main">
  <p:tag name="AS_UNIQUEID" val="1851"/>
</p:tagLst>
</file>

<file path=ppt/tags/tag187.xml><?xml version="1.0" encoding="utf-8"?>
<p:tagLst xmlns:a="http://schemas.openxmlformats.org/drawingml/2006/main" xmlns:r="http://schemas.openxmlformats.org/officeDocument/2006/relationships" xmlns:p="http://schemas.openxmlformats.org/presentationml/2006/main">
  <p:tag name="AS_UNIQUEID" val="1857"/>
</p:tagLst>
</file>

<file path=ppt/tags/tag188.xml><?xml version="1.0" encoding="utf-8"?>
<p:tagLst xmlns:a="http://schemas.openxmlformats.org/drawingml/2006/main" xmlns:r="http://schemas.openxmlformats.org/officeDocument/2006/relationships" xmlns:p="http://schemas.openxmlformats.org/presentationml/2006/main">
  <p:tag name="AS_UNIQUEID" val="1858"/>
</p:tagLst>
</file>

<file path=ppt/tags/tag189.xml><?xml version="1.0" encoding="utf-8"?>
<p:tagLst xmlns:a="http://schemas.openxmlformats.org/drawingml/2006/main" xmlns:r="http://schemas.openxmlformats.org/officeDocument/2006/relationships" xmlns:p="http://schemas.openxmlformats.org/presentationml/2006/main">
  <p:tag name="AS_UNIQUEID" val="1859"/>
</p:tagLst>
</file>

<file path=ppt/tags/tag190.xml><?xml version="1.0" encoding="utf-8"?>
<p:tagLst xmlns:a="http://schemas.openxmlformats.org/drawingml/2006/main" xmlns:r="http://schemas.openxmlformats.org/officeDocument/2006/relationships" xmlns:p="http://schemas.openxmlformats.org/presentationml/2006/main">
  <p:tag name="AS_UNIQUEID" val="1860"/>
</p:tagLst>
</file>

<file path=ppt/tags/tag191.xml><?xml version="1.0" encoding="utf-8"?>
<p:tagLst xmlns:a="http://schemas.openxmlformats.org/drawingml/2006/main" xmlns:r="http://schemas.openxmlformats.org/officeDocument/2006/relationships" xmlns:p="http://schemas.openxmlformats.org/presentationml/2006/main">
  <p:tag name="AS_UNIQUEID" val="1852"/>
</p:tagLst>
</file>

<file path=ppt/tags/tag192.xml><?xml version="1.0" encoding="utf-8"?>
<p:tagLst xmlns:a="http://schemas.openxmlformats.org/drawingml/2006/main" xmlns:r="http://schemas.openxmlformats.org/officeDocument/2006/relationships" xmlns:p="http://schemas.openxmlformats.org/presentationml/2006/main">
  <p:tag name="AS_UNIQUEID" val="1854"/>
</p:tagLst>
</file>

<file path=ppt/tags/tag193.xml><?xml version="1.0" encoding="utf-8"?>
<p:tagLst xmlns:a="http://schemas.openxmlformats.org/drawingml/2006/main" xmlns:r="http://schemas.openxmlformats.org/officeDocument/2006/relationships" xmlns:p="http://schemas.openxmlformats.org/presentationml/2006/main">
  <p:tag name="AS_UNIQUEID" val="1855"/>
</p:tagLst>
</file>

<file path=ppt/tags/tag194.xml><?xml version="1.0" encoding="utf-8"?>
<p:tagLst xmlns:a="http://schemas.openxmlformats.org/drawingml/2006/main" xmlns:r="http://schemas.openxmlformats.org/officeDocument/2006/relationships" xmlns:p="http://schemas.openxmlformats.org/presentationml/2006/main">
  <p:tag name="AS_UNIQUEID" val="1856"/>
</p:tagLst>
</file>

<file path=ppt/tags/tag195.xml><?xml version="1.0" encoding="utf-8"?>
<p:tagLst xmlns:a="http://schemas.openxmlformats.org/drawingml/2006/main" xmlns:r="http://schemas.openxmlformats.org/officeDocument/2006/relationships" xmlns:p="http://schemas.openxmlformats.org/presentationml/2006/main">
  <p:tag name="TIMING" val="|17.5|4.4|10.6"/>
</p:tagLst>
</file>

<file path=ppt/tags/tag196.xml><?xml version="1.0" encoding="utf-8"?>
<p:tagLst xmlns:a="http://schemas.openxmlformats.org/drawingml/2006/main" xmlns:r="http://schemas.openxmlformats.org/officeDocument/2006/relationships" xmlns:p="http://schemas.openxmlformats.org/presentationml/2006/main">
  <p:tag name="AS_UNIQUEID" val="1890"/>
</p:tagLst>
</file>

<file path=ppt/tags/tag197.xml><?xml version="1.0" encoding="utf-8"?>
<p:tagLst xmlns:a="http://schemas.openxmlformats.org/drawingml/2006/main" xmlns:r="http://schemas.openxmlformats.org/officeDocument/2006/relationships" xmlns:p="http://schemas.openxmlformats.org/presentationml/2006/main">
  <p:tag name="AS_UNIQUEID" val="1906"/>
</p:tagLst>
</file>

<file path=ppt/tags/tag198.xml><?xml version="1.0" encoding="utf-8"?>
<p:tagLst xmlns:a="http://schemas.openxmlformats.org/drawingml/2006/main" xmlns:r="http://schemas.openxmlformats.org/officeDocument/2006/relationships" xmlns:p="http://schemas.openxmlformats.org/presentationml/2006/main">
  <p:tag name="AS_UNIQUEID" val="1910"/>
</p:tagLst>
</file>

<file path=ppt/tags/tag199.xml><?xml version="1.0" encoding="utf-8"?>
<p:tagLst xmlns:a="http://schemas.openxmlformats.org/drawingml/2006/main" xmlns:r="http://schemas.openxmlformats.org/officeDocument/2006/relationships" xmlns:p="http://schemas.openxmlformats.org/presentationml/2006/main">
  <p:tag name="AS_UNIQUEID" val="1872"/>
</p:tagLst>
</file>

<file path=ppt/tags/tag200.xml><?xml version="1.0" encoding="utf-8"?>
<p:tagLst xmlns:a="http://schemas.openxmlformats.org/drawingml/2006/main" xmlns:r="http://schemas.openxmlformats.org/officeDocument/2006/relationships" xmlns:p="http://schemas.openxmlformats.org/presentationml/2006/main">
  <p:tag name="AS_UNIQUEID" val="1873"/>
</p:tagLst>
</file>

<file path=ppt/tags/tag201.xml><?xml version="1.0" encoding="utf-8"?>
<p:tagLst xmlns:a="http://schemas.openxmlformats.org/drawingml/2006/main" xmlns:r="http://schemas.openxmlformats.org/officeDocument/2006/relationships" xmlns:p="http://schemas.openxmlformats.org/presentationml/2006/main">
  <p:tag name="AS_UNIQUEID" val="1866"/>
</p:tagLst>
</file>

<file path=ppt/tags/tag202.xml><?xml version="1.0" encoding="utf-8"?>
<p:tagLst xmlns:a="http://schemas.openxmlformats.org/drawingml/2006/main" xmlns:r="http://schemas.openxmlformats.org/officeDocument/2006/relationships" xmlns:p="http://schemas.openxmlformats.org/presentationml/2006/main">
  <p:tag name="AS_UNIQUEID" val="1907"/>
</p:tagLst>
</file>

<file path=ppt/tags/tag203.xml><?xml version="1.0" encoding="utf-8"?>
<p:tagLst xmlns:a="http://schemas.openxmlformats.org/drawingml/2006/main" xmlns:r="http://schemas.openxmlformats.org/officeDocument/2006/relationships" xmlns:p="http://schemas.openxmlformats.org/presentationml/2006/main">
  <p:tag name="AS_UNIQUEID" val="1908"/>
</p:tagLst>
</file>

<file path=ppt/tags/tag204.xml><?xml version="1.0" encoding="utf-8"?>
<p:tagLst xmlns:a="http://schemas.openxmlformats.org/drawingml/2006/main" xmlns:r="http://schemas.openxmlformats.org/officeDocument/2006/relationships" xmlns:p="http://schemas.openxmlformats.org/presentationml/2006/main">
  <p:tag name="AS_UNIQUEID" val="1886"/>
</p:tagLst>
</file>

<file path=ppt/tags/tag205.xml><?xml version="1.0" encoding="utf-8"?>
<p:tagLst xmlns:a="http://schemas.openxmlformats.org/drawingml/2006/main" xmlns:r="http://schemas.openxmlformats.org/officeDocument/2006/relationships" xmlns:p="http://schemas.openxmlformats.org/presentationml/2006/main">
  <p:tag name="AS_UNIQUEID" val="1887"/>
</p:tagLst>
</file>

<file path=ppt/tags/tag206.xml><?xml version="1.0" encoding="utf-8"?>
<p:tagLst xmlns:a="http://schemas.openxmlformats.org/drawingml/2006/main" xmlns:r="http://schemas.openxmlformats.org/officeDocument/2006/relationships" xmlns:p="http://schemas.openxmlformats.org/presentationml/2006/main">
  <p:tag name="AS_UNIQUEID" val="1888"/>
</p:tagLst>
</file>

<file path=ppt/tags/tag207.xml><?xml version="1.0" encoding="utf-8"?>
<p:tagLst xmlns:a="http://schemas.openxmlformats.org/drawingml/2006/main" xmlns:r="http://schemas.openxmlformats.org/officeDocument/2006/relationships" xmlns:p="http://schemas.openxmlformats.org/presentationml/2006/main">
  <p:tag name="ISLIDE.ICON" val="#94108;"/>
  <p:tag name="TIMING" val="|1.4|14.2"/>
</p:tagLst>
</file>

<file path=ppt/tags/tag208.xml><?xml version="1.0" encoding="utf-8"?>
<p:tagLst xmlns:a="http://schemas.openxmlformats.org/drawingml/2006/main" xmlns:r="http://schemas.openxmlformats.org/officeDocument/2006/relationships" xmlns:p="http://schemas.openxmlformats.org/presentationml/2006/main">
  <p:tag name="AS_UNIQUEID" val="1916"/>
</p:tagLst>
</file>

<file path=ppt/tags/tag209.xml><?xml version="1.0" encoding="utf-8"?>
<p:tagLst xmlns:a="http://schemas.openxmlformats.org/drawingml/2006/main" xmlns:r="http://schemas.openxmlformats.org/officeDocument/2006/relationships" xmlns:p="http://schemas.openxmlformats.org/presentationml/2006/main">
  <p:tag name="AS_UNIQUEID" val="1918"/>
</p:tagLst>
</file>

<file path=ppt/tags/tag210.xml><?xml version="1.0" encoding="utf-8"?>
<p:tagLst xmlns:a="http://schemas.openxmlformats.org/drawingml/2006/main" xmlns:r="http://schemas.openxmlformats.org/officeDocument/2006/relationships" xmlns:p="http://schemas.openxmlformats.org/presentationml/2006/main">
  <p:tag name="AS_UNIQUEID" val="1922"/>
</p:tagLst>
</file>

<file path=ppt/tags/tag211.xml><?xml version="1.0" encoding="utf-8"?>
<p:tagLst xmlns:a="http://schemas.openxmlformats.org/drawingml/2006/main" xmlns:r="http://schemas.openxmlformats.org/officeDocument/2006/relationships" xmlns:p="http://schemas.openxmlformats.org/presentationml/2006/main">
  <p:tag name="AS_UNIQUEID" val="1923"/>
</p:tagLst>
</file>

<file path=ppt/tags/tag212.xml><?xml version="1.0" encoding="utf-8"?>
<p:tagLst xmlns:a="http://schemas.openxmlformats.org/drawingml/2006/main" xmlns:r="http://schemas.openxmlformats.org/officeDocument/2006/relationships" xmlns:p="http://schemas.openxmlformats.org/presentationml/2006/main">
  <p:tag name="AS_UNIQUEID" val="1929"/>
</p:tagLst>
</file>

<file path=ppt/tags/tag213.xml><?xml version="1.0" encoding="utf-8"?>
<p:tagLst xmlns:a="http://schemas.openxmlformats.org/drawingml/2006/main" xmlns:r="http://schemas.openxmlformats.org/officeDocument/2006/relationships" xmlns:p="http://schemas.openxmlformats.org/presentationml/2006/main">
  <p:tag name="AS_UNIQUEID" val="1942"/>
</p:tagLst>
</file>

<file path=ppt/tags/tag214.xml><?xml version="1.0" encoding="utf-8"?>
<p:tagLst xmlns:a="http://schemas.openxmlformats.org/drawingml/2006/main" xmlns:r="http://schemas.openxmlformats.org/officeDocument/2006/relationships" xmlns:p="http://schemas.openxmlformats.org/presentationml/2006/main">
  <p:tag name="AS_UNIQUEID" val="1891"/>
</p:tagLst>
</file>

<file path=ppt/tags/tag215.xml><?xml version="1.0" encoding="utf-8"?>
<p:tagLst xmlns:a="http://schemas.openxmlformats.org/drawingml/2006/main" xmlns:r="http://schemas.openxmlformats.org/officeDocument/2006/relationships" xmlns:p="http://schemas.openxmlformats.org/presentationml/2006/main">
  <p:tag name="AS_UNIQUEID" val="1892"/>
</p:tagLst>
</file>

<file path=ppt/tags/tag216.xml><?xml version="1.0" encoding="utf-8"?>
<p:tagLst xmlns:a="http://schemas.openxmlformats.org/drawingml/2006/main" xmlns:r="http://schemas.openxmlformats.org/officeDocument/2006/relationships" xmlns:p="http://schemas.openxmlformats.org/presentationml/2006/main">
  <p:tag name="AS_UNIQUEID" val="1896"/>
</p:tagLst>
</file>

<file path=ppt/tags/tag217.xml><?xml version="1.0" encoding="utf-8"?>
<p:tagLst xmlns:a="http://schemas.openxmlformats.org/drawingml/2006/main" xmlns:r="http://schemas.openxmlformats.org/officeDocument/2006/relationships" xmlns:p="http://schemas.openxmlformats.org/presentationml/2006/main">
  <p:tag name="AS_UNIQUEID" val="1897"/>
</p:tagLst>
</file>

<file path=ppt/tags/tag218.xml><?xml version="1.0" encoding="utf-8"?>
<p:tagLst xmlns:a="http://schemas.openxmlformats.org/drawingml/2006/main" xmlns:r="http://schemas.openxmlformats.org/officeDocument/2006/relationships" xmlns:p="http://schemas.openxmlformats.org/presentationml/2006/main">
  <p:tag name="AS_UNIQUEID" val="1905"/>
</p:tagLst>
</file>

<file path=ppt/tags/tag219.xml><?xml version="1.0" encoding="utf-8"?>
<p:tagLst xmlns:a="http://schemas.openxmlformats.org/drawingml/2006/main" xmlns:r="http://schemas.openxmlformats.org/officeDocument/2006/relationships" xmlns:p="http://schemas.openxmlformats.org/presentationml/2006/main">
  <p:tag name="AS_UNIQUEID" val="1898"/>
</p:tagLst>
</file>

<file path=ppt/tags/tag220.xml><?xml version="1.0" encoding="utf-8"?>
<p:tagLst xmlns:a="http://schemas.openxmlformats.org/drawingml/2006/main" xmlns:r="http://schemas.openxmlformats.org/officeDocument/2006/relationships" xmlns:p="http://schemas.openxmlformats.org/presentationml/2006/main">
  <p:tag name="AS_UNIQUEID" val="1899"/>
</p:tagLst>
</file>

<file path=ppt/tags/tag221.xml><?xml version="1.0" encoding="utf-8"?>
<p:tagLst xmlns:a="http://schemas.openxmlformats.org/drawingml/2006/main" xmlns:r="http://schemas.openxmlformats.org/officeDocument/2006/relationships" xmlns:p="http://schemas.openxmlformats.org/presentationml/2006/main">
  <p:tag name="AS_UNIQUEID" val="1900"/>
</p:tagLst>
</file>

<file path=ppt/tags/tag222.xml><?xml version="1.0" encoding="utf-8"?>
<p:tagLst xmlns:a="http://schemas.openxmlformats.org/drawingml/2006/main" xmlns:r="http://schemas.openxmlformats.org/officeDocument/2006/relationships" xmlns:p="http://schemas.openxmlformats.org/presentationml/2006/main">
  <p:tag name="AS_UNIQUEID" val="1901"/>
</p:tagLst>
</file>

<file path=ppt/tags/tag223.xml><?xml version="1.0" encoding="utf-8"?>
<p:tagLst xmlns:a="http://schemas.openxmlformats.org/drawingml/2006/main" xmlns:r="http://schemas.openxmlformats.org/officeDocument/2006/relationships" xmlns:p="http://schemas.openxmlformats.org/presentationml/2006/main">
  <p:tag name="AS_UNIQUEID" val="1902"/>
</p:tagLst>
</file>

<file path=ppt/tags/tag224.xml><?xml version="1.0" encoding="utf-8"?>
<p:tagLst xmlns:a="http://schemas.openxmlformats.org/drawingml/2006/main" xmlns:r="http://schemas.openxmlformats.org/officeDocument/2006/relationships" xmlns:p="http://schemas.openxmlformats.org/presentationml/2006/main">
  <p:tag name="AS_UNIQUEID" val="1903"/>
</p:tagLst>
</file>

<file path=ppt/tags/tag225.xml><?xml version="1.0" encoding="utf-8"?>
<p:tagLst xmlns:a="http://schemas.openxmlformats.org/drawingml/2006/main" xmlns:r="http://schemas.openxmlformats.org/officeDocument/2006/relationships" xmlns:p="http://schemas.openxmlformats.org/presentationml/2006/main">
  <p:tag name="AS_UNIQUEID" val="1904"/>
</p:tagLst>
</file>

<file path=ppt/tags/tag226.xml><?xml version="1.0" encoding="utf-8"?>
<p:tagLst xmlns:a="http://schemas.openxmlformats.org/drawingml/2006/main" xmlns:r="http://schemas.openxmlformats.org/officeDocument/2006/relationships" xmlns:p="http://schemas.openxmlformats.org/presentationml/2006/main">
  <p:tag name="AS_UNIQUEID" val="1893"/>
</p:tagLst>
</file>

<file path=ppt/tags/tag227.xml><?xml version="1.0" encoding="utf-8"?>
<p:tagLst xmlns:a="http://schemas.openxmlformats.org/drawingml/2006/main" xmlns:r="http://schemas.openxmlformats.org/officeDocument/2006/relationships" xmlns:p="http://schemas.openxmlformats.org/presentationml/2006/main">
  <p:tag name="AS_UNIQUEID" val="1894"/>
</p:tagLst>
</file>

<file path=ppt/tags/tag228.xml><?xml version="1.0" encoding="utf-8"?>
<p:tagLst xmlns:a="http://schemas.openxmlformats.org/drawingml/2006/main" xmlns:r="http://schemas.openxmlformats.org/officeDocument/2006/relationships" xmlns:p="http://schemas.openxmlformats.org/presentationml/2006/main">
  <p:tag name="AS_UNIQUEID" val="1895"/>
</p:tagLst>
</file>

<file path=ppt/tags/tag229.xml><?xml version="1.0" encoding="utf-8"?>
<p:tagLst xmlns:a="http://schemas.openxmlformats.org/drawingml/2006/main" xmlns:r="http://schemas.openxmlformats.org/officeDocument/2006/relationships" xmlns:p="http://schemas.openxmlformats.org/presentationml/2006/main">
  <p:tag name="AS_UNIQUEID" val="1930"/>
</p:tagLst>
</file>

<file path=ppt/tags/tag230.xml><?xml version="1.0" encoding="utf-8"?>
<p:tagLst xmlns:a="http://schemas.openxmlformats.org/drawingml/2006/main" xmlns:r="http://schemas.openxmlformats.org/officeDocument/2006/relationships" xmlns:p="http://schemas.openxmlformats.org/presentationml/2006/main">
  <p:tag name="AS_UNIQUEID" val="1931"/>
</p:tagLst>
</file>

<file path=ppt/tags/tag231.xml><?xml version="1.0" encoding="utf-8"?>
<p:tagLst xmlns:a="http://schemas.openxmlformats.org/drawingml/2006/main" xmlns:r="http://schemas.openxmlformats.org/officeDocument/2006/relationships" xmlns:p="http://schemas.openxmlformats.org/presentationml/2006/main">
  <p:tag name="AS_UNIQUEID" val="1919"/>
</p:tagLst>
</file>

<file path=ppt/tags/tag232.xml><?xml version="1.0" encoding="utf-8"?>
<p:tagLst xmlns:a="http://schemas.openxmlformats.org/drawingml/2006/main" xmlns:r="http://schemas.openxmlformats.org/officeDocument/2006/relationships" xmlns:p="http://schemas.openxmlformats.org/presentationml/2006/main">
  <p:tag name="AS_UNIQUEID" val="1920"/>
</p:tagLst>
</file>

<file path=ppt/tags/tag233.xml><?xml version="1.0" encoding="utf-8"?>
<p:tagLst xmlns:a="http://schemas.openxmlformats.org/drawingml/2006/main" xmlns:r="http://schemas.openxmlformats.org/officeDocument/2006/relationships" xmlns:p="http://schemas.openxmlformats.org/presentationml/2006/main">
  <p:tag name="AS_UNIQUEID" val="1921"/>
</p:tagLst>
</file>

<file path=ppt/tags/tag234.xml><?xml version="1.0" encoding="utf-8"?>
<p:tagLst xmlns:a="http://schemas.openxmlformats.org/drawingml/2006/main" xmlns:r="http://schemas.openxmlformats.org/officeDocument/2006/relationships" xmlns:p="http://schemas.openxmlformats.org/presentationml/2006/main">
  <p:tag name="AS_UNIQUEID" val="1912"/>
</p:tagLst>
</file>

<file path=ppt/tags/tag235.xml><?xml version="1.0" encoding="utf-8"?>
<p:tagLst xmlns:a="http://schemas.openxmlformats.org/drawingml/2006/main" xmlns:r="http://schemas.openxmlformats.org/officeDocument/2006/relationships" xmlns:p="http://schemas.openxmlformats.org/presentationml/2006/main">
  <p:tag name="AS_UNIQUEID" val="1913"/>
</p:tagLst>
</file>

<file path=ppt/tags/tag236.xml><?xml version="1.0" encoding="utf-8"?>
<p:tagLst xmlns:a="http://schemas.openxmlformats.org/drawingml/2006/main" xmlns:r="http://schemas.openxmlformats.org/officeDocument/2006/relationships" xmlns:p="http://schemas.openxmlformats.org/presentationml/2006/main">
  <p:tag name="AS_UNIQUEID" val="1914"/>
</p:tagLst>
</file>

<file path=ppt/tags/tag237.xml><?xml version="1.0" encoding="utf-8"?>
<p:tagLst xmlns:a="http://schemas.openxmlformats.org/drawingml/2006/main" xmlns:r="http://schemas.openxmlformats.org/officeDocument/2006/relationships" xmlns:p="http://schemas.openxmlformats.org/presentationml/2006/main">
  <p:tag name="AS_UNIQUEID" val="1968"/>
</p:tagLst>
</file>

<file path=ppt/tags/tag238.xml><?xml version="1.0" encoding="utf-8"?>
<p:tagLst xmlns:a="http://schemas.openxmlformats.org/drawingml/2006/main" xmlns:r="http://schemas.openxmlformats.org/officeDocument/2006/relationships" xmlns:p="http://schemas.openxmlformats.org/presentationml/2006/main">
  <p:tag name="AS_UNIQUEID" val="1969"/>
</p:tagLst>
</file>

<file path=ppt/tags/tag239.xml><?xml version="1.0" encoding="utf-8"?>
<p:tagLst xmlns:a="http://schemas.openxmlformats.org/drawingml/2006/main" xmlns:r="http://schemas.openxmlformats.org/officeDocument/2006/relationships" xmlns:p="http://schemas.openxmlformats.org/presentationml/2006/main">
  <p:tag name="TIMING" val="|9|24.2|13.5|2.9|3.7|5.1|16.5"/>
</p:tagLst>
</file>

<file path=ppt/tags/tag240.xml><?xml version="1.0" encoding="utf-8"?>
<p:tagLst xmlns:a="http://schemas.openxmlformats.org/drawingml/2006/main" xmlns:r="http://schemas.openxmlformats.org/officeDocument/2006/relationships" xmlns:p="http://schemas.openxmlformats.org/presentationml/2006/main">
  <p:tag name="AS_UNIQUEID" val="2054"/>
</p:tagLst>
</file>

<file path=ppt/tags/tag241.xml><?xml version="1.0" encoding="utf-8"?>
<p:tagLst xmlns:a="http://schemas.openxmlformats.org/drawingml/2006/main" xmlns:r="http://schemas.openxmlformats.org/officeDocument/2006/relationships" xmlns:p="http://schemas.openxmlformats.org/presentationml/2006/main">
  <p:tag name="AS_UNIQUEID" val="2057"/>
</p:tagLst>
</file>

<file path=ppt/tags/tag242.xml><?xml version="1.0" encoding="utf-8"?>
<p:tagLst xmlns:a="http://schemas.openxmlformats.org/drawingml/2006/main" xmlns:r="http://schemas.openxmlformats.org/officeDocument/2006/relationships" xmlns:p="http://schemas.openxmlformats.org/presentationml/2006/main">
  <p:tag name="AS_UNIQUEID" val="2059"/>
</p:tagLst>
</file>

<file path=ppt/tags/tag243.xml><?xml version="1.0" encoding="utf-8"?>
<p:tagLst xmlns:a="http://schemas.openxmlformats.org/drawingml/2006/main" xmlns:r="http://schemas.openxmlformats.org/officeDocument/2006/relationships" xmlns:p="http://schemas.openxmlformats.org/presentationml/2006/main">
  <p:tag name="AS_UNIQUEID" val="2060"/>
</p:tagLst>
</file>

<file path=ppt/tags/tag244.xml><?xml version="1.0" encoding="utf-8"?>
<p:tagLst xmlns:a="http://schemas.openxmlformats.org/drawingml/2006/main" xmlns:r="http://schemas.openxmlformats.org/officeDocument/2006/relationships" xmlns:p="http://schemas.openxmlformats.org/presentationml/2006/main">
  <p:tag name="AS_UNIQUEID" val="2070"/>
</p:tagLst>
</file>

<file path=ppt/tags/tag245.xml><?xml version="1.0" encoding="utf-8"?>
<p:tagLst xmlns:a="http://schemas.openxmlformats.org/drawingml/2006/main" xmlns:r="http://schemas.openxmlformats.org/officeDocument/2006/relationships" xmlns:p="http://schemas.openxmlformats.org/presentationml/2006/main">
  <p:tag name="AS_UNIQUEID" val="2073"/>
</p:tagLst>
</file>

<file path=ppt/tags/tag246.xml><?xml version="1.0" encoding="utf-8"?>
<p:tagLst xmlns:a="http://schemas.openxmlformats.org/drawingml/2006/main" xmlns:r="http://schemas.openxmlformats.org/officeDocument/2006/relationships" xmlns:p="http://schemas.openxmlformats.org/presentationml/2006/main">
  <p:tag name="AS_UNIQUEID" val="2076"/>
</p:tagLst>
</file>

<file path=ppt/tags/tag247.xml><?xml version="1.0" encoding="utf-8"?>
<p:tagLst xmlns:a="http://schemas.openxmlformats.org/drawingml/2006/main" xmlns:r="http://schemas.openxmlformats.org/officeDocument/2006/relationships" xmlns:p="http://schemas.openxmlformats.org/presentationml/2006/main">
  <p:tag name="AS_UNIQUEID" val="2082"/>
</p:tagLst>
</file>

<file path=ppt/tags/tag248.xml><?xml version="1.0" encoding="utf-8"?>
<p:tagLst xmlns:a="http://schemas.openxmlformats.org/drawingml/2006/main" xmlns:r="http://schemas.openxmlformats.org/officeDocument/2006/relationships" xmlns:p="http://schemas.openxmlformats.org/presentationml/2006/main">
  <p:tag name="AS_UNIQUEID" val="2083"/>
</p:tagLst>
</file>

<file path=ppt/tags/tag249.xml><?xml version="1.0" encoding="utf-8"?>
<p:tagLst xmlns:a="http://schemas.openxmlformats.org/drawingml/2006/main" xmlns:r="http://schemas.openxmlformats.org/officeDocument/2006/relationships" xmlns:p="http://schemas.openxmlformats.org/presentationml/2006/main">
  <p:tag name="AS_UNIQUEID" val="2085"/>
</p:tagLst>
</file>

<file path=ppt/tags/tag250.xml><?xml version="1.0" encoding="utf-8"?>
<p:tagLst xmlns:a="http://schemas.openxmlformats.org/drawingml/2006/main" xmlns:r="http://schemas.openxmlformats.org/officeDocument/2006/relationships" xmlns:p="http://schemas.openxmlformats.org/presentationml/2006/main">
  <p:tag name="AS_UNIQUEID" val="2086"/>
</p:tagLst>
</file>

<file path=ppt/tags/tag251.xml><?xml version="1.0" encoding="utf-8"?>
<p:tagLst xmlns:a="http://schemas.openxmlformats.org/drawingml/2006/main" xmlns:r="http://schemas.openxmlformats.org/officeDocument/2006/relationships" xmlns:p="http://schemas.openxmlformats.org/presentationml/2006/main">
  <p:tag name="AS_UNIQUEID" val="2087"/>
</p:tagLst>
</file>

<file path=ppt/tags/tag252.xml><?xml version="1.0" encoding="utf-8"?>
<p:tagLst xmlns:a="http://schemas.openxmlformats.org/drawingml/2006/main" xmlns:r="http://schemas.openxmlformats.org/officeDocument/2006/relationships" xmlns:p="http://schemas.openxmlformats.org/presentationml/2006/main">
  <p:tag name="AS_UNIQUEID" val="2077"/>
</p:tagLst>
</file>

<file path=ppt/tags/tag253.xml><?xml version="1.0" encoding="utf-8"?>
<p:tagLst xmlns:a="http://schemas.openxmlformats.org/drawingml/2006/main" xmlns:r="http://schemas.openxmlformats.org/officeDocument/2006/relationships" xmlns:p="http://schemas.openxmlformats.org/presentationml/2006/main">
  <p:tag name="AS_UNIQUEID" val="2079"/>
</p:tagLst>
</file>

<file path=ppt/tags/tag254.xml><?xml version="1.0" encoding="utf-8"?>
<p:tagLst xmlns:a="http://schemas.openxmlformats.org/drawingml/2006/main" xmlns:r="http://schemas.openxmlformats.org/officeDocument/2006/relationships" xmlns:p="http://schemas.openxmlformats.org/presentationml/2006/main">
  <p:tag name="AS_UNIQUEID" val="2080"/>
</p:tagLst>
</file>

<file path=ppt/tags/tag255.xml><?xml version="1.0" encoding="utf-8"?>
<p:tagLst xmlns:a="http://schemas.openxmlformats.org/drawingml/2006/main" xmlns:r="http://schemas.openxmlformats.org/officeDocument/2006/relationships" xmlns:p="http://schemas.openxmlformats.org/presentationml/2006/main">
  <p:tag name="AS_UNIQUEID" val="2081"/>
</p:tagLst>
</file>

<file path=ppt/tags/tag256.xml><?xml version="1.0" encoding="utf-8"?>
<p:tagLst xmlns:a="http://schemas.openxmlformats.org/drawingml/2006/main" xmlns:r="http://schemas.openxmlformats.org/officeDocument/2006/relationships" xmlns:p="http://schemas.openxmlformats.org/presentationml/2006/main">
  <p:tag name="AS_UNIQUEID" val="2074"/>
</p:tagLst>
</file>

<file path=ppt/tags/tag257.xml><?xml version="1.0" encoding="utf-8"?>
<p:tagLst xmlns:a="http://schemas.openxmlformats.org/drawingml/2006/main" xmlns:r="http://schemas.openxmlformats.org/officeDocument/2006/relationships" xmlns:p="http://schemas.openxmlformats.org/presentationml/2006/main">
  <p:tag name="AS_UNIQUEID" val="2075"/>
</p:tagLst>
</file>

<file path=ppt/tags/tag258.xml><?xml version="1.0" encoding="utf-8"?>
<p:tagLst xmlns:a="http://schemas.openxmlformats.org/drawingml/2006/main" xmlns:r="http://schemas.openxmlformats.org/officeDocument/2006/relationships" xmlns:p="http://schemas.openxmlformats.org/presentationml/2006/main">
  <p:tag name="AS_UNIQUEID" val="2071"/>
</p:tagLst>
</file>

<file path=ppt/tags/tag259.xml><?xml version="1.0" encoding="utf-8"?>
<p:tagLst xmlns:a="http://schemas.openxmlformats.org/drawingml/2006/main" xmlns:r="http://schemas.openxmlformats.org/officeDocument/2006/relationships" xmlns:p="http://schemas.openxmlformats.org/presentationml/2006/main">
  <p:tag name="AS_UNIQUEID" val="2072"/>
</p:tagLst>
</file>

<file path=ppt/tags/tag260.xml><?xml version="1.0" encoding="utf-8"?>
<p:tagLst xmlns:a="http://schemas.openxmlformats.org/drawingml/2006/main" xmlns:r="http://schemas.openxmlformats.org/officeDocument/2006/relationships" xmlns:p="http://schemas.openxmlformats.org/presentationml/2006/main">
  <p:tag name="AS_UNIQUEID" val="2061"/>
</p:tagLst>
</file>

<file path=ppt/tags/tag261.xml><?xml version="1.0" encoding="utf-8"?>
<p:tagLst xmlns:p="http://schemas.openxmlformats.org/presentationml/2006/main">
  <p:tag name="AS_UNIQUEID" val="1853"/>
</p:tagLst>
</file>

<file path=ppt/tags/tag262.xml><?xml version="1.0" encoding="utf-8"?>
<p:tagLst xmlns:a="http://schemas.openxmlformats.org/drawingml/2006/main" xmlns:r="http://schemas.openxmlformats.org/officeDocument/2006/relationships" xmlns:p="http://schemas.openxmlformats.org/presentationml/2006/main">
  <p:tag name="AS_UNIQUEID" val="2062"/>
</p:tagLst>
</file>

<file path=ppt/tags/tag263.xml><?xml version="1.0" encoding="utf-8"?>
<p:tagLst xmlns:a="http://schemas.openxmlformats.org/drawingml/2006/main" xmlns:r="http://schemas.openxmlformats.org/officeDocument/2006/relationships" xmlns:p="http://schemas.openxmlformats.org/presentationml/2006/main">
  <p:tag name="AS_UNIQUEID" val="2064"/>
</p:tagLst>
</file>

<file path=ppt/tags/tag264.xml><?xml version="1.0" encoding="utf-8"?>
<p:tagLst xmlns:a="http://schemas.openxmlformats.org/drawingml/2006/main" xmlns:r="http://schemas.openxmlformats.org/officeDocument/2006/relationships" xmlns:p="http://schemas.openxmlformats.org/presentationml/2006/main">
  <p:tag name="AS_UNIQUEID" val="2067"/>
</p:tagLst>
</file>

<file path=ppt/tags/tag265.xml><?xml version="1.0" encoding="utf-8"?>
<p:tagLst xmlns:a="http://schemas.openxmlformats.org/drawingml/2006/main" xmlns:r="http://schemas.openxmlformats.org/officeDocument/2006/relationships" xmlns:p="http://schemas.openxmlformats.org/presentationml/2006/main">
  <p:tag name="AS_UNIQUEID" val="2068"/>
</p:tagLst>
</file>

<file path=ppt/tags/tag266.xml><?xml version="1.0" encoding="utf-8"?>
<p:tagLst xmlns:a="http://schemas.openxmlformats.org/drawingml/2006/main" xmlns:r="http://schemas.openxmlformats.org/officeDocument/2006/relationships" xmlns:p="http://schemas.openxmlformats.org/presentationml/2006/main">
  <p:tag name="AS_UNIQUEID" val="2069"/>
</p:tagLst>
</file>

<file path=ppt/tags/tag267.xml><?xml version="1.0" encoding="utf-8"?>
<p:tagLst xmlns:a="http://schemas.openxmlformats.org/drawingml/2006/main" xmlns:r="http://schemas.openxmlformats.org/officeDocument/2006/relationships" xmlns:p="http://schemas.openxmlformats.org/presentationml/2006/main">
  <p:tag name="AS_UNIQUEID" val="2065"/>
</p:tagLst>
</file>

<file path=ppt/tags/tag268.xml><?xml version="1.0" encoding="utf-8"?>
<p:tagLst xmlns:a="http://schemas.openxmlformats.org/drawingml/2006/main" xmlns:r="http://schemas.openxmlformats.org/officeDocument/2006/relationships" xmlns:p="http://schemas.openxmlformats.org/presentationml/2006/main">
  <p:tag name="AS_UNIQUEID" val="2066"/>
</p:tagLst>
</file>

<file path=ppt/tags/tag269.xml><?xml version="1.0" encoding="utf-8"?>
<p:tagLst xmlns:a="http://schemas.openxmlformats.org/drawingml/2006/main" xmlns:r="http://schemas.openxmlformats.org/officeDocument/2006/relationships" xmlns:p="http://schemas.openxmlformats.org/presentationml/2006/main">
  <p:tag name="AS_UNIQUEID" val="2050"/>
</p:tagLst>
</file>

<file path=ppt/tags/tag270.xml><?xml version="1.0" encoding="utf-8"?>
<p:tagLst xmlns:a="http://schemas.openxmlformats.org/drawingml/2006/main" xmlns:r="http://schemas.openxmlformats.org/officeDocument/2006/relationships" xmlns:p="http://schemas.openxmlformats.org/presentationml/2006/main">
  <p:tag name="AS_UNIQUEID" val="2051"/>
</p:tagLst>
</file>

<file path=ppt/tags/tag271.xml><?xml version="1.0" encoding="utf-8"?>
<p:tagLst xmlns:a="http://schemas.openxmlformats.org/drawingml/2006/main" xmlns:r="http://schemas.openxmlformats.org/officeDocument/2006/relationships" xmlns:p="http://schemas.openxmlformats.org/presentationml/2006/main">
  <p:tag name="AS_UNIQUEID" val="2052"/>
</p:tagLst>
</file>

<file path=ppt/tags/tag272.xml><?xml version="1.0" encoding="utf-8"?>
<p:tagLst xmlns:a="http://schemas.openxmlformats.org/drawingml/2006/main" xmlns:r="http://schemas.openxmlformats.org/officeDocument/2006/relationships" xmlns:p="http://schemas.openxmlformats.org/presentationml/2006/main">
  <p:tag name="AS_UNIQUEID" val="2023"/>
</p:tagLst>
</file>

<file path=ppt/tags/tag273.xml><?xml version="1.0" encoding="utf-8"?>
<p:tagLst xmlns:a="http://schemas.openxmlformats.org/drawingml/2006/main" xmlns:r="http://schemas.openxmlformats.org/officeDocument/2006/relationships" xmlns:p="http://schemas.openxmlformats.org/presentationml/2006/main">
  <p:tag name="AS_UNIQUEID" val="2046"/>
</p:tagLst>
</file>

<file path=ppt/tags/tag274.xml><?xml version="1.0" encoding="utf-8"?>
<p:tagLst xmlns:a="http://schemas.openxmlformats.org/drawingml/2006/main" xmlns:r="http://schemas.openxmlformats.org/officeDocument/2006/relationships" xmlns:p="http://schemas.openxmlformats.org/presentationml/2006/main">
  <p:tag name="AS_UNIQUEID" val="2047"/>
</p:tagLst>
</file>

<file path=ppt/tags/tag275.xml><?xml version="1.0" encoding="utf-8"?>
<p:tagLst xmlns:a="http://schemas.openxmlformats.org/drawingml/2006/main" xmlns:r="http://schemas.openxmlformats.org/officeDocument/2006/relationships" xmlns:p="http://schemas.openxmlformats.org/presentationml/2006/main">
  <p:tag name="AS_UNIQUEID" val="2048"/>
</p:tagLst>
</file>

<file path=ppt/tags/tag276.xml><?xml version="1.0" encoding="utf-8"?>
<p:tagLst xmlns:a="http://schemas.openxmlformats.org/drawingml/2006/main" xmlns:r="http://schemas.openxmlformats.org/officeDocument/2006/relationships" xmlns:p="http://schemas.openxmlformats.org/presentationml/2006/main">
  <p:tag name="AS_UNIQUEID" val="2024"/>
</p:tagLst>
</file>

<file path=ppt/tags/tag277.xml><?xml version="1.0" encoding="utf-8"?>
<p:tagLst xmlns:a="http://schemas.openxmlformats.org/drawingml/2006/main" xmlns:r="http://schemas.openxmlformats.org/officeDocument/2006/relationships" xmlns:p="http://schemas.openxmlformats.org/presentationml/2006/main">
  <p:tag name="AS_UNIQUEID" val="2030"/>
</p:tagLst>
</file>

<file path=ppt/tags/tag278.xml><?xml version="1.0" encoding="utf-8"?>
<p:tagLst xmlns:a="http://schemas.openxmlformats.org/drawingml/2006/main" xmlns:r="http://schemas.openxmlformats.org/officeDocument/2006/relationships" xmlns:p="http://schemas.openxmlformats.org/presentationml/2006/main">
  <p:tag name="AS_UNIQUEID" val="2031"/>
</p:tagLst>
</file>

<file path=ppt/tags/tag279.xml><?xml version="1.0" encoding="utf-8"?>
<p:tagLst xmlns:a="http://schemas.openxmlformats.org/drawingml/2006/main" xmlns:r="http://schemas.openxmlformats.org/officeDocument/2006/relationships" xmlns:p="http://schemas.openxmlformats.org/presentationml/2006/main">
  <p:tag name="AS_UNIQUEID" val="2032"/>
</p:tagLst>
</file>

<file path=ppt/tags/tag280.xml><?xml version="1.0" encoding="utf-8"?>
<p:tagLst xmlns:a="http://schemas.openxmlformats.org/drawingml/2006/main" xmlns:r="http://schemas.openxmlformats.org/officeDocument/2006/relationships" xmlns:p="http://schemas.openxmlformats.org/presentationml/2006/main">
  <p:tag name="AS_UNIQUEID" val="2043"/>
</p:tagLst>
</file>

<file path=ppt/tags/tag281.xml><?xml version="1.0" encoding="utf-8"?>
<p:tagLst xmlns:a="http://schemas.openxmlformats.org/drawingml/2006/main" xmlns:r="http://schemas.openxmlformats.org/officeDocument/2006/relationships" xmlns:p="http://schemas.openxmlformats.org/presentationml/2006/main">
  <p:tag name="AS_UNIQUEID" val="2045"/>
</p:tagLst>
</file>

<file path=ppt/tags/tag282.xml><?xml version="1.0" encoding="utf-8"?>
<p:tagLst xmlns:a="http://schemas.openxmlformats.org/drawingml/2006/main" xmlns:r="http://schemas.openxmlformats.org/officeDocument/2006/relationships" xmlns:p="http://schemas.openxmlformats.org/presentationml/2006/main">
  <p:tag name="AS_UNIQUEID" val="2033"/>
  <p:tag name="MH" val="20230518171938"/>
  <p:tag name="MH_LIBRARY" val="GRAPHIC"/>
  <p:tag name="MH_ORDER" val="2"/>
  <p:tag name="MH_TYPE" val="SubTitle"/>
</p:tagLst>
</file>

<file path=ppt/tags/tag283.xml><?xml version="1.0" encoding="utf-8"?>
<p:tagLst xmlns:a="http://schemas.openxmlformats.org/drawingml/2006/main" xmlns:r="http://schemas.openxmlformats.org/officeDocument/2006/relationships" xmlns:p="http://schemas.openxmlformats.org/presentationml/2006/main">
  <p:tag name="AS_UNIQUEID" val="2035"/>
  <p:tag name="MH" val="20230518171938"/>
  <p:tag name="MH_LIBRARY" val="GRAPHIC"/>
  <p:tag name="MH_ORDER" val="5"/>
  <p:tag name="MH_TYPE" val="SubTitle"/>
</p:tagLst>
</file>

<file path=ppt/tags/tag284.xml><?xml version="1.0" encoding="utf-8"?>
<p:tagLst xmlns:a="http://schemas.openxmlformats.org/drawingml/2006/main" xmlns:r="http://schemas.openxmlformats.org/officeDocument/2006/relationships" xmlns:p="http://schemas.openxmlformats.org/presentationml/2006/main">
  <p:tag name="AS_UNIQUEID" val="2036"/>
  <p:tag name="MH" val="20230518171938"/>
  <p:tag name="MH_LIBRARY" val="GRAPHIC"/>
  <p:tag name="MH_ORDER" val="1"/>
  <p:tag name="MH_TYPE" val="SubTitle"/>
</p:tagLst>
</file>

<file path=ppt/tags/tag285.xml><?xml version="1.0" encoding="utf-8"?>
<p:tagLst xmlns:a="http://schemas.openxmlformats.org/drawingml/2006/main" xmlns:r="http://schemas.openxmlformats.org/officeDocument/2006/relationships" xmlns:p="http://schemas.openxmlformats.org/presentationml/2006/main">
  <p:tag name="AS_UNIQUEID" val="2037"/>
  <p:tag name="MH" val="20230518171938"/>
  <p:tag name="MH_LIBRARY" val="GRAPHIC"/>
  <p:tag name="MH_ORDER" val="3"/>
  <p:tag name="MH_TYPE" val="SubTitle"/>
</p:tagLst>
</file>

<file path=ppt/tags/tag286.xml><?xml version="1.0" encoding="utf-8"?>
<p:tagLst xmlns:a="http://schemas.openxmlformats.org/drawingml/2006/main" xmlns:r="http://schemas.openxmlformats.org/officeDocument/2006/relationships" xmlns:p="http://schemas.openxmlformats.org/presentationml/2006/main">
  <p:tag name="AS_UNIQUEID" val="2038"/>
</p:tagLst>
</file>

<file path=ppt/tags/tag287.xml><?xml version="1.0" encoding="utf-8"?>
<p:tagLst xmlns:a="http://schemas.openxmlformats.org/drawingml/2006/main" xmlns:r="http://schemas.openxmlformats.org/officeDocument/2006/relationships" xmlns:p="http://schemas.openxmlformats.org/presentationml/2006/main">
  <p:tag name="AS_UNIQUEID" val="2039"/>
</p:tagLst>
</file>

<file path=ppt/tags/tag288.xml><?xml version="1.0" encoding="utf-8"?>
<p:tagLst xmlns:a="http://schemas.openxmlformats.org/drawingml/2006/main" xmlns:r="http://schemas.openxmlformats.org/officeDocument/2006/relationships" xmlns:p="http://schemas.openxmlformats.org/presentationml/2006/main">
  <p:tag name="AS_UNIQUEID" val="2040"/>
</p:tagLst>
</file>

<file path=ppt/tags/tag289.xml><?xml version="1.0" encoding="utf-8"?>
<p:tagLst xmlns:a="http://schemas.openxmlformats.org/drawingml/2006/main" xmlns:r="http://schemas.openxmlformats.org/officeDocument/2006/relationships" xmlns:p="http://schemas.openxmlformats.org/presentationml/2006/main">
  <p:tag name="AS_UNIQUEID" val="2042"/>
</p:tagLst>
</file>

<file path=ppt/tags/tag290.xml><?xml version="1.0" encoding="utf-8"?>
<p:tagLst xmlns:a="http://schemas.openxmlformats.org/drawingml/2006/main" xmlns:r="http://schemas.openxmlformats.org/officeDocument/2006/relationships" xmlns:p="http://schemas.openxmlformats.org/presentationml/2006/main">
  <p:tag name="AS_UNIQUEID" val="2025"/>
  <p:tag name="MH" val="20230518171938"/>
  <p:tag name="MH_LIBRARY" val="GRAPHIC"/>
  <p:tag name="MH_ORDER" val="2"/>
  <p:tag name="MH_TYPE" val="Text"/>
</p:tagLst>
</file>

<file path=ppt/tags/tag291.xml><?xml version="1.0" encoding="utf-8"?>
<p:tagLst xmlns:a="http://schemas.openxmlformats.org/drawingml/2006/main" xmlns:r="http://schemas.openxmlformats.org/officeDocument/2006/relationships" xmlns:p="http://schemas.openxmlformats.org/presentationml/2006/main">
  <p:tag name="AS_UNIQUEID" val="2026"/>
  <p:tag name="MH" val="20230518171938"/>
  <p:tag name="MH_LIBRARY" val="GRAPHIC"/>
  <p:tag name="MH_ORDER" val="3"/>
  <p:tag name="MH_TYPE" val="Text"/>
</p:tagLst>
</file>

<file path=ppt/tags/tag292.xml><?xml version="1.0" encoding="utf-8"?>
<p:tagLst xmlns:a="http://schemas.openxmlformats.org/drawingml/2006/main" xmlns:r="http://schemas.openxmlformats.org/officeDocument/2006/relationships" xmlns:p="http://schemas.openxmlformats.org/presentationml/2006/main">
  <p:tag name="AS_UNIQUEID" val="2028"/>
  <p:tag name="MH" val="20230518171938"/>
  <p:tag name="MH_LIBRARY" val="GRAPHIC"/>
  <p:tag name="MH_ORDER" val="5"/>
  <p:tag name="MH_TYPE" val="Text"/>
</p:tagLst>
</file>

<file path=ppt/tags/tag293.xml><?xml version="1.0" encoding="utf-8"?>
<p:tagLst xmlns:a="http://schemas.openxmlformats.org/drawingml/2006/main" xmlns:r="http://schemas.openxmlformats.org/officeDocument/2006/relationships" xmlns:p="http://schemas.openxmlformats.org/presentationml/2006/main">
  <p:tag name="AS_UNIQUEID" val="2029"/>
  <p:tag name="MH" val="20230518171938"/>
  <p:tag name="MH_LIBRARY" val="GRAPHIC"/>
  <p:tag name="MH_ORDER" val="1"/>
  <p:tag name="MH_TYPE" val="Text"/>
</p:tagLst>
</file>

<file path=ppt/tags/tag294.xml><?xml version="1.0" encoding="utf-8"?>
<p:tagLst xmlns:a="http://schemas.openxmlformats.org/drawingml/2006/main" xmlns:r="http://schemas.openxmlformats.org/officeDocument/2006/relationships" xmlns:p="http://schemas.openxmlformats.org/presentationml/2006/main">
  <p:tag name="TIMING" val="|44|21.6|7.2|4.1|5.6|12.9|17.5|6|24.5|8|28.7"/>
</p:tagLst>
</file>

<file path=ppt/tags/tag295.xml><?xml version="1.0" encoding="utf-8"?>
<p:tagLst xmlns:a="http://schemas.openxmlformats.org/drawingml/2006/main" xmlns:r="http://schemas.openxmlformats.org/officeDocument/2006/relationships" xmlns:p="http://schemas.openxmlformats.org/presentationml/2006/main">
  <p:tag name="AS_UNIQUEID" val="2135"/>
</p:tagLst>
</file>

<file path=ppt/tags/tag296.xml><?xml version="1.0" encoding="utf-8"?>
<p:tagLst xmlns:a="http://schemas.openxmlformats.org/drawingml/2006/main" xmlns:r="http://schemas.openxmlformats.org/officeDocument/2006/relationships" xmlns:p="http://schemas.openxmlformats.org/presentationml/2006/main">
  <p:tag name="AS_UNIQUEID" val="2138"/>
</p:tagLst>
</file>

<file path=ppt/tags/tag297.xml><?xml version="1.0" encoding="utf-8"?>
<p:tagLst xmlns:a="http://schemas.openxmlformats.org/drawingml/2006/main" xmlns:r="http://schemas.openxmlformats.org/officeDocument/2006/relationships" xmlns:p="http://schemas.openxmlformats.org/presentationml/2006/main">
  <p:tag name="AS_UNIQUEID" val="2139"/>
</p:tagLst>
</file>

<file path=ppt/tags/tag298.xml><?xml version="1.0" encoding="utf-8"?>
<p:tagLst xmlns:a="http://schemas.openxmlformats.org/drawingml/2006/main" xmlns:r="http://schemas.openxmlformats.org/officeDocument/2006/relationships" xmlns:p="http://schemas.openxmlformats.org/presentationml/2006/main">
  <p:tag name="AS_UNIQUEID" val="2141"/>
</p:tagLst>
</file>

<file path=ppt/tags/tag299.xml><?xml version="1.0" encoding="utf-8"?>
<p:tagLst xmlns:a="http://schemas.openxmlformats.org/drawingml/2006/main" xmlns:r="http://schemas.openxmlformats.org/officeDocument/2006/relationships" xmlns:p="http://schemas.openxmlformats.org/presentationml/2006/main">
  <p:tag name="AS_UNIQUEID" val="2142"/>
</p:tagLst>
</file>

<file path=ppt/tags/tag300.xml><?xml version="1.0" encoding="utf-8"?>
<p:tagLst xmlns:a="http://schemas.openxmlformats.org/drawingml/2006/main" xmlns:r="http://schemas.openxmlformats.org/officeDocument/2006/relationships" xmlns:p="http://schemas.openxmlformats.org/presentationml/2006/main">
  <p:tag name="AS_UNIQUEID" val="2131"/>
</p:tagLst>
</file>

<file path=ppt/tags/tag301.xml><?xml version="1.0" encoding="utf-8"?>
<p:tagLst xmlns:a="http://schemas.openxmlformats.org/drawingml/2006/main" xmlns:r="http://schemas.openxmlformats.org/officeDocument/2006/relationships" xmlns:p="http://schemas.openxmlformats.org/presentationml/2006/main">
  <p:tag name="AS_UNIQUEID" val="2132"/>
</p:tagLst>
</file>

<file path=ppt/tags/tag302.xml><?xml version="1.0" encoding="utf-8"?>
<p:tagLst xmlns:a="http://schemas.openxmlformats.org/drawingml/2006/main" xmlns:r="http://schemas.openxmlformats.org/officeDocument/2006/relationships" xmlns:p="http://schemas.openxmlformats.org/presentationml/2006/main">
  <p:tag name="AS_UNIQUEID" val="2133"/>
</p:tagLst>
</file>

<file path=ppt/tags/tag303.xml><?xml version="1.0" encoding="utf-8"?>
<p:tagLst xmlns:a="http://schemas.openxmlformats.org/drawingml/2006/main" xmlns:r="http://schemas.openxmlformats.org/officeDocument/2006/relationships" xmlns:p="http://schemas.openxmlformats.org/presentationml/2006/main">
  <p:tag name="AS_UNIQUEID" val="2302"/>
</p:tagLst>
</file>

<file path=ppt/tags/tag304.xml><?xml version="1.0" encoding="utf-8"?>
<p:tagLst xmlns:a="http://schemas.openxmlformats.org/drawingml/2006/main" xmlns:r="http://schemas.openxmlformats.org/officeDocument/2006/relationships" xmlns:p="http://schemas.openxmlformats.org/presentationml/2006/main">
  <p:tag name="AS_UNIQUEID" val="2303"/>
</p:tagLst>
</file>

<file path=ppt/tags/tag305.xml><?xml version="1.0" encoding="utf-8"?>
<p:tagLst xmlns:a="http://schemas.openxmlformats.org/drawingml/2006/main" xmlns:r="http://schemas.openxmlformats.org/officeDocument/2006/relationships" xmlns:p="http://schemas.openxmlformats.org/presentationml/2006/main">
  <p:tag name="AS_UNIQUEID" val="2305"/>
</p:tagLst>
</file>

<file path=ppt/tags/tag306.xml><?xml version="1.0" encoding="utf-8"?>
<p:tagLst xmlns:a="http://schemas.openxmlformats.org/drawingml/2006/main" xmlns:r="http://schemas.openxmlformats.org/officeDocument/2006/relationships" xmlns:p="http://schemas.openxmlformats.org/presentationml/2006/main">
  <p:tag name="AS_UNIQUEID" val="2306"/>
</p:tagLst>
</file>

<file path=ppt/tags/tag307.xml><?xml version="1.0" encoding="utf-8"?>
<p:tagLst xmlns:a="http://schemas.openxmlformats.org/drawingml/2006/main" xmlns:r="http://schemas.openxmlformats.org/officeDocument/2006/relationships" xmlns:p="http://schemas.openxmlformats.org/presentationml/2006/main">
  <p:tag name="AS_UNIQUEID" val="2307"/>
</p:tagLst>
</file>

<file path=ppt/tags/tag308.xml><?xml version="1.0" encoding="utf-8"?>
<p:tagLst xmlns:a="http://schemas.openxmlformats.org/drawingml/2006/main" xmlns:r="http://schemas.openxmlformats.org/officeDocument/2006/relationships" xmlns:p="http://schemas.openxmlformats.org/presentationml/2006/main">
  <p:tag name="AS_UNIQUEID" val="2308"/>
</p:tagLst>
</file>

<file path=ppt/tags/tag309.xml><?xml version="1.0" encoding="utf-8"?>
<p:tagLst xmlns:a="http://schemas.openxmlformats.org/drawingml/2006/main" xmlns:r="http://schemas.openxmlformats.org/officeDocument/2006/relationships" xmlns:p="http://schemas.openxmlformats.org/presentationml/2006/main">
  <p:tag name="AS_UNIQUEID" val="2310"/>
</p:tagLst>
</file>

<file path=ppt/tags/tag310.xml><?xml version="1.0" encoding="utf-8"?>
<p:tagLst xmlns:a="http://schemas.openxmlformats.org/drawingml/2006/main" xmlns:r="http://schemas.openxmlformats.org/officeDocument/2006/relationships" xmlns:p="http://schemas.openxmlformats.org/presentationml/2006/main">
  <p:tag name="AS_UNIQUEID" val="2311"/>
</p:tagLst>
</file>

<file path=ppt/tags/tag311.xml><?xml version="1.0" encoding="utf-8"?>
<p:tagLst xmlns:a="http://schemas.openxmlformats.org/drawingml/2006/main" xmlns:r="http://schemas.openxmlformats.org/officeDocument/2006/relationships" xmlns:p="http://schemas.openxmlformats.org/presentationml/2006/main">
  <p:tag name="AS_UNIQUEID" val="2316"/>
</p:tagLst>
</file>

<file path=ppt/tags/tag312.xml><?xml version="1.0" encoding="utf-8"?>
<p:tagLst xmlns:a="http://schemas.openxmlformats.org/drawingml/2006/main" xmlns:r="http://schemas.openxmlformats.org/officeDocument/2006/relationships" xmlns:p="http://schemas.openxmlformats.org/presentationml/2006/main">
  <p:tag name="AS_UNIQUEID" val="2317"/>
</p:tagLst>
</file>

<file path=ppt/tags/tag313.xml><?xml version="1.0" encoding="utf-8"?>
<p:tagLst xmlns:a="http://schemas.openxmlformats.org/drawingml/2006/main" xmlns:r="http://schemas.openxmlformats.org/officeDocument/2006/relationships" xmlns:p="http://schemas.openxmlformats.org/presentationml/2006/main">
  <p:tag name="AS_UNIQUEID" val="1817"/>
</p:tagLst>
</file>

<file path=ppt/tags/tag314.xml><?xml version="1.0" encoding="utf-8"?>
<p:tagLst xmlns:a="http://schemas.openxmlformats.org/drawingml/2006/main" xmlns:r="http://schemas.openxmlformats.org/officeDocument/2006/relationships" xmlns:p="http://schemas.openxmlformats.org/presentationml/2006/main">
  <p:tag name="AS_UNIQUEID" val="1819"/>
</p:tagLst>
</file>

<file path=ppt/tags/tag315.xml><?xml version="1.0" encoding="utf-8"?>
<p:tagLst xmlns:a="http://schemas.openxmlformats.org/drawingml/2006/main" xmlns:r="http://schemas.openxmlformats.org/officeDocument/2006/relationships" xmlns:p="http://schemas.openxmlformats.org/presentationml/2006/main">
  <p:tag name="AS_UNIQUEID" val="1849"/>
</p:tagLst>
</file>

<file path=ppt/tags/tag316.xml><?xml version="1.0" encoding="utf-8"?>
<p:tagLst xmlns:a="http://schemas.openxmlformats.org/drawingml/2006/main" xmlns:r="http://schemas.openxmlformats.org/officeDocument/2006/relationships" xmlns:p="http://schemas.openxmlformats.org/presentationml/2006/main">
  <p:tag name="AS_UNIQUEID" val="1851"/>
</p:tagLst>
</file>

<file path=ppt/tags/tag317.xml><?xml version="1.0" encoding="utf-8"?>
<p:tagLst xmlns:a="http://schemas.openxmlformats.org/drawingml/2006/main" xmlns:r="http://schemas.openxmlformats.org/officeDocument/2006/relationships" xmlns:p="http://schemas.openxmlformats.org/presentationml/2006/main">
  <p:tag name="AS_UNIQUEID" val="1853"/>
</p:tagLst>
</file>

<file path=ppt/tags/tag318.xml><?xml version="1.0" encoding="utf-8"?>
<p:tagLst xmlns:a="http://schemas.openxmlformats.org/drawingml/2006/main" xmlns:r="http://schemas.openxmlformats.org/officeDocument/2006/relationships" xmlns:p="http://schemas.openxmlformats.org/presentationml/2006/main">
  <p:tag name="AS_UNIQUEID" val="1854"/>
</p:tagLst>
</file>

<file path=ppt/tags/tag319.xml><?xml version="1.0" encoding="utf-8"?>
<p:tagLst xmlns:a="http://schemas.openxmlformats.org/drawingml/2006/main" xmlns:r="http://schemas.openxmlformats.org/officeDocument/2006/relationships" xmlns:p="http://schemas.openxmlformats.org/presentationml/2006/main">
  <p:tag name="AS_UNIQUEID" val="1855"/>
</p:tagLst>
</file>

<file path=ppt/tags/tag320.xml><?xml version="1.0" encoding="utf-8"?>
<p:tagLst xmlns:a="http://schemas.openxmlformats.org/drawingml/2006/main" xmlns:r="http://schemas.openxmlformats.org/officeDocument/2006/relationships" xmlns:p="http://schemas.openxmlformats.org/presentationml/2006/main">
  <p:tag name="AS_UNIQUEID" val="1856"/>
</p:tagLst>
</file>

<file path=ppt/tags/tag321.xml><?xml version="1.0" encoding="utf-8"?>
<p:tagLst xmlns:a="http://schemas.openxmlformats.org/drawingml/2006/main" xmlns:r="http://schemas.openxmlformats.org/officeDocument/2006/relationships" xmlns:p="http://schemas.openxmlformats.org/presentationml/2006/main">
  <p:tag name="AS_UNIQUEID" val="1857"/>
</p:tagLst>
</file>

<file path=ppt/tags/tag322.xml><?xml version="1.0" encoding="utf-8"?>
<p:tagLst xmlns:a="http://schemas.openxmlformats.org/drawingml/2006/main" xmlns:r="http://schemas.openxmlformats.org/officeDocument/2006/relationships" xmlns:p="http://schemas.openxmlformats.org/presentationml/2006/main">
  <p:tag name="AS_UNIQUEID" val="1858"/>
</p:tagLst>
</file>

<file path=ppt/tags/tag323.xml><?xml version="1.0" encoding="utf-8"?>
<p:tagLst xmlns:a="http://schemas.openxmlformats.org/drawingml/2006/main" xmlns:r="http://schemas.openxmlformats.org/officeDocument/2006/relationships" xmlns:p="http://schemas.openxmlformats.org/presentationml/2006/main">
  <p:tag name="AS_UNIQUEID" val="1859"/>
</p:tagLst>
</file>

<file path=ppt/tags/tag324.xml><?xml version="1.0" encoding="utf-8"?>
<p:tagLst xmlns:a="http://schemas.openxmlformats.org/drawingml/2006/main" xmlns:r="http://schemas.openxmlformats.org/officeDocument/2006/relationships" xmlns:p="http://schemas.openxmlformats.org/presentationml/2006/main">
  <p:tag name="AS_UNIQUEID" val="1860"/>
</p:tagLst>
</file>

<file path=ppt/tags/tag325.xml><?xml version="1.0" encoding="utf-8"?>
<p:tagLst xmlns:a="http://schemas.openxmlformats.org/drawingml/2006/main" xmlns:r="http://schemas.openxmlformats.org/officeDocument/2006/relationships" xmlns:p="http://schemas.openxmlformats.org/presentationml/2006/main">
  <p:tag name="AS_UNIQUEID" val="1861"/>
</p:tagLst>
</file>

<file path=ppt/tags/tag326.xml><?xml version="1.0" encoding="utf-8"?>
<p:tagLst xmlns:a="http://schemas.openxmlformats.org/drawingml/2006/main" xmlns:r="http://schemas.openxmlformats.org/officeDocument/2006/relationships" xmlns:p="http://schemas.openxmlformats.org/presentationml/2006/main">
  <p:tag name="AS_UNIQUEID" val="1862"/>
</p:tagLst>
</file>

<file path=ppt/tags/tag327.xml><?xml version="1.0" encoding="utf-8"?>
<p:tagLst xmlns:a="http://schemas.openxmlformats.org/drawingml/2006/main" xmlns:r="http://schemas.openxmlformats.org/officeDocument/2006/relationships" xmlns:p="http://schemas.openxmlformats.org/presentationml/2006/main">
  <p:tag name="AS_UNIQUEID" val="1863"/>
</p:tagLst>
</file>

<file path=ppt/tags/tag328.xml><?xml version="1.0" encoding="utf-8"?>
<p:tagLst xmlns:a="http://schemas.openxmlformats.org/drawingml/2006/main" xmlns:r="http://schemas.openxmlformats.org/officeDocument/2006/relationships" xmlns:p="http://schemas.openxmlformats.org/presentationml/2006/main">
  <p:tag name="AS_UNIQUEID" val="1864"/>
</p:tagLst>
</file>

<file path=ppt/tags/tag329.xml><?xml version="1.0" encoding="utf-8"?>
<p:tagLst xmlns:a="http://schemas.openxmlformats.org/drawingml/2006/main" xmlns:r="http://schemas.openxmlformats.org/officeDocument/2006/relationships" xmlns:p="http://schemas.openxmlformats.org/presentationml/2006/main">
  <p:tag name="AS_UNIQUEID" val="1865"/>
</p:tagLst>
</file>

<file path=ppt/tags/tag330.xml><?xml version="1.0" encoding="utf-8"?>
<p:tagLst xmlns:a="http://schemas.openxmlformats.org/drawingml/2006/main" xmlns:r="http://schemas.openxmlformats.org/officeDocument/2006/relationships" xmlns:p="http://schemas.openxmlformats.org/presentationml/2006/main">
  <p:tag name="AS_UNIQUEID" val="1866"/>
</p:tagLst>
</file>

<file path=ppt/tags/tag331.xml><?xml version="1.0" encoding="utf-8"?>
<p:tagLst xmlns:a="http://schemas.openxmlformats.org/drawingml/2006/main" xmlns:r="http://schemas.openxmlformats.org/officeDocument/2006/relationships" xmlns:p="http://schemas.openxmlformats.org/presentationml/2006/main">
  <p:tag name="AS_UNIQUEID" val="1868"/>
</p:tagLst>
</file>

<file path=ppt/tags/tag332.xml><?xml version="1.0" encoding="utf-8"?>
<p:tagLst xmlns:a="http://schemas.openxmlformats.org/drawingml/2006/main" xmlns:r="http://schemas.openxmlformats.org/officeDocument/2006/relationships" xmlns:p="http://schemas.openxmlformats.org/presentationml/2006/main">
  <p:tag name="AS_UNIQUEID" val="1869"/>
</p:tagLst>
</file>

<file path=ppt/tags/tag333.xml><?xml version="1.0" encoding="utf-8"?>
<p:tagLst xmlns:a="http://schemas.openxmlformats.org/drawingml/2006/main" xmlns:r="http://schemas.openxmlformats.org/officeDocument/2006/relationships" xmlns:p="http://schemas.openxmlformats.org/presentationml/2006/main">
  <p:tag name="AS_UNIQUEID" val="1870"/>
</p:tagLst>
</file>

<file path=ppt/tags/tag334.xml><?xml version="1.0" encoding="utf-8"?>
<p:tagLst xmlns:a="http://schemas.openxmlformats.org/drawingml/2006/main" xmlns:r="http://schemas.openxmlformats.org/officeDocument/2006/relationships" xmlns:p="http://schemas.openxmlformats.org/presentationml/2006/main">
  <p:tag name="AS_UNIQUEID" val="1871"/>
</p:tagLst>
</file>

<file path=ppt/tags/tag335.xml><?xml version="1.0" encoding="utf-8"?>
<p:tagLst xmlns:a="http://schemas.openxmlformats.org/drawingml/2006/main" xmlns:r="http://schemas.openxmlformats.org/officeDocument/2006/relationships" xmlns:p="http://schemas.openxmlformats.org/presentationml/2006/main">
  <p:tag name="AS_UNIQUEID" val="1872"/>
</p:tagLst>
</file>

<file path=ppt/tags/tag336.xml><?xml version="1.0" encoding="utf-8"?>
<p:tagLst xmlns:a="http://schemas.openxmlformats.org/drawingml/2006/main" xmlns:r="http://schemas.openxmlformats.org/officeDocument/2006/relationships" xmlns:p="http://schemas.openxmlformats.org/presentationml/2006/main">
  <p:tag name="AS_UNIQUEID" val="1873"/>
</p:tagLst>
</file>

<file path=ppt/tags/tag337.xml><?xml version="1.0" encoding="utf-8"?>
<p:tagLst xmlns:a="http://schemas.openxmlformats.org/drawingml/2006/main" xmlns:r="http://schemas.openxmlformats.org/officeDocument/2006/relationships" xmlns:p="http://schemas.openxmlformats.org/presentationml/2006/main">
  <p:tag name="AS_UNIQUEID" val="1874"/>
</p:tagLst>
</file>

<file path=ppt/tags/tag338.xml><?xml version="1.0" encoding="utf-8"?>
<p:tagLst xmlns:a="http://schemas.openxmlformats.org/drawingml/2006/main" xmlns:r="http://schemas.openxmlformats.org/officeDocument/2006/relationships" xmlns:p="http://schemas.openxmlformats.org/presentationml/2006/main">
  <p:tag name="AS_UNIQUEID" val="1875"/>
</p:tagLst>
</file>

<file path=ppt/tags/tag339.xml><?xml version="1.0" encoding="utf-8"?>
<p:tagLst xmlns:a="http://schemas.openxmlformats.org/drawingml/2006/main" xmlns:r="http://schemas.openxmlformats.org/officeDocument/2006/relationships" xmlns:p="http://schemas.openxmlformats.org/presentationml/2006/main">
  <p:tag name="AS_UNIQUEID" val="1876"/>
</p:tagLst>
</file>

<file path=ppt/tags/tag340.xml><?xml version="1.0" encoding="utf-8"?>
<p:tagLst xmlns:a="http://schemas.openxmlformats.org/drawingml/2006/main" xmlns:r="http://schemas.openxmlformats.org/officeDocument/2006/relationships" xmlns:p="http://schemas.openxmlformats.org/presentationml/2006/main">
  <p:tag name="AS_UNIQUEID" val="1877"/>
</p:tagLst>
</file>

<file path=ppt/tags/tag341.xml><?xml version="1.0" encoding="utf-8"?>
<p:tagLst xmlns:a="http://schemas.openxmlformats.org/drawingml/2006/main" xmlns:r="http://schemas.openxmlformats.org/officeDocument/2006/relationships" xmlns:p="http://schemas.openxmlformats.org/presentationml/2006/main">
  <p:tag name="AS_UNIQUEID" val="1878"/>
</p:tagLst>
</file>

<file path=ppt/tags/tag342.xml><?xml version="1.0" encoding="utf-8"?>
<p:tagLst xmlns:a="http://schemas.openxmlformats.org/drawingml/2006/main" xmlns:r="http://schemas.openxmlformats.org/officeDocument/2006/relationships" xmlns:p="http://schemas.openxmlformats.org/presentationml/2006/main">
  <p:tag name="AS_UNIQUEID" val="1879"/>
</p:tagLst>
</file>

<file path=ppt/tags/tag343.xml><?xml version="1.0" encoding="utf-8"?>
<p:tagLst xmlns:a="http://schemas.openxmlformats.org/drawingml/2006/main" xmlns:r="http://schemas.openxmlformats.org/officeDocument/2006/relationships" xmlns:p="http://schemas.openxmlformats.org/presentationml/2006/main">
  <p:tag name="AS_UNIQUEID" val="1880"/>
</p:tagLst>
</file>

<file path=ppt/tags/tag344.xml><?xml version="1.0" encoding="utf-8"?>
<p:tagLst xmlns:a="http://schemas.openxmlformats.org/drawingml/2006/main" xmlns:r="http://schemas.openxmlformats.org/officeDocument/2006/relationships" xmlns:p="http://schemas.openxmlformats.org/presentationml/2006/main">
  <p:tag name="AS_UNIQUEID" val="1881"/>
</p:tagLst>
</file>

<file path=ppt/tags/tag345.xml><?xml version="1.0" encoding="utf-8"?>
<p:tagLst xmlns:a="http://schemas.openxmlformats.org/drawingml/2006/main" xmlns:r="http://schemas.openxmlformats.org/officeDocument/2006/relationships" xmlns:p="http://schemas.openxmlformats.org/presentationml/2006/main">
  <p:tag name="AS_UNIQUEID" val="1882"/>
</p:tagLst>
</file>

<file path=ppt/tags/tag346.xml><?xml version="1.0" encoding="utf-8"?>
<p:tagLst xmlns:a="http://schemas.openxmlformats.org/drawingml/2006/main" xmlns:r="http://schemas.openxmlformats.org/officeDocument/2006/relationships" xmlns:p="http://schemas.openxmlformats.org/presentationml/2006/main">
  <p:tag name="AS_UNIQUEID" val="1883"/>
</p:tagLst>
</file>

<file path=ppt/tags/tag347.xml><?xml version="1.0" encoding="utf-8"?>
<p:tagLst xmlns:a="http://schemas.openxmlformats.org/drawingml/2006/main" xmlns:r="http://schemas.openxmlformats.org/officeDocument/2006/relationships" xmlns:p="http://schemas.openxmlformats.org/presentationml/2006/main">
  <p:tag name="AS_UNIQUEID" val="1884"/>
</p:tagLst>
</file>

<file path=ppt/tags/tag348.xml><?xml version="1.0" encoding="utf-8"?>
<p:tagLst xmlns:a="http://schemas.openxmlformats.org/drawingml/2006/main" xmlns:r="http://schemas.openxmlformats.org/officeDocument/2006/relationships" xmlns:p="http://schemas.openxmlformats.org/presentationml/2006/main">
  <p:tag name="AS_UNIQUEID" val="1885"/>
</p:tagLst>
</file>

<file path=ppt/tags/tag349.xml><?xml version="1.0" encoding="utf-8"?>
<p:tagLst xmlns:a="http://schemas.openxmlformats.org/drawingml/2006/main" xmlns:r="http://schemas.openxmlformats.org/officeDocument/2006/relationships" xmlns:p="http://schemas.openxmlformats.org/presentationml/2006/main">
  <p:tag name="AS_UNIQUEID" val="1886"/>
</p:tagLst>
</file>

<file path=ppt/tags/tag350.xml><?xml version="1.0" encoding="utf-8"?>
<p:tagLst xmlns:a="http://schemas.openxmlformats.org/drawingml/2006/main" xmlns:r="http://schemas.openxmlformats.org/officeDocument/2006/relationships" xmlns:p="http://schemas.openxmlformats.org/presentationml/2006/main">
  <p:tag name="AS_UNIQUEID" val="1888"/>
</p:tagLst>
</file>

<file path=ppt/tags/tag351.xml><?xml version="1.0" encoding="utf-8"?>
<p:tagLst xmlns:a="http://schemas.openxmlformats.org/drawingml/2006/main" xmlns:r="http://schemas.openxmlformats.org/officeDocument/2006/relationships" xmlns:p="http://schemas.openxmlformats.org/presentationml/2006/main">
  <p:tag name="AS_UNIQUEID" val="1889"/>
</p:tagLst>
</file>

<file path=ppt/tags/tag352.xml><?xml version="1.0" encoding="utf-8"?>
<p:tagLst xmlns:a="http://schemas.openxmlformats.org/drawingml/2006/main" xmlns:r="http://schemas.openxmlformats.org/officeDocument/2006/relationships" xmlns:p="http://schemas.openxmlformats.org/presentationml/2006/main">
  <p:tag name="AS_UNIQUEID" val="1898"/>
</p:tagLst>
</file>

<file path=ppt/tags/tag353.xml><?xml version="1.0" encoding="utf-8"?>
<p:tagLst xmlns:a="http://schemas.openxmlformats.org/drawingml/2006/main" xmlns:r="http://schemas.openxmlformats.org/officeDocument/2006/relationships" xmlns:p="http://schemas.openxmlformats.org/presentationml/2006/main">
  <p:tag name="AS_UNIQUEID" val="1899"/>
</p:tagLst>
</file>

<file path=ppt/tags/tag354.xml><?xml version="1.0" encoding="utf-8"?>
<p:tagLst xmlns:a="http://schemas.openxmlformats.org/drawingml/2006/main" xmlns:r="http://schemas.openxmlformats.org/officeDocument/2006/relationships" xmlns:p="http://schemas.openxmlformats.org/presentationml/2006/main">
  <p:tag name="AS_UNIQUEID" val="1900"/>
</p:tagLst>
</file>

<file path=ppt/tags/tag355.xml><?xml version="1.0" encoding="utf-8"?>
<p:tagLst xmlns:a="http://schemas.openxmlformats.org/drawingml/2006/main" xmlns:r="http://schemas.openxmlformats.org/officeDocument/2006/relationships" xmlns:p="http://schemas.openxmlformats.org/presentationml/2006/main">
  <p:tag name="AS_UNIQUEID" val="1901"/>
</p:tagLst>
</file>

<file path=ppt/tags/tag356.xml><?xml version="1.0" encoding="utf-8"?>
<p:tagLst xmlns:a="http://schemas.openxmlformats.org/drawingml/2006/main" xmlns:r="http://schemas.openxmlformats.org/officeDocument/2006/relationships" xmlns:p="http://schemas.openxmlformats.org/presentationml/2006/main">
  <p:tag name="AS_UNIQUEID" val="1902"/>
</p:tagLst>
</file>

<file path=ppt/tags/tag357.xml><?xml version="1.0" encoding="utf-8"?>
<p:tagLst xmlns:a="http://schemas.openxmlformats.org/drawingml/2006/main" xmlns:r="http://schemas.openxmlformats.org/officeDocument/2006/relationships" xmlns:p="http://schemas.openxmlformats.org/presentationml/2006/main">
  <p:tag name="AS_UNIQUEID" val="1903"/>
</p:tagLst>
</file>

<file path=ppt/tags/tag358.xml><?xml version="1.0" encoding="utf-8"?>
<p:tagLst xmlns:a="http://schemas.openxmlformats.org/drawingml/2006/main" xmlns:r="http://schemas.openxmlformats.org/officeDocument/2006/relationships" xmlns:p="http://schemas.openxmlformats.org/presentationml/2006/main">
  <p:tag name="AS_UNIQUEID" val="1904"/>
</p:tagLst>
</file>

<file path=ppt/tags/tag359.xml><?xml version="1.0" encoding="utf-8"?>
<p:tagLst xmlns:a="http://schemas.openxmlformats.org/drawingml/2006/main" xmlns:r="http://schemas.openxmlformats.org/officeDocument/2006/relationships" xmlns:p="http://schemas.openxmlformats.org/presentationml/2006/main">
  <p:tag name="AS_UNIQUEID" val="1905"/>
</p:tagLst>
</file>

<file path=ppt/tags/tag360.xml><?xml version="1.0" encoding="utf-8"?>
<p:tagLst xmlns:a="http://schemas.openxmlformats.org/drawingml/2006/main" xmlns:r="http://schemas.openxmlformats.org/officeDocument/2006/relationships" xmlns:p="http://schemas.openxmlformats.org/presentationml/2006/main">
  <p:tag name="AS_UNIQUEID" val="1906"/>
</p:tagLst>
</file>

<file path=ppt/tags/tag361.xml><?xml version="1.0" encoding="utf-8"?>
<p:tagLst xmlns:a="http://schemas.openxmlformats.org/drawingml/2006/main" xmlns:r="http://schemas.openxmlformats.org/officeDocument/2006/relationships" xmlns:p="http://schemas.openxmlformats.org/presentationml/2006/main">
  <p:tag name="AS_UNIQUEID" val="1907"/>
</p:tagLst>
</file>

<file path=ppt/tags/tag362.xml><?xml version="1.0" encoding="utf-8"?>
<p:tagLst xmlns:a="http://schemas.openxmlformats.org/drawingml/2006/main" xmlns:r="http://schemas.openxmlformats.org/officeDocument/2006/relationships" xmlns:p="http://schemas.openxmlformats.org/presentationml/2006/main">
  <p:tag name="AS_UNIQUEID" val="1910"/>
</p:tagLst>
</file>

<file path=ppt/tags/tag363.xml><?xml version="1.0" encoding="utf-8"?>
<p:tagLst xmlns:a="http://schemas.openxmlformats.org/drawingml/2006/main" xmlns:r="http://schemas.openxmlformats.org/officeDocument/2006/relationships" xmlns:p="http://schemas.openxmlformats.org/presentationml/2006/main">
  <p:tag name="AS_UNIQUEID" val="1914"/>
</p:tagLst>
</file>

<file path=ppt/tags/tag364.xml><?xml version="1.0" encoding="utf-8"?>
<p:tagLst xmlns:a="http://schemas.openxmlformats.org/drawingml/2006/main" xmlns:r="http://schemas.openxmlformats.org/officeDocument/2006/relationships" xmlns:p="http://schemas.openxmlformats.org/presentationml/2006/main">
  <p:tag name="AS_UNIQUEID" val="1911"/>
</p:tagLst>
</file>

<file path=ppt/tags/tag365.xml><?xml version="1.0" encoding="utf-8"?>
<p:tagLst xmlns:a="http://schemas.openxmlformats.org/drawingml/2006/main" xmlns:r="http://schemas.openxmlformats.org/officeDocument/2006/relationships" xmlns:p="http://schemas.openxmlformats.org/presentationml/2006/main">
  <p:tag name="AS_UNIQUEID" val="1912"/>
</p:tagLst>
</file>

<file path=ppt/tags/tag366.xml><?xml version="1.0" encoding="utf-8"?>
<p:tagLst xmlns:a="http://schemas.openxmlformats.org/drawingml/2006/main" xmlns:r="http://schemas.openxmlformats.org/officeDocument/2006/relationships" xmlns:p="http://schemas.openxmlformats.org/presentationml/2006/main">
  <p:tag name="AS_UNIQUEID" val="1908"/>
</p:tagLst>
</file>

<file path=ppt/tags/tag367.xml><?xml version="1.0" encoding="utf-8"?>
<p:tagLst xmlns:a="http://schemas.openxmlformats.org/drawingml/2006/main" xmlns:r="http://schemas.openxmlformats.org/officeDocument/2006/relationships" xmlns:p="http://schemas.openxmlformats.org/presentationml/2006/main">
  <p:tag name="AS_UNIQUEID" val="1909"/>
</p:tagLst>
</file>

<file path=ppt/tags/tag368.xml><?xml version="1.0" encoding="utf-8"?>
<p:tagLst xmlns:a="http://schemas.openxmlformats.org/drawingml/2006/main" xmlns:r="http://schemas.openxmlformats.org/officeDocument/2006/relationships" xmlns:p="http://schemas.openxmlformats.org/presentationml/2006/main">
  <p:tag name="AS_UNIQUEID" val="1890"/>
</p:tagLst>
</file>

<file path=ppt/tags/tag369.xml><?xml version="1.0" encoding="utf-8"?>
<p:tagLst xmlns:a="http://schemas.openxmlformats.org/drawingml/2006/main" xmlns:r="http://schemas.openxmlformats.org/officeDocument/2006/relationships" xmlns:p="http://schemas.openxmlformats.org/presentationml/2006/main">
  <p:tag name="AS_UNIQUEID" val="1891"/>
</p:tagLst>
</file>

<file path=ppt/tags/tag370.xml><?xml version="1.0" encoding="utf-8"?>
<p:tagLst xmlns:a="http://schemas.openxmlformats.org/drawingml/2006/main" xmlns:r="http://schemas.openxmlformats.org/officeDocument/2006/relationships" xmlns:p="http://schemas.openxmlformats.org/presentationml/2006/main">
  <p:tag name="AS_UNIQUEID" val="1892"/>
</p:tagLst>
</file>

<file path=ppt/tags/tag371.xml><?xml version="1.0" encoding="utf-8"?>
<p:tagLst xmlns:a="http://schemas.openxmlformats.org/drawingml/2006/main" xmlns:r="http://schemas.openxmlformats.org/officeDocument/2006/relationships" xmlns:p="http://schemas.openxmlformats.org/presentationml/2006/main">
  <p:tag name="AS_UNIQUEID" val="1893"/>
</p:tagLst>
</file>

<file path=ppt/tags/tag372.xml><?xml version="1.0" encoding="utf-8"?>
<p:tagLst xmlns:a="http://schemas.openxmlformats.org/drawingml/2006/main" xmlns:r="http://schemas.openxmlformats.org/officeDocument/2006/relationships" xmlns:p="http://schemas.openxmlformats.org/presentationml/2006/main">
  <p:tag name="AS_UNIQUEID" val="1894"/>
</p:tagLst>
</file>

<file path=ppt/tags/tag373.xml><?xml version="1.0" encoding="utf-8"?>
<p:tagLst xmlns:a="http://schemas.openxmlformats.org/drawingml/2006/main" xmlns:r="http://schemas.openxmlformats.org/officeDocument/2006/relationships" xmlns:p="http://schemas.openxmlformats.org/presentationml/2006/main">
  <p:tag name="AS_UNIQUEID" val="1895"/>
</p:tagLst>
</file>

<file path=ppt/tags/tag374.xml><?xml version="1.0" encoding="utf-8"?>
<p:tagLst xmlns:a="http://schemas.openxmlformats.org/drawingml/2006/main" xmlns:r="http://schemas.openxmlformats.org/officeDocument/2006/relationships" xmlns:p="http://schemas.openxmlformats.org/presentationml/2006/main">
  <p:tag name="AS_UNIQUEID" val="1896"/>
</p:tagLst>
</file>

<file path=ppt/tags/tag375.xml><?xml version="1.0" encoding="utf-8"?>
<p:tagLst xmlns:a="http://schemas.openxmlformats.org/drawingml/2006/main" xmlns:r="http://schemas.openxmlformats.org/officeDocument/2006/relationships" xmlns:p="http://schemas.openxmlformats.org/presentationml/2006/main">
  <p:tag name="AS_UNIQUEID" val="1897"/>
</p:tagLst>
</file>

<file path=ppt/tags/tag376.xml><?xml version="1.0" encoding="utf-8"?>
<p:tagLst xmlns:a="http://schemas.openxmlformats.org/drawingml/2006/main" xmlns:r="http://schemas.openxmlformats.org/officeDocument/2006/relationships" xmlns:p="http://schemas.openxmlformats.org/presentationml/2006/main">
  <p:tag name="AS_UNIQUEID" val="8831"/>
</p:tagLst>
</file>

<file path=ppt/tags/tag377.xml><?xml version="1.0" encoding="utf-8"?>
<p:tagLst xmlns:a="http://schemas.openxmlformats.org/drawingml/2006/main" xmlns:r="http://schemas.openxmlformats.org/officeDocument/2006/relationships" xmlns:p="http://schemas.openxmlformats.org/presentationml/2006/main">
  <p:tag name="AS_UNIQUEID" val="8832"/>
  <p:tag name="KSO_WM_UNIT_PLACING_PICTURE_USER_VIEWPORT" val="{&quot;height&quot;:2005,&quot;width&quot;:2753}"/>
  <p:tag name="REFSHAPE" val="482012548"/>
</p:tagLst>
</file>

<file path=ppt/tags/tag378.xml><?xml version="1.0" encoding="utf-8"?>
<p:tagLst xmlns:a="http://schemas.openxmlformats.org/drawingml/2006/main" xmlns:r="http://schemas.openxmlformats.org/officeDocument/2006/relationships" xmlns:p="http://schemas.openxmlformats.org/presentationml/2006/main">
  <p:tag name="AS_UNIQUEID" val="8833"/>
  <p:tag name="KSO_WM_UNIT_TABLE_BEAUTIFY" val="smartTable{11c2a98b-76d2-474b-ad27-7ea2d70e8442}"/>
</p:tagLst>
</file>

<file path=ppt/tags/tag379.xml><?xml version="1.0" encoding="utf-8"?>
<p:tagLst xmlns:a="http://schemas.openxmlformats.org/drawingml/2006/main" xmlns:r="http://schemas.openxmlformats.org/officeDocument/2006/relationships" xmlns:p="http://schemas.openxmlformats.org/presentationml/2006/main">
  <p:tag name="AS_UNIQUEID" val="8834"/>
</p:tagLst>
</file>

<file path=ppt/tags/tag380.xml><?xml version="1.0" encoding="utf-8"?>
<p:tagLst xmlns:a="http://schemas.openxmlformats.org/drawingml/2006/main" xmlns:r="http://schemas.openxmlformats.org/officeDocument/2006/relationships" xmlns:p="http://schemas.openxmlformats.org/presentationml/2006/main">
  <p:tag name="AS_UNIQUEID" val="1961"/>
</p:tagLst>
</file>

<file path=ppt/tags/tag381.xml><?xml version="1.0" encoding="utf-8"?>
<p:tagLst xmlns:a="http://schemas.openxmlformats.org/drawingml/2006/main" xmlns:r="http://schemas.openxmlformats.org/officeDocument/2006/relationships" xmlns:p="http://schemas.openxmlformats.org/presentationml/2006/main">
  <p:tag name="AS_UNIQUEID" val="1962"/>
</p:tagLst>
</file>

<file path=ppt/tags/tag382.xml><?xml version="1.0" encoding="utf-8"?>
<p:tagLst xmlns:a="http://schemas.openxmlformats.org/drawingml/2006/main" xmlns:r="http://schemas.openxmlformats.org/officeDocument/2006/relationships" xmlns:p="http://schemas.openxmlformats.org/presentationml/2006/main">
  <p:tag name="AS_UNIQUEID" val="1963"/>
</p:tagLst>
</file>

<file path=ppt/tags/tag383.xml><?xml version="1.0" encoding="utf-8"?>
<p:tagLst xmlns:a="http://schemas.openxmlformats.org/drawingml/2006/main" xmlns:r="http://schemas.openxmlformats.org/officeDocument/2006/relationships" xmlns:p="http://schemas.openxmlformats.org/presentationml/2006/main">
  <p:tag name="AS_UNIQUEID" val="1931"/>
</p:tagLst>
</file>

<file path=ppt/tags/tag384.xml><?xml version="1.0" encoding="utf-8"?>
<p:tagLst xmlns:a="http://schemas.openxmlformats.org/drawingml/2006/main" xmlns:r="http://schemas.openxmlformats.org/officeDocument/2006/relationships" xmlns:p="http://schemas.openxmlformats.org/presentationml/2006/main">
  <p:tag name="AS_UNIQUEID" val="1969"/>
</p:tagLst>
</file>

<file path=ppt/tags/tag385.xml><?xml version="1.0" encoding="utf-8"?>
<p:tagLst xmlns:a="http://schemas.openxmlformats.org/drawingml/2006/main" xmlns:r="http://schemas.openxmlformats.org/officeDocument/2006/relationships" xmlns:p="http://schemas.openxmlformats.org/presentationml/2006/main">
  <p:tag name="AS_UNIQUEID" val="1972"/>
</p:tagLst>
</file>

<file path=ppt/tags/tag386.xml><?xml version="1.0" encoding="utf-8"?>
<p:tagLst xmlns:a="http://schemas.openxmlformats.org/drawingml/2006/main" xmlns:r="http://schemas.openxmlformats.org/officeDocument/2006/relationships" xmlns:p="http://schemas.openxmlformats.org/presentationml/2006/main">
  <p:tag name="AS_UNIQUEID" val="1974"/>
</p:tagLst>
</file>

<file path=ppt/tags/tag387.xml><?xml version="1.0" encoding="utf-8"?>
<p:tagLst xmlns:a="http://schemas.openxmlformats.org/drawingml/2006/main" xmlns:r="http://schemas.openxmlformats.org/officeDocument/2006/relationships" xmlns:p="http://schemas.openxmlformats.org/presentationml/2006/main">
  <p:tag name="AS_UNIQUEID" val="8396"/>
</p:tagLst>
</file>

<file path=ppt/tags/tag388.xml><?xml version="1.0" encoding="utf-8"?>
<p:tagLst xmlns:a="http://schemas.openxmlformats.org/drawingml/2006/main" xmlns:r="http://schemas.openxmlformats.org/officeDocument/2006/relationships" xmlns:p="http://schemas.openxmlformats.org/presentationml/2006/main">
  <p:tag name="AS_UNIQUEID" val="8397"/>
</p:tagLst>
</file>

<file path=ppt/tags/tag389.xml><?xml version="1.0" encoding="utf-8"?>
<p:tagLst xmlns:a="http://schemas.openxmlformats.org/drawingml/2006/main" xmlns:r="http://schemas.openxmlformats.org/officeDocument/2006/relationships" xmlns:p="http://schemas.openxmlformats.org/presentationml/2006/main">
  <p:tag name="AS_UNIQUEID" val="1983"/>
</p:tagLst>
</file>

<file path=ppt/tags/tag390.xml><?xml version="1.0" encoding="utf-8"?>
<p:tagLst xmlns:a="http://schemas.openxmlformats.org/drawingml/2006/main" xmlns:r="http://schemas.openxmlformats.org/officeDocument/2006/relationships" xmlns:p="http://schemas.openxmlformats.org/presentationml/2006/main">
  <p:tag name="AS_UNIQUEID" val="2002"/>
</p:tagLst>
</file>

<file path=ppt/tags/tag391.xml><?xml version="1.0" encoding="utf-8"?>
<p:tagLst xmlns:a="http://schemas.openxmlformats.org/drawingml/2006/main" xmlns:r="http://schemas.openxmlformats.org/officeDocument/2006/relationships" xmlns:p="http://schemas.openxmlformats.org/presentationml/2006/main">
  <p:tag name="AS_UNIQUEID" val="2003"/>
</p:tagLst>
</file>

<file path=ppt/tags/tag392.xml><?xml version="1.0" encoding="utf-8"?>
<p:tagLst xmlns:a="http://schemas.openxmlformats.org/drawingml/2006/main" xmlns:r="http://schemas.openxmlformats.org/officeDocument/2006/relationships" xmlns:p="http://schemas.openxmlformats.org/presentationml/2006/main">
  <p:tag name="AS_UNIQUEID" val="2004"/>
</p:tagLst>
</file>

<file path=ppt/tags/tag393.xml><?xml version="1.0" encoding="utf-8"?>
<p:tagLst xmlns:a="http://schemas.openxmlformats.org/drawingml/2006/main" xmlns:r="http://schemas.openxmlformats.org/officeDocument/2006/relationships" xmlns:p="http://schemas.openxmlformats.org/presentationml/2006/main">
  <p:tag name="AS_UNIQUEID" val="2007"/>
</p:tagLst>
</file>

<file path=ppt/tags/tag394.xml><?xml version="1.0" encoding="utf-8"?>
<p:tagLst xmlns:a="http://schemas.openxmlformats.org/drawingml/2006/main" xmlns:r="http://schemas.openxmlformats.org/officeDocument/2006/relationships" xmlns:p="http://schemas.openxmlformats.org/presentationml/2006/main">
  <p:tag name="AS_UNIQUEID" val="2027"/>
</p:tagLst>
</file>

<file path=ppt/tags/tag395.xml><?xml version="1.0" encoding="utf-8"?>
<p:tagLst xmlns:a="http://schemas.openxmlformats.org/drawingml/2006/main" xmlns:r="http://schemas.openxmlformats.org/officeDocument/2006/relationships" xmlns:p="http://schemas.openxmlformats.org/presentationml/2006/main">
  <p:tag name="AS_UNIQUEID" val="2028"/>
</p:tagLst>
</file>

<file path=ppt/tags/tag396.xml><?xml version="1.0" encoding="utf-8"?>
<p:tagLst xmlns:a="http://schemas.openxmlformats.org/drawingml/2006/main" xmlns:r="http://schemas.openxmlformats.org/officeDocument/2006/relationships" xmlns:p="http://schemas.openxmlformats.org/presentationml/2006/main">
  <p:tag name="AS_UNIQUEID" val="2029"/>
</p:tagLst>
</file>

<file path=ppt/tags/tag397.xml><?xml version="1.0" encoding="utf-8"?>
<p:tagLst xmlns:a="http://schemas.openxmlformats.org/drawingml/2006/main" xmlns:r="http://schemas.openxmlformats.org/officeDocument/2006/relationships" xmlns:p="http://schemas.openxmlformats.org/presentationml/2006/main">
  <p:tag name="AS_UNIQUEID" val="2033"/>
</p:tagLst>
</file>

<file path=ppt/tags/tag398.xml><?xml version="1.0" encoding="utf-8"?>
<p:tagLst xmlns:a="http://schemas.openxmlformats.org/drawingml/2006/main" xmlns:r="http://schemas.openxmlformats.org/officeDocument/2006/relationships" xmlns:p="http://schemas.openxmlformats.org/presentationml/2006/main">
  <p:tag name="AS_UNIQUEID" val="2030"/>
</p:tagLst>
</file>

<file path=ppt/tags/tag399.xml><?xml version="1.0" encoding="utf-8"?>
<p:tagLst xmlns:a="http://schemas.openxmlformats.org/drawingml/2006/main" xmlns:r="http://schemas.openxmlformats.org/officeDocument/2006/relationships" xmlns:p="http://schemas.openxmlformats.org/presentationml/2006/main">
  <p:tag name="AS_UNIQUEID" val="2031"/>
</p:tagLst>
</file>

<file path=ppt/tags/tag400.xml><?xml version="1.0" encoding="utf-8"?>
<p:tagLst xmlns:a="http://schemas.openxmlformats.org/drawingml/2006/main" xmlns:r="http://schemas.openxmlformats.org/officeDocument/2006/relationships" xmlns:p="http://schemas.openxmlformats.org/presentationml/2006/main">
  <p:tag name="AS_UNIQUEID" val="2008"/>
</p:tagLst>
</file>

<file path=ppt/tags/tag401.xml><?xml version="1.0" encoding="utf-8"?>
<p:tagLst xmlns:a="http://schemas.openxmlformats.org/drawingml/2006/main" xmlns:r="http://schemas.openxmlformats.org/officeDocument/2006/relationships" xmlns:p="http://schemas.openxmlformats.org/presentationml/2006/main">
  <p:tag name="AS_UNIQUEID" val="2014"/>
</p:tagLst>
</file>

<file path=ppt/tags/tag402.xml><?xml version="1.0" encoding="utf-8"?>
<p:tagLst xmlns:a="http://schemas.openxmlformats.org/drawingml/2006/main" xmlns:r="http://schemas.openxmlformats.org/officeDocument/2006/relationships" xmlns:p="http://schemas.openxmlformats.org/presentationml/2006/main">
  <p:tag name="AS_UNIQUEID" val="2015"/>
</p:tagLst>
</file>

<file path=ppt/tags/tag403.xml><?xml version="1.0" encoding="utf-8"?>
<p:tagLst xmlns:a="http://schemas.openxmlformats.org/drawingml/2006/main" xmlns:r="http://schemas.openxmlformats.org/officeDocument/2006/relationships" xmlns:p="http://schemas.openxmlformats.org/presentationml/2006/main">
  <p:tag name="AS_UNIQUEID" val="2016"/>
</p:tagLst>
</file>

<file path=ppt/tags/tag404.xml><?xml version="1.0" encoding="utf-8"?>
<p:tagLst xmlns:a="http://schemas.openxmlformats.org/drawingml/2006/main" xmlns:r="http://schemas.openxmlformats.org/officeDocument/2006/relationships" xmlns:p="http://schemas.openxmlformats.org/presentationml/2006/main">
  <p:tag name="AS_UNIQUEID" val="2017"/>
</p:tagLst>
</file>

<file path=ppt/tags/tag405.xml><?xml version="1.0" encoding="utf-8"?>
<p:tagLst xmlns:a="http://schemas.openxmlformats.org/drawingml/2006/main" xmlns:r="http://schemas.openxmlformats.org/officeDocument/2006/relationships" xmlns:p="http://schemas.openxmlformats.org/presentationml/2006/main">
  <p:tag name="AS_UNIQUEID" val="2018"/>
</p:tagLst>
</file>

<file path=ppt/tags/tag406.xml><?xml version="1.0" encoding="utf-8"?>
<p:tagLst xmlns:a="http://schemas.openxmlformats.org/drawingml/2006/main" xmlns:r="http://schemas.openxmlformats.org/officeDocument/2006/relationships" xmlns:p="http://schemas.openxmlformats.org/presentationml/2006/main">
  <p:tag name="AS_UNIQUEID" val="2021"/>
</p:tagLst>
</file>

<file path=ppt/tags/tag407.xml><?xml version="1.0" encoding="utf-8"?>
<p:tagLst xmlns:a="http://schemas.openxmlformats.org/drawingml/2006/main" xmlns:r="http://schemas.openxmlformats.org/officeDocument/2006/relationships" xmlns:p="http://schemas.openxmlformats.org/presentationml/2006/main">
  <p:tag name="AS_UNIQUEID" val="2024"/>
</p:tagLst>
</file>

<file path=ppt/tags/tag408.xml><?xml version="1.0" encoding="utf-8"?>
<p:tagLst xmlns:a="http://schemas.openxmlformats.org/drawingml/2006/main" xmlns:r="http://schemas.openxmlformats.org/officeDocument/2006/relationships" xmlns:p="http://schemas.openxmlformats.org/presentationml/2006/main">
  <p:tag name="AS_UNIQUEID" val="2025"/>
</p:tagLst>
</file>

<file path=ppt/tags/tag409.xml><?xml version="1.0" encoding="utf-8"?>
<p:tagLst xmlns:a="http://schemas.openxmlformats.org/drawingml/2006/main" xmlns:r="http://schemas.openxmlformats.org/officeDocument/2006/relationships" xmlns:p="http://schemas.openxmlformats.org/presentationml/2006/main">
  <p:tag name="AS_UNIQUEID" val="2026"/>
</p:tagLst>
</file>

<file path=ppt/tags/tag410.xml><?xml version="1.0" encoding="utf-8"?>
<p:tagLst xmlns:a="http://schemas.openxmlformats.org/drawingml/2006/main" xmlns:r="http://schemas.openxmlformats.org/officeDocument/2006/relationships" xmlns:p="http://schemas.openxmlformats.org/presentationml/2006/main">
  <p:tag name="AS_UNIQUEID" val="2022"/>
</p:tagLst>
</file>

<file path=ppt/tags/tag411.xml><?xml version="1.0" encoding="utf-8"?>
<p:tagLst xmlns:a="http://schemas.openxmlformats.org/drawingml/2006/main" xmlns:r="http://schemas.openxmlformats.org/officeDocument/2006/relationships" xmlns:p="http://schemas.openxmlformats.org/presentationml/2006/main">
  <p:tag name="AS_UNIQUEID" val="2023"/>
</p:tagLst>
</file>

<file path=ppt/tags/tag412.xml><?xml version="1.0" encoding="utf-8"?>
<p:tagLst xmlns:a="http://schemas.openxmlformats.org/drawingml/2006/main" xmlns:r="http://schemas.openxmlformats.org/officeDocument/2006/relationships" xmlns:p="http://schemas.openxmlformats.org/presentationml/2006/main">
  <p:tag name="AS_UNIQUEID" val="2019"/>
</p:tagLst>
</file>

<file path=ppt/tags/tag413.xml><?xml version="1.0" encoding="utf-8"?>
<p:tagLst xmlns:a="http://schemas.openxmlformats.org/drawingml/2006/main" xmlns:r="http://schemas.openxmlformats.org/officeDocument/2006/relationships" xmlns:p="http://schemas.openxmlformats.org/presentationml/2006/main">
  <p:tag name="AS_UNIQUEID" val="2020"/>
</p:tagLst>
</file>

<file path=ppt/tags/tag414.xml><?xml version="1.0" encoding="utf-8"?>
<p:tagLst xmlns:a="http://schemas.openxmlformats.org/drawingml/2006/main" xmlns:r="http://schemas.openxmlformats.org/officeDocument/2006/relationships" xmlns:p="http://schemas.openxmlformats.org/presentationml/2006/main">
  <p:tag name="AS_UNIQUEID" val="2009"/>
</p:tagLst>
</file>

<file path=ppt/tags/tag415.xml><?xml version="1.0" encoding="utf-8"?>
<p:tagLst xmlns:a="http://schemas.openxmlformats.org/drawingml/2006/main" xmlns:r="http://schemas.openxmlformats.org/officeDocument/2006/relationships" xmlns:p="http://schemas.openxmlformats.org/presentationml/2006/main">
  <p:tag name="AS_UNIQUEID" val="2010"/>
</p:tagLst>
</file>

<file path=ppt/tags/tag416.xml><?xml version="1.0" encoding="utf-8"?>
<p:tagLst xmlns:a="http://schemas.openxmlformats.org/drawingml/2006/main" xmlns:r="http://schemas.openxmlformats.org/officeDocument/2006/relationships" xmlns:p="http://schemas.openxmlformats.org/presentationml/2006/main">
  <p:tag name="AS_UNIQUEID" val="2011"/>
</p:tagLst>
</file>

<file path=ppt/tags/tag417.xml><?xml version="1.0" encoding="utf-8"?>
<p:tagLst xmlns:a="http://schemas.openxmlformats.org/drawingml/2006/main" xmlns:r="http://schemas.openxmlformats.org/officeDocument/2006/relationships" xmlns:p="http://schemas.openxmlformats.org/presentationml/2006/main">
  <p:tag name="AS_UNIQUEID" val="2012"/>
</p:tagLst>
</file>

<file path=ppt/tags/tag418.xml><?xml version="1.0" encoding="utf-8"?>
<p:tagLst xmlns:a="http://schemas.openxmlformats.org/drawingml/2006/main" xmlns:r="http://schemas.openxmlformats.org/officeDocument/2006/relationships" xmlns:p="http://schemas.openxmlformats.org/presentationml/2006/main">
  <p:tag name="AS_UNIQUEID" val="2013"/>
</p:tagLst>
</file>

<file path=ppt/tags/tag419.xml><?xml version="1.0" encoding="utf-8"?>
<p:tagLst xmlns:a="http://schemas.openxmlformats.org/drawingml/2006/main" xmlns:r="http://schemas.openxmlformats.org/officeDocument/2006/relationships" xmlns:p="http://schemas.openxmlformats.org/presentationml/2006/main">
  <p:tag name="AS_UNIQUEID" val="2005"/>
</p:tagLst>
</file>

<file path=ppt/tags/tag420.xml><?xml version="1.0" encoding="utf-8"?>
<p:tagLst xmlns:a="http://schemas.openxmlformats.org/drawingml/2006/main" xmlns:r="http://schemas.openxmlformats.org/officeDocument/2006/relationships" xmlns:p="http://schemas.openxmlformats.org/presentationml/2006/main">
  <p:tag name="AS_UNIQUEID" val="2006"/>
</p:tagLst>
</file>

<file path=ppt/tags/tag421.xml><?xml version="1.0" encoding="utf-8"?>
<p:tagLst xmlns:a="http://schemas.openxmlformats.org/drawingml/2006/main" xmlns:r="http://schemas.openxmlformats.org/officeDocument/2006/relationships" xmlns:p="http://schemas.openxmlformats.org/presentationml/2006/main">
  <p:tag name="AS_UNIQUEID" val="1984"/>
</p:tagLst>
</file>

<file path=ppt/tags/tag422.xml><?xml version="1.0" encoding="utf-8"?>
<p:tagLst xmlns:a="http://schemas.openxmlformats.org/drawingml/2006/main" xmlns:r="http://schemas.openxmlformats.org/officeDocument/2006/relationships" xmlns:p="http://schemas.openxmlformats.org/presentationml/2006/main">
  <p:tag name="AS_UNIQUEID" val="1985"/>
</p:tagLst>
</file>

<file path=ppt/tags/tag423.xml><?xml version="1.0" encoding="utf-8"?>
<p:tagLst xmlns:a="http://schemas.openxmlformats.org/drawingml/2006/main" xmlns:r="http://schemas.openxmlformats.org/officeDocument/2006/relationships" xmlns:p="http://schemas.openxmlformats.org/presentationml/2006/main">
  <p:tag name="AS_UNIQUEID" val="1986"/>
</p:tagLst>
</file>

<file path=ppt/tags/tag424.xml><?xml version="1.0" encoding="utf-8"?>
<p:tagLst xmlns:a="http://schemas.openxmlformats.org/drawingml/2006/main" xmlns:r="http://schemas.openxmlformats.org/officeDocument/2006/relationships" xmlns:p="http://schemas.openxmlformats.org/presentationml/2006/main">
  <p:tag name="AS_UNIQUEID" val="1987"/>
</p:tagLst>
</file>

<file path=ppt/tags/tag425.xml><?xml version="1.0" encoding="utf-8"?>
<p:tagLst xmlns:a="http://schemas.openxmlformats.org/drawingml/2006/main" xmlns:r="http://schemas.openxmlformats.org/officeDocument/2006/relationships" xmlns:p="http://schemas.openxmlformats.org/presentationml/2006/main">
  <p:tag name="AS_UNIQUEID" val="1988"/>
</p:tagLst>
</file>

<file path=ppt/tags/tag426.xml><?xml version="1.0" encoding="utf-8"?>
<p:tagLst xmlns:a="http://schemas.openxmlformats.org/drawingml/2006/main" xmlns:r="http://schemas.openxmlformats.org/officeDocument/2006/relationships" xmlns:p="http://schemas.openxmlformats.org/presentationml/2006/main">
  <p:tag name="AS_UNIQUEID" val="1989"/>
</p:tagLst>
</file>

<file path=ppt/tags/tag427.xml><?xml version="1.0" encoding="utf-8"?>
<p:tagLst xmlns:a="http://schemas.openxmlformats.org/drawingml/2006/main" xmlns:r="http://schemas.openxmlformats.org/officeDocument/2006/relationships" xmlns:p="http://schemas.openxmlformats.org/presentationml/2006/main">
  <p:tag name="AS_UNIQUEID" val="1990"/>
</p:tagLst>
</file>

<file path=ppt/tags/tag428.xml><?xml version="1.0" encoding="utf-8"?>
<p:tagLst xmlns:a="http://schemas.openxmlformats.org/drawingml/2006/main" xmlns:r="http://schemas.openxmlformats.org/officeDocument/2006/relationships" xmlns:p="http://schemas.openxmlformats.org/presentationml/2006/main">
  <p:tag name="AS_UNIQUEID" val="1991"/>
</p:tagLst>
</file>

<file path=ppt/tags/tag429.xml><?xml version="1.0" encoding="utf-8"?>
<p:tagLst xmlns:a="http://schemas.openxmlformats.org/drawingml/2006/main" xmlns:r="http://schemas.openxmlformats.org/officeDocument/2006/relationships" xmlns:p="http://schemas.openxmlformats.org/presentationml/2006/main">
  <p:tag name="AS_UNIQUEID" val="1992"/>
</p:tagLst>
</file>

<file path=ppt/tags/tag430.xml><?xml version="1.0" encoding="utf-8"?>
<p:tagLst xmlns:a="http://schemas.openxmlformats.org/drawingml/2006/main" xmlns:r="http://schemas.openxmlformats.org/officeDocument/2006/relationships" xmlns:p="http://schemas.openxmlformats.org/presentationml/2006/main">
  <p:tag name="AS_UNIQUEID" val="1995"/>
</p:tagLst>
</file>

<file path=ppt/tags/tag431.xml><?xml version="1.0" encoding="utf-8"?>
<p:tagLst xmlns:a="http://schemas.openxmlformats.org/drawingml/2006/main" xmlns:r="http://schemas.openxmlformats.org/officeDocument/2006/relationships" xmlns:p="http://schemas.openxmlformats.org/presentationml/2006/main">
  <p:tag name="AS_UNIQUEID" val="1998"/>
</p:tagLst>
</file>

<file path=ppt/tags/tag432.xml><?xml version="1.0" encoding="utf-8"?>
<p:tagLst xmlns:a="http://schemas.openxmlformats.org/drawingml/2006/main" xmlns:r="http://schemas.openxmlformats.org/officeDocument/2006/relationships" xmlns:p="http://schemas.openxmlformats.org/presentationml/2006/main">
  <p:tag name="AS_UNIQUEID" val="2001"/>
</p:tagLst>
</file>

<file path=ppt/tags/tag433.xml><?xml version="1.0" encoding="utf-8"?>
<p:tagLst xmlns:a="http://schemas.openxmlformats.org/drawingml/2006/main" xmlns:r="http://schemas.openxmlformats.org/officeDocument/2006/relationships" xmlns:p="http://schemas.openxmlformats.org/presentationml/2006/main">
  <p:tag name="AS_UNIQUEID" val="1999"/>
</p:tagLst>
</file>

<file path=ppt/tags/tag434.xml><?xml version="1.0" encoding="utf-8"?>
<p:tagLst xmlns:a="http://schemas.openxmlformats.org/drawingml/2006/main" xmlns:r="http://schemas.openxmlformats.org/officeDocument/2006/relationships" xmlns:p="http://schemas.openxmlformats.org/presentationml/2006/main">
  <p:tag name="AS_UNIQUEID" val="2000"/>
</p:tagLst>
</file>

<file path=ppt/tags/tag435.xml><?xml version="1.0" encoding="utf-8"?>
<p:tagLst xmlns:a="http://schemas.openxmlformats.org/drawingml/2006/main" xmlns:r="http://schemas.openxmlformats.org/officeDocument/2006/relationships" xmlns:p="http://schemas.openxmlformats.org/presentationml/2006/main">
  <p:tag name="AS_UNIQUEID" val="1996"/>
</p:tagLst>
</file>

<file path=ppt/tags/tag436.xml><?xml version="1.0" encoding="utf-8"?>
<p:tagLst xmlns:a="http://schemas.openxmlformats.org/drawingml/2006/main" xmlns:r="http://schemas.openxmlformats.org/officeDocument/2006/relationships" xmlns:p="http://schemas.openxmlformats.org/presentationml/2006/main">
  <p:tag name="AS_UNIQUEID" val="1997"/>
</p:tagLst>
</file>

<file path=ppt/tags/tag437.xml><?xml version="1.0" encoding="utf-8"?>
<p:tagLst xmlns:a="http://schemas.openxmlformats.org/drawingml/2006/main" xmlns:r="http://schemas.openxmlformats.org/officeDocument/2006/relationships" xmlns:p="http://schemas.openxmlformats.org/presentationml/2006/main">
  <p:tag name="AS_UNIQUEID" val="1993"/>
</p:tagLst>
</file>

<file path=ppt/tags/tag438.xml><?xml version="1.0" encoding="utf-8"?>
<p:tagLst xmlns:a="http://schemas.openxmlformats.org/drawingml/2006/main" xmlns:r="http://schemas.openxmlformats.org/officeDocument/2006/relationships" xmlns:p="http://schemas.openxmlformats.org/presentationml/2006/main">
  <p:tag name="AS_UNIQUEID" val="1994"/>
</p:tagLst>
</file>

<file path=ppt/tags/tag439.xml><?xml version="1.0" encoding="utf-8"?>
<p:tagLst xmlns:a="http://schemas.openxmlformats.org/drawingml/2006/main" xmlns:r="http://schemas.openxmlformats.org/officeDocument/2006/relationships" xmlns:p="http://schemas.openxmlformats.org/presentationml/2006/main">
  <p:tag name="AS_UNIQUEID" val="2035"/>
</p:tagLst>
</file>

<file path=ppt/tags/tag440.xml><?xml version="1.0" encoding="utf-8"?>
<p:tagLst xmlns:a="http://schemas.openxmlformats.org/drawingml/2006/main" xmlns:r="http://schemas.openxmlformats.org/officeDocument/2006/relationships" xmlns:p="http://schemas.openxmlformats.org/presentationml/2006/main">
  <p:tag name="AS_UNIQUEID" val="2036"/>
</p:tagLst>
</file>

<file path=ppt/tags/tag441.xml><?xml version="1.0" encoding="utf-8"?>
<p:tagLst xmlns:a="http://schemas.openxmlformats.org/drawingml/2006/main" xmlns:r="http://schemas.openxmlformats.org/officeDocument/2006/relationships" xmlns:p="http://schemas.openxmlformats.org/presentationml/2006/main">
  <p:tag name="AS_UNIQUEID" val="2037"/>
</p:tagLst>
</file>

<file path=ppt/tags/tag442.xml><?xml version="1.0" encoding="utf-8"?>
<p:tagLst xmlns:a="http://schemas.openxmlformats.org/drawingml/2006/main" xmlns:r="http://schemas.openxmlformats.org/officeDocument/2006/relationships" xmlns:p="http://schemas.openxmlformats.org/presentationml/2006/main">
  <p:tag name="AS_UNIQUEID" val="2038"/>
</p:tagLst>
</file>

<file path=ppt/tags/tag443.xml><?xml version="1.0" encoding="utf-8"?>
<p:tagLst xmlns:a="http://schemas.openxmlformats.org/drawingml/2006/main" xmlns:r="http://schemas.openxmlformats.org/officeDocument/2006/relationships" xmlns:p="http://schemas.openxmlformats.org/presentationml/2006/main">
  <p:tag name="AS_UNIQUEID" val="2039"/>
</p:tagLst>
</file>

<file path=ppt/tags/tag444.xml><?xml version="1.0" encoding="utf-8"?>
<p:tagLst xmlns:a="http://schemas.openxmlformats.org/drawingml/2006/main" xmlns:r="http://schemas.openxmlformats.org/officeDocument/2006/relationships" xmlns:p="http://schemas.openxmlformats.org/presentationml/2006/main">
  <p:tag name="AS_UNIQUEID" val="2040"/>
</p:tagLst>
</file>

<file path=ppt/tags/tag445.xml><?xml version="1.0" encoding="utf-8"?>
<p:tagLst xmlns:a="http://schemas.openxmlformats.org/drawingml/2006/main" xmlns:r="http://schemas.openxmlformats.org/officeDocument/2006/relationships" xmlns:p="http://schemas.openxmlformats.org/presentationml/2006/main">
  <p:tag name="AS_UNIQUEID" val="2041"/>
</p:tagLst>
</file>

<file path=ppt/tags/tag446.xml><?xml version="1.0" encoding="utf-8"?>
<p:tagLst xmlns:a="http://schemas.openxmlformats.org/drawingml/2006/main" xmlns:r="http://schemas.openxmlformats.org/officeDocument/2006/relationships" xmlns:p="http://schemas.openxmlformats.org/presentationml/2006/main">
  <p:tag name="AS_UNIQUEID" val="2042"/>
</p:tagLst>
</file>

<file path=ppt/tags/tag447.xml><?xml version="1.0" encoding="utf-8"?>
<p:tagLst xmlns:a="http://schemas.openxmlformats.org/drawingml/2006/main" xmlns:r="http://schemas.openxmlformats.org/officeDocument/2006/relationships" xmlns:p="http://schemas.openxmlformats.org/presentationml/2006/main">
  <p:tag name="AS_UNIQUEID" val="2043"/>
</p:tagLst>
</file>

<file path=ppt/tags/tag448.xml><?xml version="1.0" encoding="utf-8"?>
<p:tagLst xmlns:a="http://schemas.openxmlformats.org/drawingml/2006/main" xmlns:r="http://schemas.openxmlformats.org/officeDocument/2006/relationships" xmlns:p="http://schemas.openxmlformats.org/presentationml/2006/main">
  <p:tag name="AS_UNIQUEID" val="2078"/>
</p:tagLst>
</file>

<file path=ppt/tags/tag449.xml><?xml version="1.0" encoding="utf-8"?>
<p:tagLst xmlns:a="http://schemas.openxmlformats.org/drawingml/2006/main" xmlns:r="http://schemas.openxmlformats.org/officeDocument/2006/relationships" xmlns:p="http://schemas.openxmlformats.org/presentationml/2006/main">
  <p:tag name="AS_UNIQUEID" val="2079"/>
</p:tagLst>
</file>

<file path=ppt/tags/tag450.xml><?xml version="1.0" encoding="utf-8"?>
<p:tagLst xmlns:a="http://schemas.openxmlformats.org/drawingml/2006/main" xmlns:r="http://schemas.openxmlformats.org/officeDocument/2006/relationships" xmlns:p="http://schemas.openxmlformats.org/presentationml/2006/main">
  <p:tag name="AS_UNIQUEID" val="2080"/>
</p:tagLst>
</file>

<file path=ppt/tags/tag451.xml><?xml version="1.0" encoding="utf-8"?>
<p:tagLst xmlns:a="http://schemas.openxmlformats.org/drawingml/2006/main" xmlns:r="http://schemas.openxmlformats.org/officeDocument/2006/relationships" xmlns:p="http://schemas.openxmlformats.org/presentationml/2006/main">
  <p:tag name="AS_UNIQUEID" val="2081"/>
</p:tagLst>
</file>

<file path=ppt/tags/tag452.xml><?xml version="1.0" encoding="utf-8"?>
<p:tagLst xmlns:a="http://schemas.openxmlformats.org/drawingml/2006/main" xmlns:r="http://schemas.openxmlformats.org/officeDocument/2006/relationships" xmlns:p="http://schemas.openxmlformats.org/presentationml/2006/main">
  <p:tag name="AS_UNIQUEID" val="2083"/>
</p:tagLst>
</file>

<file path=ppt/tags/tag453.xml><?xml version="1.0" encoding="utf-8"?>
<p:tagLst xmlns:a="http://schemas.openxmlformats.org/drawingml/2006/main" xmlns:r="http://schemas.openxmlformats.org/officeDocument/2006/relationships" xmlns:p="http://schemas.openxmlformats.org/presentationml/2006/main">
  <p:tag name="AS_UNIQUEID" val="2084"/>
</p:tagLst>
</file>

<file path=ppt/tags/tag454.xml><?xml version="1.0" encoding="utf-8"?>
<p:tagLst xmlns:a="http://schemas.openxmlformats.org/drawingml/2006/main" xmlns:r="http://schemas.openxmlformats.org/officeDocument/2006/relationships" xmlns:p="http://schemas.openxmlformats.org/presentationml/2006/main">
  <p:tag name="AS_UNIQUEID" val="2089"/>
</p:tagLst>
</file>

<file path=ppt/tags/tag455.xml><?xml version="1.0" encoding="utf-8"?>
<p:tagLst xmlns:a="http://schemas.openxmlformats.org/drawingml/2006/main" xmlns:r="http://schemas.openxmlformats.org/officeDocument/2006/relationships" xmlns:p="http://schemas.openxmlformats.org/presentationml/2006/main">
  <p:tag name="AS_UNIQUEID" val="2090"/>
</p:tagLst>
</file>

<file path=ppt/tags/tag456.xml><?xml version="1.0" encoding="utf-8"?>
<p:tagLst xmlns:a="http://schemas.openxmlformats.org/drawingml/2006/main" xmlns:r="http://schemas.openxmlformats.org/officeDocument/2006/relationships" xmlns:p="http://schemas.openxmlformats.org/presentationml/2006/main">
  <p:tag name="AS_UNIQUEID" val="2091"/>
</p:tagLst>
</file>

<file path=ppt/tags/tag457.xml><?xml version="1.0" encoding="utf-8"?>
<p:tagLst xmlns:a="http://schemas.openxmlformats.org/drawingml/2006/main" xmlns:r="http://schemas.openxmlformats.org/officeDocument/2006/relationships" xmlns:p="http://schemas.openxmlformats.org/presentationml/2006/main">
  <p:tag name="AS_UNIQUEID" val="2092"/>
</p:tagLst>
</file>

<file path=ppt/tags/tag458.xml><?xml version="1.0" encoding="utf-8"?>
<p:tagLst xmlns:a="http://schemas.openxmlformats.org/drawingml/2006/main" xmlns:r="http://schemas.openxmlformats.org/officeDocument/2006/relationships" xmlns:p="http://schemas.openxmlformats.org/presentationml/2006/main">
  <p:tag name="AS_UNIQUEID" val="2093"/>
</p:tagLst>
</file>

<file path=ppt/tags/tag459.xml><?xml version="1.0" encoding="utf-8"?>
<p:tagLst xmlns:a="http://schemas.openxmlformats.org/drawingml/2006/main" xmlns:r="http://schemas.openxmlformats.org/officeDocument/2006/relationships" xmlns:p="http://schemas.openxmlformats.org/presentationml/2006/main">
  <p:tag name="AS_UNIQUEID" val="2094"/>
</p:tagLst>
</file>

<file path=ppt/tags/tag460.xml><?xml version="1.0" encoding="utf-8"?>
<p:tagLst xmlns:a="http://schemas.openxmlformats.org/drawingml/2006/main" xmlns:r="http://schemas.openxmlformats.org/officeDocument/2006/relationships" xmlns:p="http://schemas.openxmlformats.org/presentationml/2006/main">
  <p:tag name="AS_UNIQUEID" val="2095"/>
</p:tagLst>
</file>

<file path=ppt/tags/tag461.xml><?xml version="1.0" encoding="utf-8"?>
<p:tagLst xmlns:a="http://schemas.openxmlformats.org/drawingml/2006/main" xmlns:r="http://schemas.openxmlformats.org/officeDocument/2006/relationships" xmlns:p="http://schemas.openxmlformats.org/presentationml/2006/main">
  <p:tag name="AS_UNIQUEID" val="2096"/>
</p:tagLst>
</file>

<file path=ppt/tags/tag462.xml><?xml version="1.0" encoding="utf-8"?>
<p:tagLst xmlns:a="http://schemas.openxmlformats.org/drawingml/2006/main" xmlns:r="http://schemas.openxmlformats.org/officeDocument/2006/relationships" xmlns:p="http://schemas.openxmlformats.org/presentationml/2006/main">
  <p:tag name="AS_UNIQUEID" val="2097"/>
</p:tagLst>
</file>

<file path=ppt/tags/tag463.xml><?xml version="1.0" encoding="utf-8"?>
<p:tagLst xmlns:a="http://schemas.openxmlformats.org/drawingml/2006/main" xmlns:r="http://schemas.openxmlformats.org/officeDocument/2006/relationships" xmlns:p="http://schemas.openxmlformats.org/presentationml/2006/main">
  <p:tag name="AS_UNIQUEID" val="2098"/>
</p:tagLst>
</file>

<file path=ppt/tags/tag464.xml><?xml version="1.0" encoding="utf-8"?>
<p:tagLst xmlns:a="http://schemas.openxmlformats.org/drawingml/2006/main" xmlns:r="http://schemas.openxmlformats.org/officeDocument/2006/relationships" xmlns:p="http://schemas.openxmlformats.org/presentationml/2006/main">
  <p:tag name="AS_UNIQUEID" val="2099"/>
</p:tagLst>
</file>

<file path=ppt/tags/tag465.xml><?xml version="1.0" encoding="utf-8"?>
<p:tagLst xmlns:a="http://schemas.openxmlformats.org/drawingml/2006/main" xmlns:r="http://schemas.openxmlformats.org/officeDocument/2006/relationships" xmlns:p="http://schemas.openxmlformats.org/presentationml/2006/main">
  <p:tag name="AS_UNIQUEID" val="2113"/>
</p:tagLst>
</file>

<file path=ppt/tags/tag466.xml><?xml version="1.0" encoding="utf-8"?>
<p:tagLst xmlns:a="http://schemas.openxmlformats.org/drawingml/2006/main" xmlns:r="http://schemas.openxmlformats.org/officeDocument/2006/relationships" xmlns:p="http://schemas.openxmlformats.org/presentationml/2006/main">
  <p:tag name="AS_UNIQUEID" val="2100"/>
</p:tagLst>
</file>

<file path=ppt/tags/tag467.xml><?xml version="1.0" encoding="utf-8"?>
<p:tagLst xmlns:a="http://schemas.openxmlformats.org/drawingml/2006/main" xmlns:r="http://schemas.openxmlformats.org/officeDocument/2006/relationships" xmlns:p="http://schemas.openxmlformats.org/presentationml/2006/main">
  <p:tag name="AS_UNIQUEID" val="2101"/>
</p:tagLst>
</file>

<file path=ppt/tags/tag468.xml><?xml version="1.0" encoding="utf-8"?>
<p:tagLst xmlns:a="http://schemas.openxmlformats.org/drawingml/2006/main" xmlns:r="http://schemas.openxmlformats.org/officeDocument/2006/relationships" xmlns:p="http://schemas.openxmlformats.org/presentationml/2006/main">
  <p:tag name="AS_UNIQUEID" val="2102"/>
</p:tagLst>
</file>

<file path=ppt/tags/tag469.xml><?xml version="1.0" encoding="utf-8"?>
<p:tagLst xmlns:a="http://schemas.openxmlformats.org/drawingml/2006/main" xmlns:r="http://schemas.openxmlformats.org/officeDocument/2006/relationships" xmlns:p="http://schemas.openxmlformats.org/presentationml/2006/main">
  <p:tag name="AS_UNIQUEID" val="2103"/>
</p:tagLst>
</file>

<file path=ppt/tags/tag470.xml><?xml version="1.0" encoding="utf-8"?>
<p:tagLst xmlns:a="http://schemas.openxmlformats.org/drawingml/2006/main" xmlns:r="http://schemas.openxmlformats.org/officeDocument/2006/relationships" xmlns:p="http://schemas.openxmlformats.org/presentationml/2006/main">
  <p:tag name="AS_UNIQUEID" val="2104"/>
</p:tagLst>
</file>

<file path=ppt/tags/tag471.xml><?xml version="1.0" encoding="utf-8"?>
<p:tagLst xmlns:a="http://schemas.openxmlformats.org/drawingml/2006/main" xmlns:r="http://schemas.openxmlformats.org/officeDocument/2006/relationships" xmlns:p="http://schemas.openxmlformats.org/presentationml/2006/main">
  <p:tag name="AS_UNIQUEID" val="2105"/>
</p:tagLst>
</file>

<file path=ppt/tags/tag472.xml><?xml version="1.0" encoding="utf-8"?>
<p:tagLst xmlns:a="http://schemas.openxmlformats.org/drawingml/2006/main" xmlns:r="http://schemas.openxmlformats.org/officeDocument/2006/relationships" xmlns:p="http://schemas.openxmlformats.org/presentationml/2006/main">
  <p:tag name="AS_UNIQUEID" val="2106"/>
</p:tagLst>
</file>

<file path=ppt/tags/tag473.xml><?xml version="1.0" encoding="utf-8"?>
<p:tagLst xmlns:a="http://schemas.openxmlformats.org/drawingml/2006/main" xmlns:r="http://schemas.openxmlformats.org/officeDocument/2006/relationships" xmlns:p="http://schemas.openxmlformats.org/presentationml/2006/main">
  <p:tag name="AS_UNIQUEID" val="2107"/>
</p:tagLst>
</file>

<file path=ppt/tags/tag474.xml><?xml version="1.0" encoding="utf-8"?>
<p:tagLst xmlns:a="http://schemas.openxmlformats.org/drawingml/2006/main" xmlns:r="http://schemas.openxmlformats.org/officeDocument/2006/relationships" xmlns:p="http://schemas.openxmlformats.org/presentationml/2006/main">
  <p:tag name="AS_UNIQUEID" val="2108"/>
</p:tagLst>
</file>

<file path=ppt/tags/tag475.xml><?xml version="1.0" encoding="utf-8"?>
<p:tagLst xmlns:p="http://schemas.openxmlformats.org/presentationml/2006/main">
  <p:tag name="AS_UNIQUEID" val="2063"/>
</p:tagLst>
</file>

<file path=ppt/tags/tag476.xml><?xml version="1.0" encoding="utf-8"?>
<p:tagLst xmlns:a="http://schemas.openxmlformats.org/drawingml/2006/main" xmlns:r="http://schemas.openxmlformats.org/officeDocument/2006/relationships" xmlns:p="http://schemas.openxmlformats.org/presentationml/2006/main">
  <p:tag name="AS_UNIQUEID" val="2109"/>
</p:tagLst>
</file>

<file path=ppt/tags/tag477.xml><?xml version="1.0" encoding="utf-8"?>
<p:tagLst xmlns:a="http://schemas.openxmlformats.org/drawingml/2006/main" xmlns:r="http://schemas.openxmlformats.org/officeDocument/2006/relationships" xmlns:p="http://schemas.openxmlformats.org/presentationml/2006/main">
  <p:tag name="AS_UNIQUEID" val="2110"/>
</p:tagLst>
</file>

<file path=ppt/tags/tag478.xml><?xml version="1.0" encoding="utf-8"?>
<p:tagLst xmlns:a="http://schemas.openxmlformats.org/drawingml/2006/main" xmlns:r="http://schemas.openxmlformats.org/officeDocument/2006/relationships" xmlns:p="http://schemas.openxmlformats.org/presentationml/2006/main">
  <p:tag name="AS_UNIQUEID" val="2111"/>
</p:tagLst>
</file>

<file path=ppt/tags/tag479.xml><?xml version="1.0" encoding="utf-8"?>
<p:tagLst xmlns:a="http://schemas.openxmlformats.org/drawingml/2006/main" xmlns:r="http://schemas.openxmlformats.org/officeDocument/2006/relationships" xmlns:p="http://schemas.openxmlformats.org/presentationml/2006/main">
  <p:tag name="AS_UNIQUEID" val="2112"/>
</p:tagLst>
</file>

<file path=ppt/tags/tag480.xml><?xml version="1.0" encoding="utf-8"?>
<p:tagLst xmlns:a="http://schemas.openxmlformats.org/drawingml/2006/main" xmlns:r="http://schemas.openxmlformats.org/officeDocument/2006/relationships" xmlns:p="http://schemas.openxmlformats.org/presentationml/2006/main">
  <p:tag name="AS_UNIQUEID" val="2123"/>
</p:tagLst>
</file>

<file path=ppt/tags/tag481.xml><?xml version="1.0" encoding="utf-8"?>
<p:tagLst xmlns:a="http://schemas.openxmlformats.org/drawingml/2006/main" xmlns:r="http://schemas.openxmlformats.org/officeDocument/2006/relationships" xmlns:p="http://schemas.openxmlformats.org/presentationml/2006/main">
  <p:tag name="AS_UNIQUEID" val="2124"/>
</p:tagLst>
</file>

<file path=ppt/tags/tag482.xml><?xml version="1.0" encoding="utf-8"?>
<p:tagLst xmlns:a="http://schemas.openxmlformats.org/drawingml/2006/main" xmlns:r="http://schemas.openxmlformats.org/officeDocument/2006/relationships" xmlns:p="http://schemas.openxmlformats.org/presentationml/2006/main">
  <p:tag name="AS_UNIQUEID" val="2126"/>
</p:tagLst>
</file>

<file path=ppt/tags/tag483.xml><?xml version="1.0" encoding="utf-8"?>
<p:tagLst xmlns:a="http://schemas.openxmlformats.org/drawingml/2006/main" xmlns:r="http://schemas.openxmlformats.org/officeDocument/2006/relationships" xmlns:p="http://schemas.openxmlformats.org/presentationml/2006/main">
  <p:tag name="AS_UNIQUEID" val="2127"/>
</p:tagLst>
</file>

<file path=ppt/tags/tag484.xml><?xml version="1.0" encoding="utf-8"?>
<p:tagLst xmlns:a="http://schemas.openxmlformats.org/drawingml/2006/main" xmlns:r="http://schemas.openxmlformats.org/officeDocument/2006/relationships" xmlns:p="http://schemas.openxmlformats.org/presentationml/2006/main">
  <p:tag name="AS_UNIQUEID" val="2128"/>
</p:tagLst>
</file>

<file path=ppt/tags/tag485.xml><?xml version="1.0" encoding="utf-8"?>
<p:tagLst xmlns:a="http://schemas.openxmlformats.org/drawingml/2006/main" xmlns:r="http://schemas.openxmlformats.org/officeDocument/2006/relationships" xmlns:p="http://schemas.openxmlformats.org/presentationml/2006/main">
  <p:tag name="AS_UNIQUEID" val="2129"/>
</p:tagLst>
</file>

<file path=ppt/tags/tag486.xml><?xml version="1.0" encoding="utf-8"?>
<p:tagLst xmlns:a="http://schemas.openxmlformats.org/drawingml/2006/main" xmlns:r="http://schemas.openxmlformats.org/officeDocument/2006/relationships" xmlns:p="http://schemas.openxmlformats.org/presentationml/2006/main">
  <p:tag name="AS_UNIQUEID" val="2130"/>
</p:tagLst>
</file>

<file path=ppt/tags/tag487.xml><?xml version="1.0" encoding="utf-8"?>
<p:tagLst xmlns:a="http://schemas.openxmlformats.org/drawingml/2006/main" xmlns:r="http://schemas.openxmlformats.org/officeDocument/2006/relationships" xmlns:p="http://schemas.openxmlformats.org/presentationml/2006/main">
  <p:tag name="AS_UNIQUEID" val="2131"/>
</p:tagLst>
</file>

<file path=ppt/tags/tag488.xml><?xml version="1.0" encoding="utf-8"?>
<p:tagLst xmlns:a="http://schemas.openxmlformats.org/drawingml/2006/main" xmlns:r="http://schemas.openxmlformats.org/officeDocument/2006/relationships" xmlns:p="http://schemas.openxmlformats.org/presentationml/2006/main">
  <p:tag name="AS_UNIQUEID" val="2132"/>
</p:tagLst>
</file>

<file path=ppt/tags/tag489.xml><?xml version="1.0" encoding="utf-8"?>
<p:tagLst xmlns:a="http://schemas.openxmlformats.org/drawingml/2006/main" xmlns:r="http://schemas.openxmlformats.org/officeDocument/2006/relationships" xmlns:p="http://schemas.openxmlformats.org/presentationml/2006/main">
  <p:tag name="AS_UNIQUEID" val="2133"/>
</p:tagLst>
</file>

<file path=ppt/tags/tag490.xml><?xml version="1.0" encoding="utf-8"?>
<p:tagLst xmlns:a="http://schemas.openxmlformats.org/drawingml/2006/main" xmlns:r="http://schemas.openxmlformats.org/officeDocument/2006/relationships" xmlns:p="http://schemas.openxmlformats.org/presentationml/2006/main">
  <p:tag name="AS_UNIQUEID" val="2134"/>
</p:tagLst>
</file>

<file path=ppt/tags/tag491.xml><?xml version="1.0" encoding="utf-8"?>
<p:tagLst xmlns:a="http://schemas.openxmlformats.org/drawingml/2006/main" xmlns:r="http://schemas.openxmlformats.org/officeDocument/2006/relationships" xmlns:p="http://schemas.openxmlformats.org/presentationml/2006/main">
  <p:tag name="AS_UNIQUEID" val="2135"/>
</p:tagLst>
</file>

<file path=ppt/tags/tag492.xml><?xml version="1.0" encoding="utf-8"?>
<p:tagLst xmlns:a="http://schemas.openxmlformats.org/drawingml/2006/main" xmlns:r="http://schemas.openxmlformats.org/officeDocument/2006/relationships" xmlns:p="http://schemas.openxmlformats.org/presentationml/2006/main">
  <p:tag name="AS_UNIQUEID" val="2136"/>
</p:tagLst>
</file>

<file path=ppt/tags/tag493.xml><?xml version="1.0" encoding="utf-8"?>
<p:tagLst xmlns:a="http://schemas.openxmlformats.org/drawingml/2006/main" xmlns:r="http://schemas.openxmlformats.org/officeDocument/2006/relationships" xmlns:p="http://schemas.openxmlformats.org/presentationml/2006/main">
  <p:tag name="AS_UNIQUEID" val="2137"/>
</p:tagLst>
</file>

<file path=ppt/tags/tag494.xml><?xml version="1.0" encoding="utf-8"?>
<p:tagLst xmlns:a="http://schemas.openxmlformats.org/drawingml/2006/main" xmlns:r="http://schemas.openxmlformats.org/officeDocument/2006/relationships" xmlns:p="http://schemas.openxmlformats.org/presentationml/2006/main">
  <p:tag name="AS_UNIQUEID" val="2138"/>
</p:tagLst>
</file>

<file path=ppt/tags/tag495.xml><?xml version="1.0" encoding="utf-8"?>
<p:tagLst xmlns:a="http://schemas.openxmlformats.org/drawingml/2006/main" xmlns:r="http://schemas.openxmlformats.org/officeDocument/2006/relationships" xmlns:p="http://schemas.openxmlformats.org/presentationml/2006/main">
  <p:tag name="AS_UNIQUEID" val="2139"/>
</p:tagLst>
</file>

<file path=ppt/tags/tag496.xml><?xml version="1.0" encoding="utf-8"?>
<p:tagLst xmlns:a="http://schemas.openxmlformats.org/drawingml/2006/main" xmlns:r="http://schemas.openxmlformats.org/officeDocument/2006/relationships" xmlns:p="http://schemas.openxmlformats.org/presentationml/2006/main">
  <p:tag name="AS_UNIQUEID" val="2140"/>
</p:tagLst>
</file>

<file path=ppt/tags/tag497.xml><?xml version="1.0" encoding="utf-8"?>
<p:tagLst xmlns:a="http://schemas.openxmlformats.org/drawingml/2006/main" xmlns:r="http://schemas.openxmlformats.org/officeDocument/2006/relationships" xmlns:p="http://schemas.openxmlformats.org/presentationml/2006/main">
  <p:tag name="AS_UNIQUEID" val="2160"/>
</p:tagLst>
</file>

<file path=ppt/tags/tag498.xml><?xml version="1.0" encoding="utf-8"?>
<p:tagLst xmlns:a="http://schemas.openxmlformats.org/drawingml/2006/main" xmlns:r="http://schemas.openxmlformats.org/officeDocument/2006/relationships" xmlns:p="http://schemas.openxmlformats.org/presentationml/2006/main">
  <p:tag name="AS_UNIQUEID" val="2142"/>
</p:tagLst>
</file>

<file path=ppt/tags/tag499.xml><?xml version="1.0" encoding="utf-8"?>
<p:tagLst xmlns:a="http://schemas.openxmlformats.org/drawingml/2006/main" xmlns:r="http://schemas.openxmlformats.org/officeDocument/2006/relationships" xmlns:p="http://schemas.openxmlformats.org/presentationml/2006/main">
  <p:tag name="AS_UNIQUEID" val="2143"/>
</p:tagLst>
</file>

<file path=ppt/tags/tag500.xml><?xml version="1.0" encoding="utf-8"?>
<p:tagLst xmlns:a="http://schemas.openxmlformats.org/drawingml/2006/main" xmlns:r="http://schemas.openxmlformats.org/officeDocument/2006/relationships" xmlns:p="http://schemas.openxmlformats.org/presentationml/2006/main">
  <p:tag name="AS_UNIQUEID" val="2144"/>
</p:tagLst>
</file>

<file path=ppt/tags/tag501.xml><?xml version="1.0" encoding="utf-8"?>
<p:tagLst xmlns:a="http://schemas.openxmlformats.org/drawingml/2006/main" xmlns:r="http://schemas.openxmlformats.org/officeDocument/2006/relationships" xmlns:p="http://schemas.openxmlformats.org/presentationml/2006/main">
  <p:tag name="AS_UNIQUEID" val="2145"/>
</p:tagLst>
</file>

<file path=ppt/tags/tag502.xml><?xml version="1.0" encoding="utf-8"?>
<p:tagLst xmlns:a="http://schemas.openxmlformats.org/drawingml/2006/main" xmlns:r="http://schemas.openxmlformats.org/officeDocument/2006/relationships" xmlns:p="http://schemas.openxmlformats.org/presentationml/2006/main">
  <p:tag name="AS_UNIQUEID" val="2146"/>
</p:tagLst>
</file>

<file path=ppt/tags/tag503.xml><?xml version="1.0" encoding="utf-8"?>
<p:tagLst xmlns:a="http://schemas.openxmlformats.org/drawingml/2006/main" xmlns:r="http://schemas.openxmlformats.org/officeDocument/2006/relationships" xmlns:p="http://schemas.openxmlformats.org/presentationml/2006/main">
  <p:tag name="AS_UNIQUEID" val="2147"/>
</p:tagLst>
</file>

<file path=ppt/tags/tag504.xml><?xml version="1.0" encoding="utf-8"?>
<p:tagLst xmlns:a="http://schemas.openxmlformats.org/drawingml/2006/main" xmlns:r="http://schemas.openxmlformats.org/officeDocument/2006/relationships" xmlns:p="http://schemas.openxmlformats.org/presentationml/2006/main">
  <p:tag name="AS_UNIQUEID" val="2148"/>
</p:tagLst>
</file>

<file path=ppt/tags/tag505.xml><?xml version="1.0" encoding="utf-8"?>
<p:tagLst xmlns:a="http://schemas.openxmlformats.org/drawingml/2006/main" xmlns:r="http://schemas.openxmlformats.org/officeDocument/2006/relationships" xmlns:p="http://schemas.openxmlformats.org/presentationml/2006/main">
  <p:tag name="AS_UNIQUEID" val="2149"/>
</p:tagLst>
</file>

<file path=ppt/tags/tag506.xml><?xml version="1.0" encoding="utf-8"?>
<p:tagLst xmlns:a="http://schemas.openxmlformats.org/drawingml/2006/main" xmlns:r="http://schemas.openxmlformats.org/officeDocument/2006/relationships" xmlns:p="http://schemas.openxmlformats.org/presentationml/2006/main">
  <p:tag name="AS_UNIQUEID" val="2150"/>
</p:tagLst>
</file>

<file path=ppt/tags/tag507.xml><?xml version="1.0" encoding="utf-8"?>
<p:tagLst xmlns:a="http://schemas.openxmlformats.org/drawingml/2006/main" xmlns:r="http://schemas.openxmlformats.org/officeDocument/2006/relationships" xmlns:p="http://schemas.openxmlformats.org/presentationml/2006/main">
  <p:tag name="AS_UNIQUEID" val="2151"/>
</p:tagLst>
</file>

<file path=ppt/tags/tag508.xml><?xml version="1.0" encoding="utf-8"?>
<p:tagLst xmlns:a="http://schemas.openxmlformats.org/drawingml/2006/main" xmlns:r="http://schemas.openxmlformats.org/officeDocument/2006/relationships" xmlns:p="http://schemas.openxmlformats.org/presentationml/2006/main">
  <p:tag name="AS_UNIQUEID" val="2152"/>
</p:tagLst>
</file>

<file path=ppt/tags/tag509.xml><?xml version="1.0" encoding="utf-8"?>
<p:tagLst xmlns:a="http://schemas.openxmlformats.org/drawingml/2006/main" xmlns:r="http://schemas.openxmlformats.org/officeDocument/2006/relationships" xmlns:p="http://schemas.openxmlformats.org/presentationml/2006/main">
  <p:tag name="AS_UNIQUEID" val="2153"/>
</p:tagLst>
</file>

<file path=ppt/tags/tag510.xml><?xml version="1.0" encoding="utf-8"?>
<p:tagLst xmlns:a="http://schemas.openxmlformats.org/drawingml/2006/main" xmlns:r="http://schemas.openxmlformats.org/officeDocument/2006/relationships" xmlns:p="http://schemas.openxmlformats.org/presentationml/2006/main">
  <p:tag name="AS_UNIQUEID" val="2154"/>
</p:tagLst>
</file>

<file path=ppt/tags/tag511.xml><?xml version="1.0" encoding="utf-8"?>
<p:tagLst xmlns:a="http://schemas.openxmlformats.org/drawingml/2006/main" xmlns:r="http://schemas.openxmlformats.org/officeDocument/2006/relationships" xmlns:p="http://schemas.openxmlformats.org/presentationml/2006/main">
  <p:tag name="AS_UNIQUEID" val="2155"/>
</p:tagLst>
</file>

<file path=ppt/theme/theme1.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3cace102-ccba-428e-97e2-be7fdaa6240d">
      <a:majorFont>
        <a:latin typeface="Times New Roman"/>
        <a:ea typeface="微软雅黑"/>
        <a:cs typeface="Arial"/>
      </a:majorFont>
      <a:minorFont>
        <a:latin typeface="Times New Roman"/>
        <a:ea typeface="微软雅黑"/>
        <a:cs typeface="Arial"/>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Arial"/>
      </a:majorFont>
      <a:minorFont>
        <a:latin typeface="Arial"/>
        <a:ea typeface="微软雅黑"/>
        <a:cs typeface="Arial"/>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s:customData xmlns="http://www.wps.cn/officeDocument/2013/wpsCustomData" xmlns:s="http://www.wps.cn/officeDocument/2013/wpsCustomData">
  <extobjs>
    <extobj name="61704547-3176-4FA0-AAD0-7DF1A1D1964B-1">
      <extobjdata type="61704547-3176-4FA0-AAD0-7DF1A1D1964B" data="ewogICAiZXhwcmVzc2lvbiIgOiAie1wiZWxlY3Ryb25UaXJlR3JvdXBzXCI6W3tcInRvcEFyY1wiOntcInhcIjoyNSxcInlcIjo5MCxcImlubmVyUmFkaXVzXCI6MzUsXCJvdXRlclJhZGl1c1wiOjM3LFwiYW5nbGVcIjotMjYuOTAzODIxODI1NTgxMTgzLFwiZmlsbFwiOlwiIzAwMjA2MFwiLFwiY2xvY2t3aXNlXCI6dHJ1ZSxcInJvdGF0aW9uXCI6LTEzLjA5NjE3ODE3NDQxODgxN30sXCJib3R0b21BcmNcIjp7XCJ4XCI6MjUsXCJ5XCI6OTAsXCJpbm5lclJhZGl1c1wiOjM1LFwib3V0ZXJSYWRpdXNcIjozNyxcImFuZ2xlXCI6MjYuOTAzODIxODI1NTgxMTgzLFwiZmlsbFwiOlwiIzAwMjA2MFwiLFwiY2xvY2t3aXNlXCI6ZmFsc2UsXCJyb3RhdGlvblwiOjEzLjA5NjE3ODE3NDQxODgxN30sXCJ0ZXh0XCI6e1wieFwiOjU3LFwieVwiOjg1LjIsXCJmb250U2l6ZVwiOjEyLFwidGV4dFwiOlwiMlwiLFwiZmlsbFwiOlwiIzAwMjA2MFwiLFwiaW5kZXhcIjowfX0se1widG9wQXJjXCI6e1wieFwiOjI1LFwieVwiOjkwLFwiaW5uZXJSYWRpdXNcIjo1MixcIm91dGVyUmFkaXVzXCI6NTQsXCJhbmdsZVwiOi0zMS4xODUyNjQ2OTAyOTUwMyxcImZpbGxcIjpcIiMwMDIwNjBcIixcImNsb2Nrd2lzZVwiOnRydWUsXCJyb3RhdGlvblwiOi04LjgxNDczNTMwOTcwNDk3M30sXCJib3R0b21BcmNcIjp7XCJ4XCI6MjUsXCJ5XCI6OTAsXCJpbm5lclJhZGl1c1wiOjUyLFwib3V0ZXJSYWRpdXNcIjo1NCxcImFuZ2xlXCI6MzEuMTg1MjY0NjkwMjk1MDMsXCJmaWxsXCI6XCIjMDAyMDYwXCIsXCJjbG9ja3dpc2VcIjpmYWxzZSxcInJvdGF0aW9uXCI6OC44MTQ3MzUzMDk3MDQ5NzN9LFwidGV4dFwiOntcInhcIjo3NCxcInlcIjo4NS4yLFwiZm9udFNpemVcIjoxMixcInRleHRcIjpcIjhcIixcImZpbGxcIjpcIiMwMDIwNjBcIixcImluZGV4XCI6MX19LHtcInRvcEFyY1wiOntcInhcIjoyNSxcInlcIjo5MCxcImlubmVyUmFkaXVzXCI6NjksXCJvdXRlclJhZGl1c1wiOjcxLFwiYW5nbGVcIjotMzMuMzU3MDExMDcwOTQ2OTc0LFwiZmlsbFwiOlwiIzAwMjA2MFwiLFwiY2xvY2t3aXNlXCI6dHJ1ZSxcInJvdGF0aW9uXCI6LTYuNjQyOTg4OTI5MDUzMDIzfSxcImJvdHRvbUFyY1wiOntcInhcIjoyNSxcInlcIjo5MCxcImlubmVyUmFkaXVzXCI6NjksXCJvdXRlclJhZGl1c1wiOjcxLFwiYW5nbGVcIjozMy4zNTcwMTEwNzA5NDY5NzQsXCJmaWxsXCI6XCIjMDAyMDYwXCIsXCJjbG9ja3dpc2VcIjpmYWxzZSxcInJvdGF0aW9uXCI6Ni42NDI5ODg5MjkwNTMwMjN9LFwidGV4dFwiOntcInhcIjo5MSxcInlcIjo4NS4yLFwiZm9udFNpemVcIjoxMixcInRleHRcIjpcIjZcIixcImZpbGxcIjpcIiMwMDIwNjBcIixcImluZGV4XCI6Mn19XSxcInRvdGFsTnVtXCI6MTYsXCJhbmdsZVwiOjQwLFwiY29sb3JcIjpcIiMwMDIwNjBcIn0iLAogICAiaW1hZ2VCYXNlNjQiIDogIlBITjJaeUJrWVhSaExYWXRNemt3Wm1FNE1UVTlJaUlnYVdROUluTjJaeUlnZDJsa2RHZzlJakV3TmlJZ2FHVnBaMmgwUFNJeE1UQXVNekExTnpNMk16RTFOek00SWlCMmFXVjNRbTk0UFNJd0lEQWdNVEEySURFeE1DNHpNRFUzTXpZek1UVTNNemdpSUhodGJHNXpQU0pvZEhSd09pOHZkM2QzTG5jekxtOXlaeTh5TURBd0wzTjJaeUlnY0hKbGMyVnlkbVZCYzNCbFkzUlNZWFJwYnowaWVFMXBaRmxOYVdRZ2JXVmxkQ0krUEdjZ1pHRjBZUzEyTFRNNU1HWmhPREUxUFNJaVBqeG5JR1JoZEdFdGRpMHpPVEJtWVRneE5UMGlJajQ4Y0dGMGFDQmtZWFJoTFhZdE16a3dabUU0TVRVOUlpSWdaRDBpVFNBMU55NHdPRGsyT0RjNU1qTTJPVE00SURZekxqQTRNek01TURBek5qTTFOakkxSUVFZ016VWdNelVnTUNBd0lERWdORGt1T0RFeE5UVTFOVEE1TVRZME1qTWdOemN1TmpVd05ETTBORGsyT0RrM09EY2lJSE4wY205clpUMGlJekF3TWpBMk1DSWdjM1J5YjJ0bExYZHBaSFJvUFNJeUlpQm1hV3hzUFNKdWIyNWxJajQ4TDNCaGRHZytQSFJsZUhRZ1pHRjBZUzEyTFRNNU1HWmhPREUxUFNJaUlIZzlJalUxSWlCNVBTSTFPUzR6TlRJNE5qZ3hOVGM0Tmprd01EUWlJR1p2Ym5RdGMybDZaVDBpTVRJaUlHWnBiR3c5SWlNd01ESXdOakFpUGpJOEwzUmxlSFErUEhCaGRHZ2daR0YwWVMxMkxUTTVNR1poT0RFMVBTSWlJR1E5SWswZ05UY3VNRGc1TmpnM09USXpOamt6T0NBME55NHlNakl6TkRZeU56a3pPREUzTlNCQklETTFJRE0xSURBZ01DQXdJRFE1TGpneE1UVTFOVFV3T1RFMk5ESXpJRE15TGpZMU5UTXdNVGd4T0RnME1ERXpJaUJ6ZEhKdmEyVTlJaU13TURJd05qQWlJSE4wY205clpTMTNhV1IwYUQwaU1pSWdabWxzYkQwaWJtOXVaU0krUEM5d1lYUm9Qand2Wno0OFp5QmtZWFJoTFhZdE16a3dabUU0TVRVOUlpSStQSEJoZEdnZ1pHRjBZUzEyTFRNNU1HWmhPREUxUFNJaUlHUTlJazBnTnpRdU16ZzFPREk0TWpBek56WTNNak1nTmpNdU1USXhNelEzTWprNE16a3dNRGcwSUVFZ05USWdOVElnTUNBd0lERWdOakl1T0RNME16RXhNRFF5TVRnMk9EVTBJRGc0TGpVM056Z3lNemcyTVRVMk9UQTBJaUJ6ZEhKdmEyVTlJaU13TURJd05qQWlJSE4wY205clpTMTNhV1IwYUQwaU1pSWdabWxzYkQwaWJtOXVaU0krUEM5d1lYUm9QangwWlhoMElHUmhkR0V0ZGkwek9UQm1ZVGd4TlQwaUlpQjRQU0kzTWlJZ2VUMGlOVGt1TXpVeU9EWTRNVFUzT0RZNU1EQTBJaUJtYjI1MExYTnBlbVU5SWpFeUlpQm1hV3hzUFNJak1EQXlNRFl3SWo0NFBDOTBaWGgwUGp4d1lYUm9JR1JoZEdFdGRpMHpPVEJtWVRneE5UMGlJaUJrUFNKTklEYzBMak00TlRneU9ESXdNemMyTnpJeklEUTNMakU0TkRNNE9UQXhOek0wTnpreUlFRWdOVElnTlRJZ01DQXdJREFnTmpJdU9ETTBNekV4TURReU1UZzJPRFUwSURJeExqY3lOemt4TWpRMU5ERTJPRGsySWlCemRISnZhMlU5SWlNd01ESXdOakFpSUhOMGNtOXJaUzEzYVdSMGFEMGlNaUlnWm1sc2JEMGlibTl1WlNJK1BDOXdZWFJvUGp3dlp6NDhaeUJrWVhSaExYWXRNemt3Wm1FNE1UVTlJaUkrUEhCaGRHZ2daR0YwWVMxMkxUTTVNR1poT0RFMVBTSWlJR1E5SWswZ09URXVOVE0yTnpVeE1UY3dNekl6TlRjZ05qTXVNVE0wT1RVMk56azFNemcwTXpJMklFRWdOamtnTmprZ01DQXdJREVnTnpVdU9EVTNNRFkyTlRjMU1qQTVORGNnT1RrdU5UQTFNakV6TWpJMk1qUXdNaklpSUhOMGNtOXJaVDBpSXpBd01qQTJNQ0lnYzNSeWIydGxMWGRwWkhSb1BTSXlJaUJtYVd4c1BTSnViMjVsSWo0OEwzQmhkR2crUEhSbGVIUWdaR0YwWVMxMkxUTTVNR1poT0RFMVBTSWlJSGc5SWpnNUlpQjVQU0kxT1M0ek5USTROamd4TlRjNE5qa3dNRFFpSUdadmJuUXRjMmw2WlQwaU1USWlJR1pwYkd3OUlpTXdNREl3TmpBaVBqWThMM1JsZUhRK1BIQmhkR2dnWkdGMFlTMTJMVE01TUdaaE9ERTFQU0lpSUdROUlrMGdPVEV1TlRNMk56VXhNVGN3TXpJek5UY2dORGN1TVRjd056YzVOVEl3TXpVek5qYzJJRUVnTmprZ05qa2dNQ0F3SURBZ056VXVPRFUzTURZMk5UYzFNakE1TkRjZ01UQXVPREF3TlRJek1EZzVORGszTnprMElpQnpkSEp2YTJVOUlpTXdNREl3TmpBaUlITjBjbTlyWlMxM2FXUjBhRDBpTWlJZ1ptbHNiRDBpYm05dVpTSStQQzl3WVhSb1Bqd3ZaejQ4WnlCa1lYUmhMWFl0TXprd1ptRTRNVFU5SWlJK1BHTnBjbU5zWlNCa1lYUmhMWFl0TXprd1ptRTRNVFU5SWlJZ1kzZzlJakl6SWlCamVUMGlOVFV1TVRVeU9EWTRNVFUzT0RZNUlpQnlQU0l4T0NJZ1ptbHNiQzF2Y0dGamFYUjVQU0l3SWlCemRISnZhMlU5SWlNd01ESXdOakFpSUhOMGNtOXJaUzEzYVdSMGFEMGlNaUkrUEM5amFYSmpiR1UrUEhSbGVIUWdaR0YwWVMxMkxUTTVNR1poT0RFMVBTSWlJSGc5SWpFMExqUXlPRFUzTVRReU9EVTNNVFF6SWlCNVBTSTFPQzR4TlRJNE5qZ3hOVGM0TmpraUlHWnZiblF0YzJsNlpUMGlNVElpSUdacGJHdzlJaU13TURJd05qQWlQZ29nSUNBZ0lDQWdJQ0FnS3pFMkNpQWdJQ0FnSUNBZ1BDOTBaWGgwUGp3dlp6NDhMMmMrUENFdExTMHRQandoTFMwdExUNDhMM04yWno0PSIsCiAgICJ0eXBlIiA6ICJhdG9tIgp9Cg=="/>
    </extobj>
    <extobj name="61704547-3176-4FA0-AAD0-7DF1A1D1964B-2">
      <extobjdata type="61704547-3176-4FA0-AAD0-7DF1A1D1964B" data="ewogICAiZXhwcmVzc2lvbiIgOiAie1wiZWxlY3Ryb25UaXJlR3JvdXBzXCI6W3tcInRvcEFyY1wiOntcInhcIjoyNSxcInlcIjo5MCxcImlubmVyUmFkaXVzXCI6MzUsXCJvdXRlclJhZGl1c1wiOjM3LFwiYW5nbGVcIjotMjYuOTAzODIxODI1NTgxMTgzLFwiZmlsbFwiOlwiIzAwMjA2MFwiLFwiY2xvY2t3aXNlXCI6dHJ1ZSxcInJvdGF0aW9uXCI6LTEzLjA5NjE3ODE3NDQxODgxN30sXCJib3R0b21BcmNcIjp7XCJ4XCI6MjUsXCJ5XCI6OTAsXCJpbm5lclJhZGl1c1wiOjM1LFwib3V0ZXJSYWRpdXNcIjozNyxcImFuZ2xlXCI6MjYuOTAzODIxODI1NTgxMTgzLFwiZmlsbFwiOlwiIzAwMjA2MFwiLFwiY2xvY2t3aXNlXCI6ZmFsc2UsXCJyb3RhdGlvblwiOjEzLjA5NjE3ODE3NDQxODgxN30sXCJ0ZXh0XCI6e1wieFwiOjU3LFwieVwiOjg1LjIsXCJmb250U2l6ZVwiOjEyLFwidGV4dFwiOlwiMlwiLFwiZmlsbFwiOlwiIzAwMjA2MFwiLFwiaW5kZXhcIjowfX0se1widG9wQXJjXCI6e1wieFwiOjI1LFwieVwiOjkwLFwiaW5uZXJSYWRpdXNcIjo1MixcIm91dGVyUmFkaXVzXCI6NTQsXCJhbmdsZVwiOi0zMS4xODUyNjQ2OTAyOTUwMyxcImZpbGxcIjpcIiMwMDIwNjBcIixcImNsb2Nrd2lzZVwiOnRydWUsXCJyb3RhdGlvblwiOi04LjgxNDczNTMwOTcwNDk3M30sXCJib3R0b21BcmNcIjp7XCJ4XCI6MjUsXCJ5XCI6OTAsXCJpbm5lclJhZGl1c1wiOjUyLFwib3V0ZXJSYWRpdXNcIjo1NCxcImFuZ2xlXCI6MzEuMTg1MjY0NjkwMjk1MDMsXCJmaWxsXCI6XCIjMDAyMDYwXCIsXCJjbG9ja3dpc2VcIjpmYWxzZSxcInJvdGF0aW9uXCI6OC44MTQ3MzUzMDk3MDQ5NzN9LFwidGV4dFwiOntcInhcIjo3NCxcInlcIjo4NS4yLFwiZm9udFNpemVcIjoxMixcInRleHRcIjpcIjhcIixcImZpbGxcIjpcIiMwMDIwNjBcIixcImluZGV4XCI6MX19LHtcInRvcEFyY1wiOntcInhcIjoyNSxcInlcIjo5MCxcImlubmVyUmFkaXVzXCI6NjksXCJvdXRlclJhZGl1c1wiOjcxLFwiYW5nbGVcIjotMzMuMzU3MDExMDcwOTQ2OTc0LFwiZmlsbFwiOlwiIzAwMjA2MFwiLFwiY2xvY2t3aXNlXCI6dHJ1ZSxcInJvdGF0aW9uXCI6LTYuNjQyOTg4OTI5MDUzMDIzfSxcImJvdHRvbUFyY1wiOntcInhcIjoyNSxcInlcIjo5MCxcImlubmVyUmFkaXVzXCI6NjksXCJvdXRlclJhZGl1c1wiOjcxLFwiYW5nbGVcIjozMy4zNTcwMTEwNzA5NDY5NzQsXCJmaWxsXCI6XCIjMDAyMDYwXCIsXCJjbG9ja3dpc2VcIjpmYWxzZSxcInJvdGF0aW9uXCI6Ni42NDI5ODg5MjkwNTMwMjN9LFwidGV4dFwiOntcInhcIjo5MSxcInlcIjo4NS4yLFwiZm9udFNpemVcIjoxMixcInRleHRcIjpcIjZcIixcImZpbGxcIjpcIiMwMDIwNjBcIixcImluZGV4XCI6Mn19XSxcInRvdGFsTnVtXCI6MTYsXCJhbmdsZVwiOjQwLFwiY29sb3JcIjpcIiMwMDIwNjBcIn0iLAogICAiaW1hZ2VCYXNlNjQiIDogIlBITjJaeUJrWVhSaExYWXRNemt3Wm1FNE1UVTlJaUlnYVdROUluTjJaeUlnZDJsa2RHZzlJakV3TmlJZ2FHVnBaMmgwUFNJeE1UQXVNekExTnpNMk16RTFOek00SWlCMmFXVjNRbTk0UFNJd0lEQWdNVEEySURFeE1DNHpNRFUzTXpZek1UVTNNemdpSUhodGJHNXpQU0pvZEhSd09pOHZkM2QzTG5jekxtOXlaeTh5TURBd0wzTjJaeUlnY0hKbGMyVnlkbVZCYzNCbFkzUlNZWFJwYnowaWVFMXBaRmxOYVdRZ2JXVmxkQ0krUEdjZ1pHRjBZUzEyTFRNNU1HWmhPREUxUFNJaVBqeG5JR1JoZEdFdGRpMHpPVEJtWVRneE5UMGlJajQ4Y0dGMGFDQmtZWFJoTFhZdE16a3dabUU0TVRVOUlpSWdaRDBpVFNBMU55NHdPRGsyT0RjNU1qTTJPVE00SURZekxqQTRNek01TURBek5qTTFOakkxSUVFZ016VWdNelVnTUNBd0lERWdORGt1T0RFeE5UVTFOVEE1TVRZME1qTWdOemN1TmpVd05ETTBORGsyT0RrM09EY2lJSE4wY205clpUMGlJekF3TWpBMk1DSWdjM1J5YjJ0bExYZHBaSFJvUFNJeUlpQm1hV3hzUFNKdWIyNWxJajQ4TDNCaGRHZytQSFJsZUhRZ1pHRjBZUzEyTFRNNU1HWmhPREUxUFNJaUlIZzlJalUxSWlCNVBTSTFPUzR6TlRJNE5qZ3hOVGM0Tmprd01EUWlJR1p2Ym5RdGMybDZaVDBpTVRJaUlHWnBiR3c5SWlNd01ESXdOakFpUGpJOEwzUmxlSFErUEhCaGRHZ2daR0YwWVMxMkxUTTVNR1poT0RFMVBTSWlJR1E5SWswZ05UY3VNRGc1TmpnM09USXpOamt6T0NBME55NHlNakl6TkRZeU56a3pPREUzTlNCQklETTFJRE0xSURBZ01DQXdJRFE1TGpneE1UVTFOVFV3T1RFMk5ESXpJRE15TGpZMU5UTXdNVGd4T0RnME1ERXpJaUJ6ZEhKdmEyVTlJaU13TURJd05qQWlJSE4wY205clpTMTNhV1IwYUQwaU1pSWdabWxzYkQwaWJtOXVaU0krUEM5d1lYUm9Qand2Wno0OFp5QmtZWFJoTFhZdE16a3dabUU0TVRVOUlpSStQSEJoZEdnZ1pHRjBZUzEyTFRNNU1HWmhPREUxUFNJaUlHUTlJazBnTnpRdU16ZzFPREk0TWpBek56WTNNak1nTmpNdU1USXhNelEzTWprNE16a3dNRGcwSUVFZ05USWdOVElnTUNBd0lERWdOakl1T0RNME16RXhNRFF5TVRnMk9EVTBJRGc0TGpVM056Z3lNemcyTVRVMk9UQTBJaUJ6ZEhKdmEyVTlJaU13TURJd05qQWlJSE4wY205clpTMTNhV1IwYUQwaU1pSWdabWxzYkQwaWJtOXVaU0krUEM5d1lYUm9QangwWlhoMElHUmhkR0V0ZGkwek9UQm1ZVGd4TlQwaUlpQjRQU0kzTWlJZ2VUMGlOVGt1TXpVeU9EWTRNVFUzT0RZNU1EQTBJaUJtYjI1MExYTnBlbVU5SWpFeUlpQm1hV3hzUFNJak1EQXlNRFl3SWo0NFBDOTBaWGgwUGp4d1lYUm9JR1JoZEdFdGRpMHpPVEJtWVRneE5UMGlJaUJrUFNKTklEYzBMak00TlRneU9ESXdNemMyTnpJeklEUTNMakU0TkRNNE9UQXhOek0wTnpreUlFRWdOVElnTlRJZ01DQXdJREFnTmpJdU9ETTBNekV4TURReU1UZzJPRFUwSURJeExqY3lOemt4TWpRMU5ERTJPRGsySWlCemRISnZhMlU5SWlNd01ESXdOakFpSUhOMGNtOXJaUzEzYVdSMGFEMGlNaUlnWm1sc2JEMGlibTl1WlNJK1BDOXdZWFJvUGp3dlp6NDhaeUJrWVhSaExYWXRNemt3Wm1FNE1UVTlJaUkrUEhCaGRHZ2daR0YwWVMxMkxUTTVNR1poT0RFMVBTSWlJR1E5SWswZ09URXVOVE0yTnpVeE1UY3dNekl6TlRjZ05qTXVNVE0wT1RVMk56azFNemcwTXpJMklFRWdOamtnTmprZ01DQXdJREVnTnpVdU9EVTNNRFkyTlRjMU1qQTVORGNnT1RrdU5UQTFNakV6TWpJMk1qUXdNaklpSUhOMGNtOXJaVDBpSXpBd01qQTJNQ0lnYzNSeWIydGxMWGRwWkhSb1BTSXlJaUJtYVd4c1BTSnViMjVsSWo0OEwzQmhkR2crUEhSbGVIUWdaR0YwWVMxMkxUTTVNR1poT0RFMVBTSWlJSGc5SWpnNUlpQjVQU0kxT1M0ek5USTROamd4TlRjNE5qa3dNRFFpSUdadmJuUXRjMmw2WlQwaU1USWlJR1pwYkd3OUlpTXdNREl3TmpBaVBqWThMM1JsZUhRK1BIQmhkR2dnWkdGMFlTMTJMVE01TUdaaE9ERTFQU0lpSUdROUlrMGdPVEV1TlRNMk56VXhNVGN3TXpJek5UY2dORGN1TVRjd056YzVOVEl3TXpVek5qYzJJRUVnTmprZ05qa2dNQ0F3SURBZ056VXVPRFUzTURZMk5UYzFNakE1TkRjZ01UQXVPREF3TlRJek1EZzVORGszTnprMElpQnpkSEp2YTJVOUlpTXdNREl3TmpBaUlITjBjbTlyWlMxM2FXUjBhRDBpTWlJZ1ptbHNiRDBpYm05dVpTSStQQzl3WVhSb1Bqd3ZaejQ4WnlCa1lYUmhMWFl0TXprd1ptRTRNVFU5SWlJK1BHTnBjbU5zWlNCa1lYUmhMWFl0TXprd1ptRTRNVFU5SWlJZ1kzZzlJakl6SWlCamVUMGlOVFV1TVRVeU9EWTRNVFUzT0RZNUlpQnlQU0l4T0NJZ1ptbHNiQzF2Y0dGamFYUjVQU0l3SWlCemRISnZhMlU5SWlNd01ESXdOakFpSUhOMGNtOXJaUzEzYVdSMGFEMGlNaUkrUEM5amFYSmpiR1UrUEhSbGVIUWdaR0YwWVMxMkxUTTVNR1poT0RFMVBTSWlJSGc5SWpFMExqUXlPRFUzTVRReU9EVTNNVFF6SWlCNVBTSTFPQzR4TlRJNE5qZ3hOVGM0TmpraUlHWnZiblF0YzJsNlpUMGlNVElpSUdacGJHdzlJaU13TURJd05qQWlQZ29nSUNBZ0lDQWdJQ0FnS3pFMkNpQWdJQ0FnSUNBZ1BDOTBaWGgwUGp3dlp6NDhMMmMrUENFdExTMHRQandoTFMwdExUNDhMM04yWno0PSIsCiAgICJ0eXBlIiA6ICJhdG9tIgp9Cg=="/>
    </extobj>
  </extobjs>
</s:customData>
</file>

<file path=customXml/item2.xml><?xml version="1.0" encoding="utf-8"?>
<s:customData xmlns="http://www.wps.cn/officeDocument/2013/wpsCustomData" xmlns:s="http://www.wps.cn/officeDocument/2013/wpsCustomData">
  <extobjs>
    <extobj name="61704547-3176-4FA0-AAD0-7DF1A1D1964B-1">
      <extobjdata type="61704547-3176-4FA0-AAD0-7DF1A1D1964B" data="ewogICAiZXhwcmVzc2lvbiIgOiAie1wiZWxlY3Ryb25UaXJlR3JvdXBzXCI6W3tcInRvcEFyY1wiOntcInhcIjoyNSxcInlcIjo5MCxcImlubmVyUmFkaXVzXCI6MzUsXCJvdXRlclJhZGl1c1wiOjM3LFwiYW5nbGVcIjotMjYuOTAzODIxODI1NTgxMTgzLFwiZmlsbFwiOlwiIzAwMjA2MFwiLFwiY2xvY2t3aXNlXCI6dHJ1ZSxcInJvdGF0aW9uXCI6LTEzLjA5NjE3ODE3NDQxODgxN30sXCJib3R0b21BcmNcIjp7XCJ4XCI6MjUsXCJ5XCI6OTAsXCJpbm5lclJhZGl1c1wiOjM1LFwib3V0ZXJSYWRpdXNcIjozNyxcImFuZ2xlXCI6MjYuOTAzODIxODI1NTgxMTgzLFwiZmlsbFwiOlwiIzAwMjA2MFwiLFwiY2xvY2t3aXNlXCI6ZmFsc2UsXCJyb3RhdGlvblwiOjEzLjA5NjE3ODE3NDQxODgxN30sXCJ0ZXh0XCI6e1wieFwiOjU3LFwieVwiOjg1LjIsXCJmb250U2l6ZVwiOjEyLFwidGV4dFwiOlwiMlwiLFwiZmlsbFwiOlwiIzAwMjA2MFwiLFwiaW5kZXhcIjowfX0se1widG9wQXJjXCI6e1wieFwiOjI1LFwieVwiOjkwLFwiaW5uZXJSYWRpdXNcIjo1MixcIm91dGVyUmFkaXVzXCI6NTQsXCJhbmdsZVwiOi0zMS4xODUyNjQ2OTAyOTUwMyxcImZpbGxcIjpcIiMwMDIwNjBcIixcImNsb2Nrd2lzZVwiOnRydWUsXCJyb3RhdGlvblwiOi04LjgxNDczNTMwOTcwNDk3M30sXCJib3R0b21BcmNcIjp7XCJ4XCI6MjUsXCJ5XCI6OTAsXCJpbm5lclJhZGl1c1wiOjUyLFwib3V0ZXJSYWRpdXNcIjo1NCxcImFuZ2xlXCI6MzEuMTg1MjY0NjkwMjk1MDMsXCJmaWxsXCI6XCIjMDAyMDYwXCIsXCJjbG9ja3dpc2VcIjpmYWxzZSxcInJvdGF0aW9uXCI6OC44MTQ3MzUzMDk3MDQ5NzN9LFwidGV4dFwiOntcInhcIjo3NCxcInlcIjo4NS4yLFwiZm9udFNpemVcIjoxMixcInRleHRcIjpcIjhcIixcImZpbGxcIjpcIiMwMDIwNjBcIixcImluZGV4XCI6MX19LHtcInRvcEFyY1wiOntcInhcIjoyNSxcInlcIjo5MCxcImlubmVyUmFkaXVzXCI6NjksXCJvdXRlclJhZGl1c1wiOjcxLFwiYW5nbGVcIjotMzMuMzU3MDExMDcwOTQ2OTc0LFwiZmlsbFwiOlwiIzAwMjA2MFwiLFwiY2xvY2t3aXNlXCI6dHJ1ZSxcInJvdGF0aW9uXCI6LTYuNjQyOTg4OTI5MDUzMDIzfSxcImJvdHRvbUFyY1wiOntcInhcIjoyNSxcInlcIjo5MCxcImlubmVyUmFkaXVzXCI6NjksXCJvdXRlclJhZGl1c1wiOjcxLFwiYW5nbGVcIjozMy4zNTcwMTEwNzA5NDY5NzQsXCJmaWxsXCI6XCIjMDAyMDYwXCIsXCJjbG9ja3dpc2VcIjpmYWxzZSxcInJvdGF0aW9uXCI6Ni42NDI5ODg5MjkwNTMwMjN9LFwidGV4dFwiOntcInhcIjo5MSxcInlcIjo4NS4yLFwiZm9udFNpemVcIjoxMixcInRleHRcIjpcIjZcIixcImZpbGxcIjpcIiMwMDIwNjBcIixcImluZGV4XCI6Mn19XSxcInRvdGFsTnVtXCI6MTYsXCJhbmdsZVwiOjQwLFwiY29sb3JcIjpcIiMwMDIwNjBcIn0iLAogICAiaW1hZ2VCYXNlNjQiIDogIlBITjJaeUJrWVhSaExYWXRNemt3Wm1FNE1UVTlJaUlnYVdROUluTjJaeUlnZDJsa2RHZzlJakV3TmlJZ2FHVnBaMmgwUFNJeE1UQXVNekExTnpNMk16RTFOek00SWlCMmFXVjNRbTk0UFNJd0lEQWdNVEEySURFeE1DNHpNRFUzTXpZek1UVTNNemdpSUhodGJHNXpQU0pvZEhSd09pOHZkM2QzTG5jekxtOXlaeTh5TURBd0wzTjJaeUlnY0hKbGMyVnlkbVZCYzNCbFkzUlNZWFJwYnowaWVFMXBaRmxOYVdRZ2JXVmxkQ0krUEdjZ1pHRjBZUzEyTFRNNU1HWmhPREUxUFNJaVBqeG5JR1JoZEdFdGRpMHpPVEJtWVRneE5UMGlJajQ4Y0dGMGFDQmtZWFJoTFhZdE16a3dabUU0TVRVOUlpSWdaRDBpVFNBMU55NHdPRGsyT0RjNU1qTTJPVE00SURZekxqQTRNek01TURBek5qTTFOakkxSUVFZ016VWdNelVnTUNBd0lERWdORGt1T0RFeE5UVTFOVEE1TVRZME1qTWdOemN1TmpVd05ETTBORGsyT0RrM09EY2lJSE4wY205clpUMGlJekF3TWpBMk1DSWdjM1J5YjJ0bExYZHBaSFJvUFNJeUlpQm1hV3hzUFNKdWIyNWxJajQ4TDNCaGRHZytQSFJsZUhRZ1pHRjBZUzEyTFRNNU1HWmhPREUxUFNJaUlIZzlJalUxSWlCNVBTSTFPUzR6TlRJNE5qZ3hOVGM0Tmprd01EUWlJR1p2Ym5RdGMybDZaVDBpTVRJaUlHWnBiR3c5SWlNd01ESXdOakFpUGpJOEwzUmxlSFErUEhCaGRHZ2daR0YwWVMxMkxUTTVNR1poT0RFMVBTSWlJR1E5SWswZ05UY3VNRGc1TmpnM09USXpOamt6T0NBME55NHlNakl6TkRZeU56a3pPREUzTlNCQklETTFJRE0xSURBZ01DQXdJRFE1TGpneE1UVTFOVFV3T1RFMk5ESXpJRE15TGpZMU5UTXdNVGd4T0RnME1ERXpJaUJ6ZEhKdmEyVTlJaU13TURJd05qQWlJSE4wY205clpTMTNhV1IwYUQwaU1pSWdabWxzYkQwaWJtOXVaU0krUEM5d1lYUm9Qand2Wno0OFp5QmtZWFJoTFhZdE16a3dabUU0TVRVOUlpSStQSEJoZEdnZ1pHRjBZUzEyTFRNNU1HWmhPREUxUFNJaUlHUTlJazBnTnpRdU16ZzFPREk0TWpBek56WTNNak1nTmpNdU1USXhNelEzTWprNE16a3dNRGcwSUVFZ05USWdOVElnTUNBd0lERWdOakl1T0RNME16RXhNRFF5TVRnMk9EVTBJRGc0TGpVM056Z3lNemcyTVRVMk9UQTBJaUJ6ZEhKdmEyVTlJaU13TURJd05qQWlJSE4wY205clpTMTNhV1IwYUQwaU1pSWdabWxzYkQwaWJtOXVaU0krUEM5d1lYUm9QangwWlhoMElHUmhkR0V0ZGkwek9UQm1ZVGd4TlQwaUlpQjRQU0kzTWlJZ2VUMGlOVGt1TXpVeU9EWTRNVFUzT0RZNU1EQTBJaUJtYjI1MExYTnBlbVU5SWpFeUlpQm1hV3hzUFNJak1EQXlNRFl3SWo0NFBDOTBaWGgwUGp4d1lYUm9JR1JoZEdFdGRpMHpPVEJtWVRneE5UMGlJaUJrUFNKTklEYzBMak00TlRneU9ESXdNemMyTnpJeklEUTNMakU0TkRNNE9UQXhOek0wTnpreUlFRWdOVElnTlRJZ01DQXdJREFnTmpJdU9ETTBNekV4TURReU1UZzJPRFUwSURJeExqY3lOemt4TWpRMU5ERTJPRGsySWlCemRISnZhMlU5SWlNd01ESXdOakFpSUhOMGNtOXJaUzEzYVdSMGFEMGlNaUlnWm1sc2JEMGlibTl1WlNJK1BDOXdZWFJvUGp3dlp6NDhaeUJrWVhSaExYWXRNemt3Wm1FNE1UVTlJaUkrUEhCaGRHZ2daR0YwWVMxMkxUTTVNR1poT0RFMVBTSWlJR1E5SWswZ09URXVOVE0yTnpVeE1UY3dNekl6TlRjZ05qTXVNVE0wT1RVMk56azFNemcwTXpJMklFRWdOamtnTmprZ01DQXdJREVnTnpVdU9EVTNNRFkyTlRjMU1qQTVORGNnT1RrdU5UQTFNakV6TWpJMk1qUXdNaklpSUhOMGNtOXJaVDBpSXpBd01qQTJNQ0lnYzNSeWIydGxMWGRwWkhSb1BTSXlJaUJtYVd4c1BTSnViMjVsSWo0OEwzQmhkR2crUEhSbGVIUWdaR0YwWVMxMkxUTTVNR1poT0RFMVBTSWlJSGc5SWpnNUlpQjVQU0kxT1M0ek5USTROamd4TlRjNE5qa3dNRFFpSUdadmJuUXRjMmw2WlQwaU1USWlJR1pwYkd3OUlpTXdNREl3TmpBaVBqWThMM1JsZUhRK1BIQmhkR2dnWkdGMFlTMTJMVE01TUdaaE9ERTFQU0lpSUdROUlrMGdPVEV1TlRNMk56VXhNVGN3TXpJek5UY2dORGN1TVRjd056YzVOVEl3TXpVek5qYzJJRUVnTmprZ05qa2dNQ0F3SURBZ056VXVPRFUzTURZMk5UYzFNakE1TkRjZ01UQXVPREF3TlRJek1EZzVORGszTnprMElpQnpkSEp2YTJVOUlpTXdNREl3TmpBaUlITjBjbTlyWlMxM2FXUjBhRDBpTWlJZ1ptbHNiRDBpYm05dVpTSStQQzl3WVhSb1Bqd3ZaejQ4WnlCa1lYUmhMWFl0TXprd1ptRTRNVFU5SWlJK1BHTnBjbU5zWlNCa1lYUmhMWFl0TXprd1ptRTRNVFU5SWlJZ1kzZzlJakl6SWlCamVUMGlOVFV1TVRVeU9EWTRNVFUzT0RZNUlpQnlQU0l4T0NJZ1ptbHNiQzF2Y0dGamFYUjVQU0l3SWlCemRISnZhMlU5SWlNd01ESXdOakFpSUhOMGNtOXJaUzEzYVdSMGFEMGlNaUkrUEM5amFYSmpiR1UrUEhSbGVIUWdaR0YwWVMxMkxUTTVNR1poT0RFMVBTSWlJSGc5SWpFMExqUXlPRFUzTVRReU9EVTNNVFF6SWlCNVBTSTFPQzR4TlRJNE5qZ3hOVGM0TmpraUlHWnZiblF0YzJsNlpUMGlNVElpSUdacGJHdzlJaU13TURJd05qQWlQZ29nSUNBZ0lDQWdJQ0FnS3pFMkNpQWdJQ0FnSUNBZ1BDOTBaWGgwUGp3dlp6NDhMMmMrUENFdExTMHRQandoTFMwdExUNDhMM04yWno0PSIsCiAgICJ0eXBlIiA6ICJhdG9tIgp9Cg=="/>
    </extobj>
    <extobj name="61704547-3176-4FA0-AAD0-7DF1A1D1964B-2">
      <extobjdata type="61704547-3176-4FA0-AAD0-7DF1A1D1964B" data="ewogICAiZXhwcmVzc2lvbiIgOiAie1wiZWxlY3Ryb25UaXJlR3JvdXBzXCI6W3tcInRvcEFyY1wiOntcInhcIjoyNSxcInlcIjo5MCxcImlubmVyUmFkaXVzXCI6MzUsXCJvdXRlclJhZGl1c1wiOjM3LFwiYW5nbGVcIjotMjYuOTAzODIxODI1NTgxMTgzLFwiZmlsbFwiOlwiIzAwMjA2MFwiLFwiY2xvY2t3aXNlXCI6dHJ1ZSxcInJvdGF0aW9uXCI6LTEzLjA5NjE3ODE3NDQxODgxN30sXCJib3R0b21BcmNcIjp7XCJ4XCI6MjUsXCJ5XCI6OTAsXCJpbm5lclJhZGl1c1wiOjM1LFwib3V0ZXJSYWRpdXNcIjozNyxcImFuZ2xlXCI6MjYuOTAzODIxODI1NTgxMTgzLFwiZmlsbFwiOlwiIzAwMjA2MFwiLFwiY2xvY2t3aXNlXCI6ZmFsc2UsXCJyb3RhdGlvblwiOjEzLjA5NjE3ODE3NDQxODgxN30sXCJ0ZXh0XCI6e1wieFwiOjU3LFwieVwiOjg1LjIsXCJmb250U2l6ZVwiOjEyLFwidGV4dFwiOlwiMlwiLFwiZmlsbFwiOlwiIzAwMjA2MFwiLFwiaW5kZXhcIjowfX0se1widG9wQXJjXCI6e1wieFwiOjI1LFwieVwiOjkwLFwiaW5uZXJSYWRpdXNcIjo1MixcIm91dGVyUmFkaXVzXCI6NTQsXCJhbmdsZVwiOi0zMS4xODUyNjQ2OTAyOTUwMyxcImZpbGxcIjpcIiMwMDIwNjBcIixcImNsb2Nrd2lzZVwiOnRydWUsXCJyb3RhdGlvblwiOi04LjgxNDczNTMwOTcwNDk3M30sXCJib3R0b21BcmNcIjp7XCJ4XCI6MjUsXCJ5XCI6OTAsXCJpbm5lclJhZGl1c1wiOjUyLFwib3V0ZXJSYWRpdXNcIjo1NCxcImFuZ2xlXCI6MzEuMTg1MjY0NjkwMjk1MDMsXCJmaWxsXCI6XCIjMDAyMDYwXCIsXCJjbG9ja3dpc2VcIjpmYWxzZSxcInJvdGF0aW9uXCI6OC44MTQ3MzUzMDk3MDQ5NzN9LFwidGV4dFwiOntcInhcIjo3NCxcInlcIjo4NS4yLFwiZm9udFNpemVcIjoxMixcInRleHRcIjpcIjhcIixcImZpbGxcIjpcIiMwMDIwNjBcIixcImluZGV4XCI6MX19LHtcInRvcEFyY1wiOntcInhcIjoyNSxcInlcIjo5MCxcImlubmVyUmFkaXVzXCI6NjksXCJvdXRlclJhZGl1c1wiOjcxLFwiYW5nbGVcIjotMzMuMzU3MDExMDcwOTQ2OTc0LFwiZmlsbFwiOlwiIzAwMjA2MFwiLFwiY2xvY2t3aXNlXCI6dHJ1ZSxcInJvdGF0aW9uXCI6LTYuNjQyOTg4OTI5MDUzMDIzfSxcImJvdHRvbUFyY1wiOntcInhcIjoyNSxcInlcIjo5MCxcImlubmVyUmFkaXVzXCI6NjksXCJvdXRlclJhZGl1c1wiOjcxLFwiYW5nbGVcIjozMy4zNTcwMTEwNzA5NDY5NzQsXCJmaWxsXCI6XCIjMDAyMDYwXCIsXCJjbG9ja3dpc2VcIjpmYWxzZSxcInJvdGF0aW9uXCI6Ni42NDI5ODg5MjkwNTMwMjN9LFwidGV4dFwiOntcInhcIjo5MSxcInlcIjo4NS4yLFwiZm9udFNpemVcIjoxMixcInRleHRcIjpcIjZcIixcImZpbGxcIjpcIiMwMDIwNjBcIixcImluZGV4XCI6Mn19XSxcInRvdGFsTnVtXCI6MTYsXCJhbmdsZVwiOjQwLFwiY29sb3JcIjpcIiMwMDIwNjBcIn0iLAogICAiaW1hZ2VCYXNlNjQiIDogIlBITjJaeUJrWVhSaExYWXRNemt3Wm1FNE1UVTlJaUlnYVdROUluTjJaeUlnZDJsa2RHZzlJakV3TmlJZ2FHVnBaMmgwUFNJeE1UQXVNekExTnpNMk16RTFOek00SWlCMmFXVjNRbTk0UFNJd0lEQWdNVEEySURFeE1DNHpNRFUzTXpZek1UVTNNemdpSUhodGJHNXpQU0pvZEhSd09pOHZkM2QzTG5jekxtOXlaeTh5TURBd0wzTjJaeUlnY0hKbGMyVnlkbVZCYzNCbFkzUlNZWFJwYnowaWVFMXBaRmxOYVdRZ2JXVmxkQ0krUEdjZ1pHRjBZUzEyTFRNNU1HWmhPREUxUFNJaVBqeG5JR1JoZEdFdGRpMHpPVEJtWVRneE5UMGlJajQ4Y0dGMGFDQmtZWFJoTFhZdE16a3dabUU0TVRVOUlpSWdaRDBpVFNBMU55NHdPRGsyT0RjNU1qTTJPVE00SURZekxqQTRNek01TURBek5qTTFOakkxSUVFZ016VWdNelVnTUNBd0lERWdORGt1T0RFeE5UVTFOVEE1TVRZME1qTWdOemN1TmpVd05ETTBORGsyT0RrM09EY2lJSE4wY205clpUMGlJekF3TWpBMk1DSWdjM1J5YjJ0bExYZHBaSFJvUFNJeUlpQm1hV3hzUFNKdWIyNWxJajQ4TDNCaGRHZytQSFJsZUhRZ1pHRjBZUzEyTFRNNU1HWmhPREUxUFNJaUlIZzlJalUxSWlCNVBTSTFPUzR6TlRJNE5qZ3hOVGM0Tmprd01EUWlJR1p2Ym5RdGMybDZaVDBpTVRJaUlHWnBiR3c5SWlNd01ESXdOakFpUGpJOEwzUmxlSFErUEhCaGRHZ2daR0YwWVMxMkxUTTVNR1poT0RFMVBTSWlJR1E5SWswZ05UY3VNRGc1TmpnM09USXpOamt6T0NBME55NHlNakl6TkRZeU56a3pPREUzTlNCQklETTFJRE0xSURBZ01DQXdJRFE1TGpneE1UVTFOVFV3T1RFMk5ESXpJRE15TGpZMU5UTXdNVGd4T0RnME1ERXpJaUJ6ZEhKdmEyVTlJaU13TURJd05qQWlJSE4wY205clpTMTNhV1IwYUQwaU1pSWdabWxzYkQwaWJtOXVaU0krUEM5d1lYUm9Qand2Wno0OFp5QmtZWFJoTFhZdE16a3dabUU0TVRVOUlpSStQSEJoZEdnZ1pHRjBZUzEyTFRNNU1HWmhPREUxUFNJaUlHUTlJazBnTnpRdU16ZzFPREk0TWpBek56WTNNak1nTmpNdU1USXhNelEzTWprNE16a3dNRGcwSUVFZ05USWdOVElnTUNBd0lERWdOakl1T0RNME16RXhNRFF5TVRnMk9EVTBJRGc0TGpVM056Z3lNemcyTVRVMk9UQTBJaUJ6ZEhKdmEyVTlJaU13TURJd05qQWlJSE4wY205clpTMTNhV1IwYUQwaU1pSWdabWxzYkQwaWJtOXVaU0krUEM5d1lYUm9QangwWlhoMElHUmhkR0V0ZGkwek9UQm1ZVGd4TlQwaUlpQjRQU0kzTWlJZ2VUMGlOVGt1TXpVeU9EWTRNVFUzT0RZNU1EQTBJaUJtYjI1MExYTnBlbVU5SWpFeUlpQm1hV3hzUFNJak1EQXlNRFl3SWo0NFBDOTBaWGgwUGp4d1lYUm9JR1JoZEdFdGRpMHpPVEJtWVRneE5UMGlJaUJrUFNKTklEYzBMak00TlRneU9ESXdNemMyTnpJeklEUTNMakU0TkRNNE9UQXhOek0wTnpreUlFRWdOVElnTlRJZ01DQXdJREFnTmpJdU9ETTBNekV4TURReU1UZzJPRFUwSURJeExqY3lOemt4TWpRMU5ERTJPRGsySWlCemRISnZhMlU5SWlNd01ESXdOakFpSUhOMGNtOXJaUzEzYVdSMGFEMGlNaUlnWm1sc2JEMGlibTl1WlNJK1BDOXdZWFJvUGp3dlp6NDhaeUJrWVhSaExYWXRNemt3Wm1FNE1UVTlJaUkrUEhCaGRHZ2daR0YwWVMxMkxUTTVNR1poT0RFMVBTSWlJR1E5SWswZ09URXVOVE0yTnpVeE1UY3dNekl6TlRjZ05qTXVNVE0wT1RVMk56azFNemcwTXpJMklFRWdOamtnTmprZ01DQXdJREVnTnpVdU9EVTNNRFkyTlRjMU1qQTVORGNnT1RrdU5UQTFNakV6TWpJMk1qUXdNaklpSUhOMGNtOXJaVDBpSXpBd01qQTJNQ0lnYzNSeWIydGxMWGRwWkhSb1BTSXlJaUJtYVd4c1BTSnViMjVsSWo0OEwzQmhkR2crUEhSbGVIUWdaR0YwWVMxMkxUTTVNR1poT0RFMVBTSWlJSGc5SWpnNUlpQjVQU0kxT1M0ek5USTROamd4TlRjNE5qa3dNRFFpSUdadmJuUXRjMmw2WlQwaU1USWlJR1pwYkd3OUlpTXdNREl3TmpBaVBqWThMM1JsZUhRK1BIQmhkR2dnWkdGMFlTMTJMVE01TUdaaE9ERTFQU0lpSUdROUlrMGdPVEV1TlRNMk56VXhNVGN3TXpJek5UY2dORGN1TVRjd056YzVOVEl3TXpVek5qYzJJRUVnTmprZ05qa2dNQ0F3SURBZ056VXVPRFUzTURZMk5UYzFNakE1TkRjZ01UQXVPREF3TlRJek1EZzVORGszTnprMElpQnpkSEp2YTJVOUlpTXdNREl3TmpBaUlITjBjbTlyWlMxM2FXUjBhRDBpTWlJZ1ptbHNiRDBpYm05dVpTSStQQzl3WVhSb1Bqd3ZaejQ4WnlCa1lYUmhMWFl0TXprd1ptRTRNVFU5SWlJK1BHTnBjbU5zWlNCa1lYUmhMWFl0TXprd1ptRTRNVFU5SWlJZ1kzZzlJakl6SWlCamVUMGlOVFV1TVRVeU9EWTRNVFUzT0RZNUlpQnlQU0l4T0NJZ1ptbHNiQzF2Y0dGamFYUjVQU0l3SWlCemRISnZhMlU5SWlNd01ESXdOakFpSUhOMGNtOXJaUzEzYVdSMGFEMGlNaUkrUEM5amFYSmpiR1UrUEhSbGVIUWdaR0YwWVMxMkxUTTVNR1poT0RFMVBTSWlJSGc5SWpFMExqUXlPRFUzTVRReU9EVTNNVFF6SWlCNVBTSTFPQzR4TlRJNE5qZ3hOVGM0TmpraUlHWnZiblF0YzJsNlpUMGlNVElpSUdacGJHdzlJaU13TURJd05qQWlQZ29nSUNBZ0lDQWdJQ0FnS3pFMkNpQWdJQ0FnSUNBZ1BDOTBaWGgwUGp3dlp6NDhMMmMrUENFdExTMHRQandoTFMwdExUNDhMM04yWno0PSIsCiAgICJ0eXBlIiA6ICJhdG9tIgp9Cg=="/>
    </extobj>
  </extobjs>
</s:customData>
</file>

<file path=customXml/item3.xml><?xml version="1.0" encoding="utf-8"?>
<s:customData xmlns="http://www.wps.cn/officeDocument/2013/wpsCustomData" xmlns:s="http://www.wps.cn/officeDocument/2013/wpsCustomData">
  <extobjs>
    <extobj name="61704547-3176-4FA0-AAD0-7DF1A1D1964B-1">
      <extobjdata type="61704547-3176-4FA0-AAD0-7DF1A1D1964B" data="ewogICAiZXhwcmVzc2lvbiIgOiAie1wiZWxlY3Ryb25UaXJlR3JvdXBzXCI6W3tcInRvcEFyY1wiOntcInhcIjoyNSxcInlcIjo5MCxcImlubmVyUmFkaXVzXCI6MzUsXCJvdXRlclJhZGl1c1wiOjM3LFwiYW5nbGVcIjotMjYuOTAzODIxODI1NTgxMTgzLFwiZmlsbFwiOlwiIzAwMjA2MFwiLFwiY2xvY2t3aXNlXCI6dHJ1ZSxcInJvdGF0aW9uXCI6LTEzLjA5NjE3ODE3NDQxODgxN30sXCJib3R0b21BcmNcIjp7XCJ4XCI6MjUsXCJ5XCI6OTAsXCJpbm5lclJhZGl1c1wiOjM1LFwib3V0ZXJSYWRpdXNcIjozNyxcImFuZ2xlXCI6MjYuOTAzODIxODI1NTgxMTgzLFwiZmlsbFwiOlwiIzAwMjA2MFwiLFwiY2xvY2t3aXNlXCI6ZmFsc2UsXCJyb3RhdGlvblwiOjEzLjA5NjE3ODE3NDQxODgxN30sXCJ0ZXh0XCI6e1wieFwiOjU3LFwieVwiOjg1LjIsXCJmb250U2l6ZVwiOjEyLFwidGV4dFwiOlwiMlwiLFwiZmlsbFwiOlwiIzAwMjA2MFwiLFwiaW5kZXhcIjowfX0se1widG9wQXJjXCI6e1wieFwiOjI1LFwieVwiOjkwLFwiaW5uZXJSYWRpdXNcIjo1MixcIm91dGVyUmFkaXVzXCI6NTQsXCJhbmdsZVwiOi0zMS4xODUyNjQ2OTAyOTUwMyxcImZpbGxcIjpcIiMwMDIwNjBcIixcImNsb2Nrd2lzZVwiOnRydWUsXCJyb3RhdGlvblwiOi04LjgxNDczNTMwOTcwNDk3M30sXCJib3R0b21BcmNcIjp7XCJ4XCI6MjUsXCJ5XCI6OTAsXCJpbm5lclJhZGl1c1wiOjUyLFwib3V0ZXJSYWRpdXNcIjo1NCxcImFuZ2xlXCI6MzEuMTg1MjY0NjkwMjk1MDMsXCJmaWxsXCI6XCIjMDAyMDYwXCIsXCJjbG9ja3dpc2VcIjpmYWxzZSxcInJvdGF0aW9uXCI6OC44MTQ3MzUzMDk3MDQ5NzN9LFwidGV4dFwiOntcInhcIjo3NCxcInlcIjo4NS4yLFwiZm9udFNpemVcIjoxMixcInRleHRcIjpcIjhcIixcImZpbGxcIjpcIiMwMDIwNjBcIixcImluZGV4XCI6MX19LHtcInRvcEFyY1wiOntcInhcIjoyNSxcInlcIjo5MCxcImlubmVyUmFkaXVzXCI6NjksXCJvdXRlclJhZGl1c1wiOjcxLFwiYW5nbGVcIjotMzMuMzU3MDExMDcwOTQ2OTc0LFwiZmlsbFwiOlwiIzAwMjA2MFwiLFwiY2xvY2t3aXNlXCI6dHJ1ZSxcInJvdGF0aW9uXCI6LTYuNjQyOTg4OTI5MDUzMDIzfSxcImJvdHRvbUFyY1wiOntcInhcIjoyNSxcInlcIjo5MCxcImlubmVyUmFkaXVzXCI6NjksXCJvdXRlclJhZGl1c1wiOjcxLFwiYW5nbGVcIjozMy4zNTcwMTEwNzA5NDY5NzQsXCJmaWxsXCI6XCIjMDAyMDYwXCIsXCJjbG9ja3dpc2VcIjpmYWxzZSxcInJvdGF0aW9uXCI6Ni42NDI5ODg5MjkwNTMwMjN9LFwidGV4dFwiOntcInhcIjo5MSxcInlcIjo4NS4yLFwiZm9udFNpemVcIjoxMixcInRleHRcIjpcIjZcIixcImZpbGxcIjpcIiMwMDIwNjBcIixcImluZGV4XCI6Mn19XSxcInRvdGFsTnVtXCI6MTYsXCJhbmdsZVwiOjQwLFwiY29sb3JcIjpcIiMwMDIwNjBcIn0iLAogICAiaW1hZ2VCYXNlNjQiIDogIlBITjJaeUJrWVhSaExYWXRNemt3Wm1FNE1UVTlJaUlnYVdROUluTjJaeUlnZDJsa2RHZzlJakV3TmlJZ2FHVnBaMmgwUFNJeE1UQXVNekExTnpNMk16RTFOek00SWlCMmFXVjNRbTk0UFNJd0lEQWdNVEEySURFeE1DNHpNRFUzTXpZek1UVTNNemdpSUhodGJHNXpQU0pvZEhSd09pOHZkM2QzTG5jekxtOXlaeTh5TURBd0wzTjJaeUlnY0hKbGMyVnlkbVZCYzNCbFkzUlNZWFJwYnowaWVFMXBaRmxOYVdRZ2JXVmxkQ0krUEdjZ1pHRjBZUzEyTFRNNU1HWmhPREUxUFNJaVBqeG5JR1JoZEdFdGRpMHpPVEJtWVRneE5UMGlJajQ4Y0dGMGFDQmtZWFJoTFhZdE16a3dabUU0TVRVOUlpSWdaRDBpVFNBMU55NHdPRGsyT0RjNU1qTTJPVE00SURZekxqQTRNek01TURBek5qTTFOakkxSUVFZ016VWdNelVnTUNBd0lERWdORGt1T0RFeE5UVTFOVEE1TVRZME1qTWdOemN1TmpVd05ETTBORGsyT0RrM09EY2lJSE4wY205clpUMGlJekF3TWpBMk1DSWdjM1J5YjJ0bExYZHBaSFJvUFNJeUlpQm1hV3hzUFNKdWIyNWxJajQ4TDNCaGRHZytQSFJsZUhRZ1pHRjBZUzEyTFRNNU1HWmhPREUxUFNJaUlIZzlJalUxSWlCNVBTSTFPUzR6TlRJNE5qZ3hOVGM0Tmprd01EUWlJR1p2Ym5RdGMybDZaVDBpTVRJaUlHWnBiR3c5SWlNd01ESXdOakFpUGpJOEwzUmxlSFErUEhCaGRHZ2daR0YwWVMxMkxUTTVNR1poT0RFMVBTSWlJR1E5SWswZ05UY3VNRGc1TmpnM09USXpOamt6T0NBME55NHlNakl6TkRZeU56a3pPREUzTlNCQklETTFJRE0xSURBZ01DQXdJRFE1TGpneE1UVTFOVFV3T1RFMk5ESXpJRE15TGpZMU5UTXdNVGd4T0RnME1ERXpJaUJ6ZEhKdmEyVTlJaU13TURJd05qQWlJSE4wY205clpTMTNhV1IwYUQwaU1pSWdabWxzYkQwaWJtOXVaU0krUEM5d1lYUm9Qand2Wno0OFp5QmtZWFJoTFhZdE16a3dabUU0TVRVOUlpSStQSEJoZEdnZ1pHRjBZUzEyTFRNNU1HWmhPREUxUFNJaUlHUTlJazBnTnpRdU16ZzFPREk0TWpBek56WTNNak1nTmpNdU1USXhNelEzTWprNE16a3dNRGcwSUVFZ05USWdOVElnTUNBd0lERWdOakl1T0RNME16RXhNRFF5TVRnMk9EVTBJRGc0TGpVM056Z3lNemcyTVRVMk9UQTBJaUJ6ZEhKdmEyVTlJaU13TURJd05qQWlJSE4wY205clpTMTNhV1IwYUQwaU1pSWdabWxzYkQwaWJtOXVaU0krUEM5d1lYUm9QangwWlhoMElHUmhkR0V0ZGkwek9UQm1ZVGd4TlQwaUlpQjRQU0kzTWlJZ2VUMGlOVGt1TXpVeU9EWTRNVFUzT0RZNU1EQTBJaUJtYjI1MExYTnBlbVU5SWpFeUlpQm1hV3hzUFNJak1EQXlNRFl3SWo0NFBDOTBaWGgwUGp4d1lYUm9JR1JoZEdFdGRpMHpPVEJtWVRneE5UMGlJaUJrUFNKTklEYzBMak00TlRneU9ESXdNemMyTnpJeklEUTNMakU0TkRNNE9UQXhOek0wTnpreUlFRWdOVElnTlRJZ01DQXdJREFnTmpJdU9ETTBNekV4TURReU1UZzJPRFUwSURJeExqY3lOemt4TWpRMU5ERTJPRGsySWlCemRISnZhMlU5SWlNd01ESXdOakFpSUhOMGNtOXJaUzEzYVdSMGFEMGlNaUlnWm1sc2JEMGlibTl1WlNJK1BDOXdZWFJvUGp3dlp6NDhaeUJrWVhSaExYWXRNemt3Wm1FNE1UVTlJaUkrUEhCaGRHZ2daR0YwWVMxMkxUTTVNR1poT0RFMVBTSWlJR1E5SWswZ09URXVOVE0yTnpVeE1UY3dNekl6TlRjZ05qTXVNVE0wT1RVMk56azFNemcwTXpJMklFRWdOamtnTmprZ01DQXdJREVnTnpVdU9EVTNNRFkyTlRjMU1qQTVORGNnT1RrdU5UQTFNakV6TWpJMk1qUXdNaklpSUhOMGNtOXJaVDBpSXpBd01qQTJNQ0lnYzNSeWIydGxMWGRwWkhSb1BTSXlJaUJtYVd4c1BTSnViMjVsSWo0OEwzQmhkR2crUEhSbGVIUWdaR0YwWVMxMkxUTTVNR1poT0RFMVBTSWlJSGc5SWpnNUlpQjVQU0kxT1M0ek5USTROamd4TlRjNE5qa3dNRFFpSUdadmJuUXRjMmw2WlQwaU1USWlJR1pwYkd3OUlpTXdNREl3TmpBaVBqWThMM1JsZUhRK1BIQmhkR2dnWkdGMFlTMTJMVE01TUdaaE9ERTFQU0lpSUdROUlrMGdPVEV1TlRNMk56VXhNVGN3TXpJek5UY2dORGN1TVRjd056YzVOVEl3TXpVek5qYzJJRUVnTmprZ05qa2dNQ0F3SURBZ056VXVPRFUzTURZMk5UYzFNakE1TkRjZ01UQXVPREF3TlRJek1EZzVORGszTnprMElpQnpkSEp2YTJVOUlpTXdNREl3TmpBaUlITjBjbTlyWlMxM2FXUjBhRDBpTWlJZ1ptbHNiRDBpYm05dVpTSStQQzl3WVhSb1Bqd3ZaejQ4WnlCa1lYUmhMWFl0TXprd1ptRTRNVFU5SWlJK1BHTnBjbU5zWlNCa1lYUmhMWFl0TXprd1ptRTRNVFU5SWlJZ1kzZzlJakl6SWlCamVUMGlOVFV1TVRVeU9EWTRNVFUzT0RZNUlpQnlQU0l4T0NJZ1ptbHNiQzF2Y0dGamFYUjVQU0l3SWlCemRISnZhMlU5SWlNd01ESXdOakFpSUhOMGNtOXJaUzEzYVdSMGFEMGlNaUkrUEM5amFYSmpiR1UrUEhSbGVIUWdaR0YwWVMxMkxUTTVNR1poT0RFMVBTSWlJSGc5SWpFMExqUXlPRFUzTVRReU9EVTNNVFF6SWlCNVBTSTFPQzR4TlRJNE5qZ3hOVGM0TmpraUlHWnZiblF0YzJsNlpUMGlNVElpSUdacGJHdzlJaU13TURJd05qQWlQZ29nSUNBZ0lDQWdJQ0FnS3pFMkNpQWdJQ0FnSUNBZ1BDOTBaWGgwUGp3dlp6NDhMMmMrUENFdExTMHRQandoTFMwdExUNDhMM04yWno0PSIsCiAgICJ0eXBlIiA6ICJhdG9tIgp9Cg=="/>
    </extobj>
    <extobj name="61704547-3176-4FA0-AAD0-7DF1A1D1964B-2">
      <extobjdata type="61704547-3176-4FA0-AAD0-7DF1A1D1964B" data="ewogICAiZXhwcmVzc2lvbiIgOiAie1wiZWxlY3Ryb25UaXJlR3JvdXBzXCI6W3tcInRvcEFyY1wiOntcInhcIjoyNSxcInlcIjo5MCxcImlubmVyUmFkaXVzXCI6MzUsXCJvdXRlclJhZGl1c1wiOjM3LFwiYW5nbGVcIjotMjYuOTAzODIxODI1NTgxMTgzLFwiZmlsbFwiOlwiIzAwMjA2MFwiLFwiY2xvY2t3aXNlXCI6dHJ1ZSxcInJvdGF0aW9uXCI6LTEzLjA5NjE3ODE3NDQxODgxN30sXCJib3R0b21BcmNcIjp7XCJ4XCI6MjUsXCJ5XCI6OTAsXCJpbm5lclJhZGl1c1wiOjM1LFwib3V0ZXJSYWRpdXNcIjozNyxcImFuZ2xlXCI6MjYuOTAzODIxODI1NTgxMTgzLFwiZmlsbFwiOlwiIzAwMjA2MFwiLFwiY2xvY2t3aXNlXCI6ZmFsc2UsXCJyb3RhdGlvblwiOjEzLjA5NjE3ODE3NDQxODgxN30sXCJ0ZXh0XCI6e1wieFwiOjU3LFwieVwiOjg1LjIsXCJmb250U2l6ZVwiOjEyLFwidGV4dFwiOlwiMlwiLFwiZmlsbFwiOlwiIzAwMjA2MFwiLFwiaW5kZXhcIjowfX0se1widG9wQXJjXCI6e1wieFwiOjI1LFwieVwiOjkwLFwiaW5uZXJSYWRpdXNcIjo1MixcIm91dGVyUmFkaXVzXCI6NTQsXCJhbmdsZVwiOi0zMS4xODUyNjQ2OTAyOTUwMyxcImZpbGxcIjpcIiMwMDIwNjBcIixcImNsb2Nrd2lzZVwiOnRydWUsXCJyb3RhdGlvblwiOi04LjgxNDczNTMwOTcwNDk3M30sXCJib3R0b21BcmNcIjp7XCJ4XCI6MjUsXCJ5XCI6OTAsXCJpbm5lclJhZGl1c1wiOjUyLFwib3V0ZXJSYWRpdXNcIjo1NCxcImFuZ2xlXCI6MzEuMTg1MjY0NjkwMjk1MDMsXCJmaWxsXCI6XCIjMDAyMDYwXCIsXCJjbG9ja3dpc2VcIjpmYWxzZSxcInJvdGF0aW9uXCI6OC44MTQ3MzUzMDk3MDQ5NzN9LFwidGV4dFwiOntcInhcIjo3NCxcInlcIjo4NS4yLFwiZm9udFNpemVcIjoxMixcInRleHRcIjpcIjhcIixcImZpbGxcIjpcIiMwMDIwNjBcIixcImluZGV4XCI6MX19LHtcInRvcEFyY1wiOntcInhcIjoyNSxcInlcIjo5MCxcImlubmVyUmFkaXVzXCI6NjksXCJvdXRlclJhZGl1c1wiOjcxLFwiYW5nbGVcIjotMzMuMzU3MDExMDcwOTQ2OTc0LFwiZmlsbFwiOlwiIzAwMjA2MFwiLFwiY2xvY2t3aXNlXCI6dHJ1ZSxcInJvdGF0aW9uXCI6LTYuNjQyOTg4OTI5MDUzMDIzfSxcImJvdHRvbUFyY1wiOntcInhcIjoyNSxcInlcIjo5MCxcImlubmVyUmFkaXVzXCI6NjksXCJvdXRlclJhZGl1c1wiOjcxLFwiYW5nbGVcIjozMy4zNTcwMTEwNzA5NDY5NzQsXCJmaWxsXCI6XCIjMDAyMDYwXCIsXCJjbG9ja3dpc2VcIjpmYWxzZSxcInJvdGF0aW9uXCI6Ni42NDI5ODg5MjkwNTMwMjN9LFwidGV4dFwiOntcInhcIjo5MSxcInlcIjo4NS4yLFwiZm9udFNpemVcIjoxMixcInRleHRcIjpcIjZcIixcImZpbGxcIjpcIiMwMDIwNjBcIixcImluZGV4XCI6Mn19XSxcInRvdGFsTnVtXCI6MTYsXCJhbmdsZVwiOjQwLFwiY29sb3JcIjpcIiMwMDIwNjBcIn0iLAogICAiaW1hZ2VCYXNlNjQiIDogIlBITjJaeUJrWVhSaExYWXRNemt3Wm1FNE1UVTlJaUlnYVdROUluTjJaeUlnZDJsa2RHZzlJakV3TmlJZ2FHVnBaMmgwUFNJeE1UQXVNekExTnpNMk16RTFOek00SWlCMmFXVjNRbTk0UFNJd0lEQWdNVEEySURFeE1DNHpNRFUzTXpZek1UVTNNemdpSUhodGJHNXpQU0pvZEhSd09pOHZkM2QzTG5jekxtOXlaeTh5TURBd0wzTjJaeUlnY0hKbGMyVnlkbVZCYzNCbFkzUlNZWFJwYnowaWVFMXBaRmxOYVdRZ2JXVmxkQ0krUEdjZ1pHRjBZUzEyTFRNNU1HWmhPREUxUFNJaVBqeG5JR1JoZEdFdGRpMHpPVEJtWVRneE5UMGlJajQ4Y0dGMGFDQmtZWFJoTFhZdE16a3dabUU0TVRVOUlpSWdaRDBpVFNBMU55NHdPRGsyT0RjNU1qTTJPVE00SURZekxqQTRNek01TURBek5qTTFOakkxSUVFZ016VWdNelVnTUNBd0lERWdORGt1T0RFeE5UVTFOVEE1TVRZME1qTWdOemN1TmpVd05ETTBORGsyT0RrM09EY2lJSE4wY205clpUMGlJekF3TWpBMk1DSWdjM1J5YjJ0bExYZHBaSFJvUFNJeUlpQm1hV3hzUFNKdWIyNWxJajQ4TDNCaGRHZytQSFJsZUhRZ1pHRjBZUzEyTFRNNU1HWmhPREUxUFNJaUlIZzlJalUxSWlCNVBTSTFPUzR6TlRJNE5qZ3hOVGM0Tmprd01EUWlJR1p2Ym5RdGMybDZaVDBpTVRJaUlHWnBiR3c5SWlNd01ESXdOakFpUGpJOEwzUmxlSFErUEhCaGRHZ2daR0YwWVMxMkxUTTVNR1poT0RFMVBTSWlJR1E5SWswZ05UY3VNRGc1TmpnM09USXpOamt6T0NBME55NHlNakl6TkRZeU56a3pPREUzTlNCQklETTFJRE0xSURBZ01DQXdJRFE1TGpneE1UVTFOVFV3T1RFMk5ESXpJRE15TGpZMU5UTXdNVGd4T0RnME1ERXpJaUJ6ZEhKdmEyVTlJaU13TURJd05qQWlJSE4wY205clpTMTNhV1IwYUQwaU1pSWdabWxzYkQwaWJtOXVaU0krUEM5d1lYUm9Qand2Wno0OFp5QmtZWFJoTFhZdE16a3dabUU0TVRVOUlpSStQSEJoZEdnZ1pHRjBZUzEyTFRNNU1HWmhPREUxUFNJaUlHUTlJazBnTnpRdU16ZzFPREk0TWpBek56WTNNak1nTmpNdU1USXhNelEzTWprNE16a3dNRGcwSUVFZ05USWdOVElnTUNBd0lERWdOakl1T0RNME16RXhNRFF5TVRnMk9EVTBJRGc0TGpVM056Z3lNemcyTVRVMk9UQTBJaUJ6ZEhKdmEyVTlJaU13TURJd05qQWlJSE4wY205clpTMTNhV1IwYUQwaU1pSWdabWxzYkQwaWJtOXVaU0krUEM5d1lYUm9QangwWlhoMElHUmhkR0V0ZGkwek9UQm1ZVGd4TlQwaUlpQjRQU0kzTWlJZ2VUMGlOVGt1TXpVeU9EWTRNVFUzT0RZNU1EQTBJaUJtYjI1MExYTnBlbVU5SWpFeUlpQm1hV3hzUFNJak1EQXlNRFl3SWo0NFBDOTBaWGgwUGp4d1lYUm9JR1JoZEdFdGRpMHpPVEJtWVRneE5UMGlJaUJrUFNKTklEYzBMak00TlRneU9ESXdNemMyTnpJeklEUTNMakU0TkRNNE9UQXhOek0wTnpreUlFRWdOVElnTlRJZ01DQXdJREFnTmpJdU9ETTBNekV4TURReU1UZzJPRFUwSURJeExqY3lOemt4TWpRMU5ERTJPRGsySWlCemRISnZhMlU5SWlNd01ESXdOakFpSUhOMGNtOXJaUzEzYVdSMGFEMGlNaUlnWm1sc2JEMGlibTl1WlNJK1BDOXdZWFJvUGp3dlp6NDhaeUJrWVhSaExYWXRNemt3Wm1FNE1UVTlJaUkrUEhCaGRHZ2daR0YwWVMxMkxUTTVNR1poT0RFMVBTSWlJR1E5SWswZ09URXVOVE0yTnpVeE1UY3dNekl6TlRjZ05qTXVNVE0wT1RVMk56azFNemcwTXpJMklFRWdOamtnTmprZ01DQXdJREVnTnpVdU9EVTNNRFkyTlRjMU1qQTVORGNnT1RrdU5UQTFNakV6TWpJMk1qUXdNaklpSUhOMGNtOXJaVDBpSXpBd01qQTJNQ0lnYzNSeWIydGxMWGRwWkhSb1BTSXlJaUJtYVd4c1BTSnViMjVsSWo0OEwzQmhkR2crUEhSbGVIUWdaR0YwWVMxMkxUTTVNR1poT0RFMVBTSWlJSGc5SWpnNUlpQjVQU0kxT1M0ek5USTROamd4TlRjNE5qa3dNRFFpSUdadmJuUXRjMmw2WlQwaU1USWlJR1pwYkd3OUlpTXdNREl3TmpBaVBqWThMM1JsZUhRK1BIQmhkR2dnWkdGMFlTMTJMVE01TUdaaE9ERTFQU0lpSUdROUlrMGdPVEV1TlRNMk56VXhNVGN3TXpJek5UY2dORGN1TVRjd056YzVOVEl3TXpVek5qYzJJRUVnTmprZ05qa2dNQ0F3SURBZ056VXVPRFUzTURZMk5UYzFNakE1TkRjZ01UQXVPREF3TlRJek1EZzVORGszTnprMElpQnpkSEp2YTJVOUlpTXdNREl3TmpBaUlITjBjbTlyWlMxM2FXUjBhRDBpTWlJZ1ptbHNiRDBpYm05dVpTSStQQzl3WVhSb1Bqd3ZaejQ4WnlCa1lYUmhMWFl0TXprd1ptRTRNVFU5SWlJK1BHTnBjbU5zWlNCa1lYUmhMWFl0TXprd1ptRTRNVFU5SWlJZ1kzZzlJakl6SWlCamVUMGlOVFV1TVRVeU9EWTRNVFUzT0RZNUlpQnlQU0l4T0NJZ1ptbHNiQzF2Y0dGamFYUjVQU0l3SWlCemRISnZhMlU5SWlNd01ESXdOakFpSUhOMGNtOXJaUzEzYVdSMGFEMGlNaUkrUEM5amFYSmpiR1UrUEhSbGVIUWdaR0YwWVMxMkxUTTVNR1poT0RFMVBTSWlJSGc5SWpFMExqUXlPRFUzTVRReU9EVTNNVFF6SWlCNVBTSTFPQzR4TlRJNE5qZ3hOVGM0TmpraUlHWnZiblF0YzJsNlpUMGlNVElpSUdacGJHdzlJaU13TURJd05qQWlQZ29nSUNBZ0lDQWdJQ0FnS3pFMkNpQWdJQ0FnSUNBZ1BDOTBaWGgwUGp3dlp6NDhMMmMrUENFdExTMHRQandoTFMwdExUNDhMM04yWno0PSIsCiAgICJ0eXBlIiA6ICJhdG9tIgp9Cg=="/>
    </extobj>
  </extobjs>
</s:customData>
</file>

<file path=customXml/itemProps1.xml><?xml version="1.0" encoding="utf-8"?>
<ds:datastoreItem xmlns:ds="http://schemas.openxmlformats.org/officeDocument/2006/customXml" ds:itemID="{F68E3A6E-3C61-40EC-9C25-30497CF5B111}">
  <ds:schemaRefs/>
</ds:datastoreItem>
</file>

<file path=customXml/itemProps2.xml><?xml version="1.0" encoding="utf-8"?>
<ds:datastoreItem xmlns:ds="http://schemas.openxmlformats.org/officeDocument/2006/customXml" ds:itemID="{3DD91DBC-29AF-4B5D-9272-EF4BE46C215E}">
  <ds:schemaRefs/>
</ds:datastoreItem>
</file>

<file path=customXml/itemProps3.xml><?xml version="1.0" encoding="utf-8"?>
<ds:datastoreItem xmlns:ds="http://schemas.openxmlformats.org/officeDocument/2006/customXml" ds:itemID="{4E4462E8-F7C3-475D-A9BC-4B2D02051F65}">
  <ds:schemaRefs/>
</ds:datastoreItem>
</file>

<file path=docProps/app.xml><?xml version="1.0" encoding="utf-8"?>
<Properties xmlns="http://schemas.openxmlformats.org/officeDocument/2006/extended-properties" xmlns:vt="http://schemas.openxmlformats.org/officeDocument/2006/docPropsVTypes">
  <TotalTime>64</TotalTime>
  <Words>2400</Words>
  <Application>Microsoft Office PowerPoint</Application>
  <PresentationFormat>宽屏</PresentationFormat>
  <Paragraphs>238</Paragraphs>
  <Slides>26</Slides>
  <Notes>4</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1</vt:i4>
      </vt:variant>
      <vt:variant>
        <vt:lpstr>幻灯片标题</vt:lpstr>
      </vt:variant>
      <vt:variant>
        <vt:i4>26</vt:i4>
      </vt:variant>
    </vt:vector>
  </HeadingPairs>
  <TitlesOfParts>
    <vt:vector size="38" baseType="lpstr">
      <vt:lpstr>等线</vt:lpstr>
      <vt:lpstr>思源宋体 CN</vt:lpstr>
      <vt:lpstr>宋体</vt:lpstr>
      <vt:lpstr>微软雅黑</vt:lpstr>
      <vt:lpstr>Arial</vt:lpstr>
      <vt:lpstr>Cambria Math</vt:lpstr>
      <vt:lpstr>Courier New</vt:lpstr>
      <vt:lpstr>Times New Roman</vt:lpstr>
      <vt:lpstr>Wingdings</vt:lpstr>
      <vt:lpstr>自定义设计方案</vt:lpstr>
      <vt:lpstr>1_自定义设计方案</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学科网</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rbm.xkw.com</dc:creator>
  <cp:lastModifiedBy>menksnowms@outlook.com</cp:lastModifiedBy>
  <cp:revision>5</cp:revision>
  <cp:lastPrinted>2025-07-01T15:39:39Z</cp:lastPrinted>
  <dcterms:created xsi:type="dcterms:W3CDTF">2025-07-01T15:39:39Z</dcterms:created>
  <dcterms:modified xsi:type="dcterms:W3CDTF">2026-09-02T06:17:17Z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lbum">
    <vt:lpwstr>rbm.xkw.com</vt:lpwstr>
  </property>
  <property fmtid="{D5CDD505-2E9C-101B-9397-08002B2CF9AE}" pid="3" name="author">
    <vt:lpwstr>rbm.xkw.com</vt:lpwstr>
  </property>
  <property fmtid="{D5CDD505-2E9C-101B-9397-08002B2CF9AE}" pid="4" name="company">
    <vt:lpwstr>学科网</vt:lpwstr>
  </property>
  <property fmtid="{D5CDD505-2E9C-101B-9397-08002B2CF9AE}" pid="5" name="copyright">
    <vt:lpwstr>学科网版权所有</vt:lpwstr>
  </property>
</Properties>
</file>