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26b2585-9795-4483-92b6-93a06c1a71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8430"/>
            <a:ext cx="11362055" cy="2795270"/>
          </a:xfrm>
          <a:prstGeom prst="rect">
            <a:avLst/>
          </a:prstGeom>
        </p:spPr>
      </p:pic>
      <p:pic>
        <p:nvPicPr>
          <p:cNvPr id="5" name="图片 4" descr="0b8c0417-95d4-4ba6-baaa-ada6f7e17c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135" y="2277110"/>
            <a:ext cx="4699000" cy="45808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c527251-f938-4e64-b838-a0b2490f5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91440"/>
            <a:ext cx="8220075" cy="4924425"/>
          </a:xfrm>
          <a:prstGeom prst="rect">
            <a:avLst/>
          </a:prstGeom>
        </p:spPr>
      </p:pic>
      <p:pic>
        <p:nvPicPr>
          <p:cNvPr id="4" name="图片 3" descr="e3cc65b6-8714-4658-833c-e1c2a1eb06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665" y="805815"/>
            <a:ext cx="6119495" cy="4147820"/>
          </a:xfrm>
          <a:prstGeom prst="rect">
            <a:avLst/>
          </a:prstGeom>
        </p:spPr>
      </p:pic>
      <p:pic>
        <p:nvPicPr>
          <p:cNvPr id="5" name="图片 4" descr="24327ac5-dfcf-4533-a4f9-4bba6847a3c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5" y="5060950"/>
            <a:ext cx="8044180" cy="672465"/>
          </a:xfrm>
          <a:prstGeom prst="rect">
            <a:avLst/>
          </a:prstGeom>
        </p:spPr>
      </p:pic>
      <p:pic>
        <p:nvPicPr>
          <p:cNvPr id="6" name="图片 5" descr="4013c81a-d62c-41c7-8e00-f8587ba539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45" y="5645150"/>
            <a:ext cx="11001375" cy="8743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0546236-c6a8-4a43-960e-a691e4797e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115300" cy="2962275"/>
          </a:xfrm>
          <a:prstGeom prst="rect">
            <a:avLst/>
          </a:prstGeom>
        </p:spPr>
      </p:pic>
      <p:pic>
        <p:nvPicPr>
          <p:cNvPr id="3" name="图片 2" descr="767a5cce-b171-48a2-85e5-f9f6ce454cc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" y="2962275"/>
            <a:ext cx="6867525" cy="35337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黄冠</cp:lastModifiedBy>
  <cp:revision>157</cp:revision>
  <dcterms:created xsi:type="dcterms:W3CDTF">2019-06-19T02:08:00Z</dcterms:created>
  <dcterms:modified xsi:type="dcterms:W3CDTF">2026-09-14T05:56:54Z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9CCEC13E69E64D3CB55E64222CC9D293_11</vt:lpwstr>
  </property>
</Properties>
</file>