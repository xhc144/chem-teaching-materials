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61" r:id="rId4"/>
    <p:sldId id="265" r:id="rId5"/>
    <p:sldId id="268" r:id="rId6"/>
    <p:sldId id="267" r:id="rId7"/>
    <p:sldId id="266" r:id="rId8"/>
    <p:sldId id="262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howGuides="1">
      <p:cViewPr varScale="1">
        <p:scale>
          <a:sx n="113" d="100"/>
          <a:sy n="113" d="100"/>
        </p:scale>
        <p:origin x="387" y="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F902F-771A-4691-BE43-22A8C1F38A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AAB4D-93DB-48E0-94CD-1453E69154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深中PPT0415fm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8"/>
            <a:ext cx="9144000" cy="51435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685800" y="2139702"/>
            <a:ext cx="7772400" cy="589364"/>
          </a:xfrm>
        </p:spPr>
        <p:txBody>
          <a:bodyPr>
            <a:no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课程概述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43375" y="4822047"/>
            <a:ext cx="1010213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· 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深圳中学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795886"/>
            <a:ext cx="6400800" cy="43321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黄冠 林易凡</a:t>
            </a:r>
            <a:endParaRPr lang="zh-CN" altLang="en-US" sz="2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笔架山河是布吉河的一级支流，属深圳河二级支流，位于深圳市中部，发源于笔架山 。河流全长</a:t>
            </a:r>
            <a:r>
              <a:rPr lang="en-US" altLang="zh-CN" sz="2400" dirty="0"/>
              <a:t>9.06</a:t>
            </a:r>
            <a:r>
              <a:rPr lang="zh-CN" altLang="en-US" sz="2400" dirty="0"/>
              <a:t>公里，流域面积</a:t>
            </a:r>
            <a:r>
              <a:rPr lang="en-US" altLang="zh-CN" sz="2400" dirty="0"/>
              <a:t>11.54</a:t>
            </a:r>
            <a:r>
              <a:rPr lang="zh-CN" altLang="en-US" sz="2400" dirty="0"/>
              <a:t>平方公里，上游有银湖水库等三宗小（二）型水库 。其城市河道长约</a:t>
            </a:r>
            <a:r>
              <a:rPr lang="en-US" altLang="zh-CN" sz="2400" dirty="0"/>
              <a:t>5.77</a:t>
            </a:r>
            <a:r>
              <a:rPr lang="zh-CN" altLang="en-US" sz="2400" dirty="0"/>
              <a:t>公里，暗涵覆盖率较高。</a:t>
            </a:r>
            <a:endParaRPr lang="en-US" altLang="zh-CN" sz="2400" dirty="0"/>
          </a:p>
          <a:p>
            <a:r>
              <a:rPr lang="zh-CN" altLang="en-US" sz="2400" dirty="0"/>
              <a:t>深圳中学（泥岗校区）内，涉及长度</a:t>
            </a:r>
            <a:r>
              <a:rPr lang="en-US" altLang="zh-CN" sz="2400" dirty="0"/>
              <a:t>306</a:t>
            </a:r>
            <a:r>
              <a:rPr lang="zh-CN" altLang="en-US" sz="2400" dirty="0"/>
              <a:t>米。</a:t>
            </a:r>
            <a:endParaRPr lang="zh-CN" altLang="en-US" sz="2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843558"/>
            <a:ext cx="7624647" cy="25323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880110" y="278765"/>
            <a:ext cx="7403465" cy="43732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043305" y="529590"/>
          <a:ext cx="7249160" cy="30480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156460"/>
                <a:gridCol w="50927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河流生态</a:t>
                      </a:r>
                      <a:r>
                        <a:rPr lang="zh-CN" altLang="en-US"/>
                        <a:t>系统研究内容概况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河流生态系统水环境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水质物理指标，温度、嗅味、色度、浊度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pH</a:t>
                      </a:r>
                      <a:r>
                        <a:rPr lang="zh-CN" altLang="en-US"/>
                        <a:t>和</a:t>
                      </a:r>
                      <a:r>
                        <a:rPr lang="zh-CN" altLang="en-US" sz="1800">
                          <a:sym typeface="+mn-ea"/>
                        </a:rPr>
                        <a:t>硬度</a:t>
                      </a:r>
                      <a:r>
                        <a:rPr lang="zh-CN" altLang="en-US"/>
                        <a:t>对水生生物的影响，</a:t>
                      </a:r>
                      <a:r>
                        <a:rPr lang="en-US" altLang="zh-CN" sz="1800">
                          <a:sym typeface="+mn-ea"/>
                        </a:rPr>
                        <a:t>pH</a:t>
                      </a:r>
                      <a:r>
                        <a:rPr lang="zh-CN" altLang="en-US" sz="1800">
                          <a:sym typeface="+mn-ea"/>
                        </a:rPr>
                        <a:t>和</a:t>
                      </a:r>
                      <a:r>
                        <a:rPr lang="zh-CN" altLang="en-US" sz="1800">
                          <a:sym typeface="+mn-ea"/>
                        </a:rPr>
                        <a:t>硬度</a:t>
                      </a:r>
                      <a:r>
                        <a:rPr lang="zh-CN" altLang="en-US" sz="1800">
                          <a:sym typeface="+mn-ea"/>
                        </a:rPr>
                        <a:t>的</a:t>
                      </a:r>
                      <a:r>
                        <a:rPr lang="zh-CN" altLang="en-US"/>
                        <a:t>检测原理</a:t>
                      </a:r>
                      <a:r>
                        <a:rPr lang="zh-CN" altLang="en-US"/>
                        <a:t>和方法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溶解氧</a:t>
                      </a:r>
                      <a:r>
                        <a:rPr lang="zh-CN" altLang="en-US" sz="1800">
                          <a:sym typeface="+mn-ea"/>
                        </a:rPr>
                        <a:t>对水生生物的影响，</a:t>
                      </a:r>
                      <a:r>
                        <a:rPr lang="zh-CN" altLang="en-US" sz="1800">
                          <a:sym typeface="+mn-ea"/>
                        </a:rPr>
                        <a:t>溶解氧</a:t>
                      </a:r>
                      <a:r>
                        <a:rPr lang="zh-CN" altLang="en-US" sz="1800">
                          <a:sym typeface="+mn-ea"/>
                        </a:rPr>
                        <a:t>的</a:t>
                      </a:r>
                      <a:r>
                        <a:rPr lang="zh-CN" altLang="en-US" sz="1800">
                          <a:sym typeface="+mn-ea"/>
                        </a:rPr>
                        <a:t>检测原理</a:t>
                      </a:r>
                      <a:r>
                        <a:rPr lang="zh-CN" altLang="en-US" sz="1800">
                          <a:sym typeface="+mn-ea"/>
                        </a:rPr>
                        <a:t>和</a:t>
                      </a:r>
                      <a:r>
                        <a:rPr lang="zh-CN" altLang="en-US" sz="1800">
                          <a:sym typeface="+mn-ea"/>
                        </a:rPr>
                        <a:t>方法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营养盐</a:t>
                      </a:r>
                      <a:r>
                        <a:rPr lang="zh-CN" altLang="en-US" sz="1800">
                          <a:sym typeface="+mn-ea"/>
                        </a:rPr>
                        <a:t>对水生生物的影响，营养盐检测原理和方法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重金属离子对水生生物的影响，重金属离子检测原理和方法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水质检测报告与环境</a:t>
                      </a:r>
                      <a:r>
                        <a:rPr lang="zh-CN" altLang="en-US"/>
                        <a:t>评价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55576" y="1347614"/>
          <a:ext cx="756084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131"/>
                <a:gridCol w="627270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笔架山河中的生物类群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2-3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/>
                        <a:t>浮游生物取样</a:t>
                      </a:r>
                      <a:r>
                        <a:rPr lang="en-US" altLang="zh-CN" sz="1800" dirty="0"/>
                        <a:t>+</a:t>
                      </a:r>
                      <a:r>
                        <a:rPr lang="zh-CN" altLang="en-US" sz="1800" dirty="0"/>
                        <a:t>显微镜下观察</a:t>
                      </a:r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浮游生物鉴定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取水</a:t>
                      </a:r>
                      <a:r>
                        <a:rPr lang="en-US" altLang="zh-CN" sz="1800" dirty="0"/>
                        <a:t>+</a:t>
                      </a:r>
                      <a:r>
                        <a:rPr lang="zh-CN" altLang="en-US" sz="1800" dirty="0"/>
                        <a:t>浓缩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eDNA</a:t>
                      </a:r>
                      <a:r>
                        <a:rPr lang="zh-CN" altLang="en-US" sz="1800" dirty="0"/>
                        <a:t>提取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PCR</a:t>
                      </a:r>
                      <a:r>
                        <a:rPr lang="zh-CN" altLang="en-US" sz="1800" dirty="0"/>
                        <a:t>扩增、电泳、测序原理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调查营养结构</a:t>
                      </a:r>
                      <a:r>
                        <a:rPr lang="en-US" altLang="zh-CN" sz="1800" dirty="0"/>
                        <a:t>——</a:t>
                      </a:r>
                      <a:r>
                        <a:rPr lang="zh-CN" altLang="en-US" sz="1800" dirty="0"/>
                        <a:t>碳氮稳定同位素测定原理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42" y="0"/>
            <a:ext cx="7886116" cy="51435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WPS 演示</Application>
  <PresentationFormat>全屏显示(16:9)</PresentationFormat>
  <Paragraphs>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楷体</vt:lpstr>
      <vt:lpstr>Arial Unicode MS</vt:lpstr>
      <vt:lpstr>Calibri</vt:lpstr>
      <vt:lpstr>等线</vt:lpstr>
      <vt:lpstr>Office 主题</vt:lpstr>
      <vt:lpstr>课程概述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标题标题标题标题标题</dc:title>
  <dc:creator>Zhukewen</dc:creator>
  <cp:lastModifiedBy>黄冠</cp:lastModifiedBy>
  <cp:revision>48</cp:revision>
  <dcterms:created xsi:type="dcterms:W3CDTF">2014-04-15T07:42:00Z</dcterms:created>
  <dcterms:modified xsi:type="dcterms:W3CDTF">2026-09-10T05:47:27Z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B5C275ADCFEC46259015222F668F584C_13</vt:lpwstr>
  </property>
</Properties>
</file>